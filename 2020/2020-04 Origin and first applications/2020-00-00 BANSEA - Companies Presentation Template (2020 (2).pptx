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[redacted]" r:id="rId1"/>
  </p:sldMasterIdLst>
  <p:notesMasterIdLst>
    <p:notesMasterId r:id="rId5"/>
  </p:notesMasterIdLst>
  <p:handoutMasterIdLst>
    <p:handoutMasterId r:id="rId6"/>
  </p:handoutMasterIdLst>
  <p:sldIdLst>
    <p:sldId id="277" r:id="rId2"/>
    <p:sldId id="280" r:id="rId3"/>
    <p:sldId id="266" r:id="rId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6C99"/>
    <a:srgbClr val="7A95BC"/>
    <a:srgbClr val="2A3B53"/>
    <a:srgbClr val="FFC82D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2338" autoAdjust="0"/>
  </p:normalViewPr>
  <p:slideViewPr>
    <p:cSldViewPr snapToGrid="0">
      <p:cViewPr varScale="1">
        <p:scale>
          <a:sx n="100" d="100"/>
          <a:sy n="100" d="100"/>
        </p:scale>
        <p:origin x="10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0C9C297-76EE-42AA-A8CC-221442D9092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D18CAA-E9D8-4972-93A1-94CAFA122F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D0E731-381E-4147-9BE9-0C42AFD55C48}" type="datetimeFigureOut">
              <a:rPr lang="en-SG" smtClean="0"/>
              <a:t>22/9/22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B5FE66-F6CA-4DCD-98FD-3740B8DB4AE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A03105-96C4-4CB8-8EC9-DE86B4D982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040A93-6847-4043-A3BA-6D6FAAD2B35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87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87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399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175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eaLnBrk="1" hangingPunct="1"/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Background to Lean Canvas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: https://leanstack.com/lean-canvas</a:t>
            </a:r>
          </a:p>
          <a:p>
            <a:pPr eaLnBrk="1" hangingPunct="1"/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Source of Lean Canvas Template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: http://invcapital.com/pub/Lcanvas</a:t>
            </a:r>
          </a:p>
          <a:p>
            <a:pPr eaLnBrk="1" hangingPunct="1"/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Actual Examples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-----------------------------------------------------------------------------------------------------------------</a:t>
            </a:r>
          </a:p>
          <a:p>
            <a:pPr eaLnBrk="1" hangingPunct="1"/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Recommended sequence of Inputs: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P -&gt; CS -&gt; V -&gt; S -&gt; C -&gt; RS -&gt; CO -&gt; KM -&gt; UA</a:t>
            </a:r>
          </a:p>
          <a:p>
            <a:pPr eaLnBrk="1" hangingPunct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Versions: 2016: v1 © Dr. [Third party]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dr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(at)ye.sg</a:t>
            </a:r>
          </a:p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176" name="Shape 176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443014" y="107115"/>
            <a:ext cx="11748986" cy="88419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l" rtl="0">
              <a:lnSpc>
                <a:spcPct val="80000"/>
              </a:lnSpc>
              <a:spcBef>
                <a:spcPts val="0"/>
              </a:spcBef>
              <a:buClr>
                <a:srgbClr val="191919"/>
              </a:buClr>
              <a:buFont typeface="Questrial"/>
              <a:buNone/>
              <a:defRPr sz="5000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443014" y="1132316"/>
            <a:ext cx="11748986" cy="517704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" lvl="0" indent="48260" algn="l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Questrial"/>
              <a:buChar char=" "/>
              <a:defRPr sz="22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265176" lvl="1" indent="-2387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448056" lvl="2" indent="-5435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594360" lvl="3" indent="-48259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777240" lvl="4" indent="-53340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914400" lvl="5" indent="-50800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1060704" lvl="6" indent="-57403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1216152" lvl="7" indent="-60452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1362456" lvl="8" indent="-5435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dt" idx="10"/>
          </p:nvPr>
        </p:nvSpPr>
        <p:spPr>
          <a:xfrm>
            <a:off x="1024128" y="6470703"/>
            <a:ext cx="2154141" cy="2743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defRPr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ftr" idx="11"/>
          </p:nvPr>
        </p:nvSpPr>
        <p:spPr>
          <a:xfrm>
            <a:off x="4842932" y="6470703"/>
            <a:ext cx="5901458" cy="2743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defRPr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sldNum" idx="12"/>
          </p:nvPr>
        </p:nvSpPr>
        <p:spPr>
          <a:xfrm>
            <a:off x="10837334" y="6470703"/>
            <a:ext cx="973666" cy="27431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>
            <a:lvl1pPr algn="r">
              <a:defRPr/>
            </a:lvl1pPr>
          </a:lstStyle>
          <a:p>
            <a:pPr>
              <a:buSzPct val="25000"/>
            </a:pPr>
            <a:fld id="{00000000-1234-1234-1234-123412341234}" type="slidenum">
              <a:rPr lang="en-US" sz="1000" smtClean="0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rPr>
              <a:pPr>
                <a:buSzPct val="25000"/>
              </a:pPr>
              <a:t>‹#›</a:t>
            </a:fld>
            <a:endParaRPr lang="en-US" sz="1000" dirty="0">
              <a:solidFill>
                <a:srgbClr val="191919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30" name="Shape 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9553" y="6309360"/>
            <a:ext cx="649424" cy="44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457200" y="4960137"/>
            <a:ext cx="7772400" cy="146303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r" rtl="0">
              <a:spcBef>
                <a:spcPts val="0"/>
              </a:spcBef>
              <a:defRPr sz="5000" b="0"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body" idx="1"/>
          </p:nvPr>
        </p:nvSpPr>
        <p:spPr>
          <a:xfrm>
            <a:off x="8610600" y="4960137"/>
            <a:ext cx="3200399" cy="146303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lvl="0" indent="0" rtl="0">
              <a:lnSpc>
                <a:spcPct val="100000"/>
              </a:lnSpc>
              <a:spcBef>
                <a:spcPts val="0"/>
              </a:spcBef>
              <a:buClr>
                <a:srgbClr val="191919"/>
              </a:buClr>
              <a:buFont typeface="Questrial"/>
              <a:buNone/>
              <a:defRPr sz="1800">
                <a:solidFill>
                  <a:srgbClr val="191919"/>
                </a:solidFill>
              </a:defRPr>
            </a:lvl1pPr>
            <a:lvl2pPr marL="457200" lvl="1" indent="0" rtl="0">
              <a:spcBef>
                <a:spcPts val="0"/>
              </a:spcBef>
              <a:buClr>
                <a:srgbClr val="888888"/>
              </a:buClr>
              <a:buFont typeface="Questrial"/>
              <a:buNone/>
              <a:defRPr sz="1800">
                <a:solidFill>
                  <a:srgbClr val="888888"/>
                </a:solidFill>
              </a:defRPr>
            </a:lvl2pPr>
            <a:lvl3pPr marL="914400" lvl="2" indent="0" rtl="0">
              <a:spcBef>
                <a:spcPts val="0"/>
              </a:spcBef>
              <a:buClr>
                <a:srgbClr val="888888"/>
              </a:buClr>
              <a:buFont typeface="Questrial"/>
              <a:buNone/>
              <a:defRPr sz="1600">
                <a:solidFill>
                  <a:srgbClr val="888888"/>
                </a:solidFill>
              </a:defRPr>
            </a:lvl3pPr>
            <a:lvl4pPr marL="1371600" lvl="3" indent="0" rtl="0">
              <a:spcBef>
                <a:spcPts val="0"/>
              </a:spcBef>
              <a:buClr>
                <a:srgbClr val="888888"/>
              </a:buClr>
              <a:buFont typeface="Questrial"/>
              <a:buNone/>
              <a:defRPr sz="1400">
                <a:solidFill>
                  <a:srgbClr val="888888"/>
                </a:solidFill>
              </a:defRPr>
            </a:lvl4pPr>
            <a:lvl5pPr marL="1828800" lvl="4" indent="0" rtl="0">
              <a:spcBef>
                <a:spcPts val="0"/>
              </a:spcBef>
              <a:buClr>
                <a:srgbClr val="888888"/>
              </a:buClr>
              <a:buFont typeface="Questrial"/>
              <a:buNone/>
              <a:defRPr sz="1400">
                <a:solidFill>
                  <a:srgbClr val="888888"/>
                </a:solidFill>
              </a:defRPr>
            </a:lvl5pPr>
            <a:lvl6pPr marL="2286000" lvl="5" indent="0" rtl="0">
              <a:spcBef>
                <a:spcPts val="0"/>
              </a:spcBef>
              <a:buClr>
                <a:srgbClr val="888888"/>
              </a:buClr>
              <a:buFont typeface="Questrial"/>
              <a:buNone/>
              <a:defRPr sz="1400">
                <a:solidFill>
                  <a:srgbClr val="888888"/>
                </a:solidFill>
              </a:defRPr>
            </a:lvl6pPr>
            <a:lvl7pPr marL="2743200" lvl="6" indent="0" rtl="0">
              <a:spcBef>
                <a:spcPts val="0"/>
              </a:spcBef>
              <a:buClr>
                <a:srgbClr val="888888"/>
              </a:buClr>
              <a:buFont typeface="Questrial"/>
              <a:buNone/>
              <a:defRPr sz="1400">
                <a:solidFill>
                  <a:srgbClr val="888888"/>
                </a:solidFill>
              </a:defRPr>
            </a:lvl7pPr>
            <a:lvl8pPr marL="3200400" lvl="7" indent="0" rtl="0">
              <a:spcBef>
                <a:spcPts val="0"/>
              </a:spcBef>
              <a:buClr>
                <a:srgbClr val="888888"/>
              </a:buClr>
              <a:buFont typeface="Questrial"/>
              <a:buNone/>
              <a:defRPr sz="1400">
                <a:solidFill>
                  <a:srgbClr val="888888"/>
                </a:solidFill>
              </a:defRPr>
            </a:lvl8pPr>
            <a:lvl9pPr marL="3657600" lvl="8" indent="0" rtl="0">
              <a:spcBef>
                <a:spcPts val="0"/>
              </a:spcBef>
              <a:buClr>
                <a:srgbClr val="888888"/>
              </a:buClr>
              <a:buFont typeface="Questrial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dt" idx="10"/>
          </p:nvPr>
        </p:nvSpPr>
        <p:spPr>
          <a:xfrm>
            <a:off x="1024128" y="6470703"/>
            <a:ext cx="2154141" cy="2743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defRPr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ftr" idx="11"/>
          </p:nvPr>
        </p:nvSpPr>
        <p:spPr>
          <a:xfrm>
            <a:off x="4842932" y="6470703"/>
            <a:ext cx="5901458" cy="2743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defRPr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sldNum" idx="12"/>
          </p:nvPr>
        </p:nvSpPr>
        <p:spPr>
          <a:xfrm>
            <a:off x="10837334" y="6470703"/>
            <a:ext cx="973666" cy="27431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rPr>
              <a:t>‹#›</a:t>
            </a:fld>
            <a:endParaRPr lang="en-US" sz="1000" b="0" i="0" u="none" strike="noStrike" cap="none">
              <a:solidFill>
                <a:srgbClr val="191919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cxnSp>
        <p:nvCxnSpPr>
          <p:cNvPr id="38" name="Shape 38"/>
          <p:cNvCxnSpPr/>
          <p:nvPr/>
        </p:nvCxnSpPr>
        <p:spPr>
          <a:xfrm rot="10800000">
            <a:off x="8386842" y="5264105"/>
            <a:ext cx="0" cy="91440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 txBox="1">
            <a:spLocks noGrp="1"/>
          </p:cNvSpPr>
          <p:nvPr>
            <p:ph type="title"/>
          </p:nvPr>
        </p:nvSpPr>
        <p:spPr>
          <a:xfrm>
            <a:off x="1024128" y="585216"/>
            <a:ext cx="9720072" cy="149961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l" rtl="0">
              <a:lnSpc>
                <a:spcPct val="80000"/>
              </a:lnSpc>
              <a:spcBef>
                <a:spcPts val="0"/>
              </a:spcBef>
              <a:buClr>
                <a:srgbClr val="191919"/>
              </a:buClr>
              <a:buFont typeface="Questrial"/>
              <a:buNone/>
              <a:defRPr sz="5000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body" idx="1"/>
          </p:nvPr>
        </p:nvSpPr>
        <p:spPr>
          <a:xfrm>
            <a:off x="1024128" y="2286000"/>
            <a:ext cx="4754879" cy="402336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" lvl="0" indent="48260" algn="l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Questrial"/>
              <a:buChar char=" "/>
              <a:defRPr sz="22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265176" lvl="1" indent="-2387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448056" lvl="2" indent="-5435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594360" lvl="3" indent="-48259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777240" lvl="4" indent="-53340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914400" lvl="5" indent="-50800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1060704" lvl="6" indent="-57403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1216152" lvl="7" indent="-60452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1362456" lvl="8" indent="-5435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body" idx="2"/>
          </p:nvPr>
        </p:nvSpPr>
        <p:spPr>
          <a:xfrm>
            <a:off x="5989319" y="2286000"/>
            <a:ext cx="4754879" cy="402336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" lvl="0" indent="48260" algn="l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Questrial"/>
              <a:buChar char=" "/>
              <a:defRPr sz="22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265176" lvl="1" indent="-2387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448056" lvl="2" indent="-5435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594360" lvl="3" indent="-48259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777240" lvl="4" indent="-53340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914400" lvl="5" indent="-50800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1060704" lvl="6" indent="-57403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1216152" lvl="7" indent="-60452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1362456" lvl="8" indent="-5435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dt" idx="10"/>
          </p:nvPr>
        </p:nvSpPr>
        <p:spPr>
          <a:xfrm>
            <a:off x="1024128" y="6470703"/>
            <a:ext cx="2154141" cy="2743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defRPr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ftr" idx="11"/>
          </p:nvPr>
        </p:nvSpPr>
        <p:spPr>
          <a:xfrm>
            <a:off x="4842932" y="6470703"/>
            <a:ext cx="5901458" cy="2743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defRPr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sldNum" idx="12"/>
          </p:nvPr>
        </p:nvSpPr>
        <p:spPr>
          <a:xfrm>
            <a:off x="10837334" y="6470703"/>
            <a:ext cx="973666" cy="27431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>
            <a:lvl1pPr algn="r">
              <a:defRPr/>
            </a:lvl1pPr>
          </a:lstStyle>
          <a:p>
            <a:pPr>
              <a:buSzPct val="25000"/>
            </a:pPr>
            <a:fld id="{00000000-1234-1234-1234-123412341234}" type="slidenum">
              <a:rPr lang="en-US" sz="1000" smtClean="0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rPr>
              <a:pPr>
                <a:buSzPct val="25000"/>
              </a:pPr>
              <a:t>‹#›</a:t>
            </a:fld>
            <a:endParaRPr lang="en-US" sz="1000" dirty="0">
              <a:solidFill>
                <a:srgbClr val="191919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46" name="Shape 46"/>
          <p:cNvPicPr preferRelativeResize="0"/>
          <p:nvPr/>
        </p:nvPicPr>
        <p:blipFill rotWithShape="1">
          <a:blip r:embed="rId2">
            <a:alphaModFix/>
          </a:blip>
          <a:srcRect l="11013" r="43344" b="34266"/>
          <a:stretch/>
        </p:blipFill>
        <p:spPr>
          <a:xfrm>
            <a:off x="107081" y="913033"/>
            <a:ext cx="490688" cy="480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 txBox="1">
            <a:spLocks noGrp="1"/>
          </p:cNvSpPr>
          <p:nvPr>
            <p:ph type="title"/>
          </p:nvPr>
        </p:nvSpPr>
        <p:spPr>
          <a:xfrm>
            <a:off x="1024128" y="585216"/>
            <a:ext cx="9720072" cy="149961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l" rtl="0">
              <a:lnSpc>
                <a:spcPct val="80000"/>
              </a:lnSpc>
              <a:spcBef>
                <a:spcPts val="0"/>
              </a:spcBef>
              <a:buClr>
                <a:srgbClr val="191919"/>
              </a:buClr>
              <a:buFont typeface="Questrial"/>
              <a:buNone/>
              <a:defRPr sz="5000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body" idx="1"/>
          </p:nvPr>
        </p:nvSpPr>
        <p:spPr>
          <a:xfrm>
            <a:off x="1024128" y="2179635"/>
            <a:ext cx="4754879" cy="82296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Questrial"/>
              <a:buNone/>
              <a:defRPr sz="2300" b="0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lvl="1" indent="0" rtl="0">
              <a:spcBef>
                <a:spcPts val="0"/>
              </a:spcBef>
              <a:buFont typeface="Questrial"/>
              <a:buNone/>
              <a:defRPr sz="2000" b="1"/>
            </a:lvl2pPr>
            <a:lvl3pPr marL="914400" lvl="2" indent="0" rtl="0">
              <a:spcBef>
                <a:spcPts val="0"/>
              </a:spcBef>
              <a:buFont typeface="Questrial"/>
              <a:buNone/>
              <a:defRPr sz="1800" b="1"/>
            </a:lvl3pPr>
            <a:lvl4pPr marL="1371600" lvl="3" indent="0" rtl="0">
              <a:spcBef>
                <a:spcPts val="0"/>
              </a:spcBef>
              <a:buFont typeface="Questrial"/>
              <a:buNone/>
              <a:defRPr sz="1600" b="1"/>
            </a:lvl4pPr>
            <a:lvl5pPr marL="1828800" lvl="4" indent="0" rtl="0">
              <a:spcBef>
                <a:spcPts val="0"/>
              </a:spcBef>
              <a:buFont typeface="Questrial"/>
              <a:buNone/>
              <a:defRPr sz="1600" b="1"/>
            </a:lvl5pPr>
            <a:lvl6pPr marL="2286000" lvl="5" indent="0" rtl="0">
              <a:spcBef>
                <a:spcPts val="0"/>
              </a:spcBef>
              <a:buFont typeface="Questrial"/>
              <a:buNone/>
              <a:defRPr sz="1600" b="1"/>
            </a:lvl6pPr>
            <a:lvl7pPr marL="2743200" lvl="6" indent="0" rtl="0">
              <a:spcBef>
                <a:spcPts val="0"/>
              </a:spcBef>
              <a:buFont typeface="Questrial"/>
              <a:buNone/>
              <a:defRPr sz="1600" b="1"/>
            </a:lvl7pPr>
            <a:lvl8pPr marL="3200400" lvl="7" indent="0" rtl="0">
              <a:spcBef>
                <a:spcPts val="0"/>
              </a:spcBef>
              <a:buFont typeface="Questrial"/>
              <a:buNone/>
              <a:defRPr sz="1600" b="1"/>
            </a:lvl8pPr>
            <a:lvl9pPr marL="3657600" lvl="8" indent="0" rtl="0">
              <a:spcBef>
                <a:spcPts val="0"/>
              </a:spcBef>
              <a:buFont typeface="Questrial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Shape 50"/>
          <p:cNvSpPr txBox="1">
            <a:spLocks noGrp="1"/>
          </p:cNvSpPr>
          <p:nvPr>
            <p:ph type="body" idx="2"/>
          </p:nvPr>
        </p:nvSpPr>
        <p:spPr>
          <a:xfrm>
            <a:off x="1024128" y="2967788"/>
            <a:ext cx="4754879" cy="334157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" lvl="0" indent="48260" algn="l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Questrial"/>
              <a:buChar char=" "/>
              <a:defRPr sz="22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265176" lvl="1" indent="-2387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448056" lvl="2" indent="-5435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594360" lvl="3" indent="-48259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777240" lvl="4" indent="-53340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914400" lvl="5" indent="-50800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1060704" lvl="6" indent="-57403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1216152" lvl="7" indent="-60452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1362456" lvl="8" indent="-5435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1" name="Shape 51"/>
          <p:cNvSpPr txBox="1">
            <a:spLocks noGrp="1"/>
          </p:cNvSpPr>
          <p:nvPr>
            <p:ph type="body" idx="3"/>
          </p:nvPr>
        </p:nvSpPr>
        <p:spPr>
          <a:xfrm>
            <a:off x="5989319" y="2179635"/>
            <a:ext cx="4754879" cy="82296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Questrial"/>
              <a:buNone/>
              <a:defRPr sz="2300" b="0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lvl="1" indent="0" rtl="0">
              <a:spcBef>
                <a:spcPts val="0"/>
              </a:spcBef>
              <a:buFont typeface="Questrial"/>
              <a:buNone/>
              <a:defRPr sz="2000" b="1"/>
            </a:lvl2pPr>
            <a:lvl3pPr marL="914400" lvl="2" indent="0" rtl="0">
              <a:spcBef>
                <a:spcPts val="0"/>
              </a:spcBef>
              <a:buFont typeface="Questrial"/>
              <a:buNone/>
              <a:defRPr sz="1800" b="1"/>
            </a:lvl3pPr>
            <a:lvl4pPr marL="1371600" lvl="3" indent="0" rtl="0">
              <a:spcBef>
                <a:spcPts val="0"/>
              </a:spcBef>
              <a:buFont typeface="Questrial"/>
              <a:buNone/>
              <a:defRPr sz="1600" b="1"/>
            </a:lvl4pPr>
            <a:lvl5pPr marL="1828800" lvl="4" indent="0" rtl="0">
              <a:spcBef>
                <a:spcPts val="0"/>
              </a:spcBef>
              <a:buFont typeface="Questrial"/>
              <a:buNone/>
              <a:defRPr sz="1600" b="1"/>
            </a:lvl5pPr>
            <a:lvl6pPr marL="2286000" lvl="5" indent="0" rtl="0">
              <a:spcBef>
                <a:spcPts val="0"/>
              </a:spcBef>
              <a:buFont typeface="Questrial"/>
              <a:buNone/>
              <a:defRPr sz="1600" b="1"/>
            </a:lvl6pPr>
            <a:lvl7pPr marL="2743200" lvl="6" indent="0" rtl="0">
              <a:spcBef>
                <a:spcPts val="0"/>
              </a:spcBef>
              <a:buFont typeface="Questrial"/>
              <a:buNone/>
              <a:defRPr sz="1600" b="1"/>
            </a:lvl7pPr>
            <a:lvl8pPr marL="3200400" lvl="7" indent="0" rtl="0">
              <a:spcBef>
                <a:spcPts val="0"/>
              </a:spcBef>
              <a:buFont typeface="Questrial"/>
              <a:buNone/>
              <a:defRPr sz="1600" b="1"/>
            </a:lvl8pPr>
            <a:lvl9pPr marL="3657600" lvl="8" indent="0" rtl="0">
              <a:spcBef>
                <a:spcPts val="0"/>
              </a:spcBef>
              <a:buFont typeface="Questrial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body" idx="4"/>
          </p:nvPr>
        </p:nvSpPr>
        <p:spPr>
          <a:xfrm>
            <a:off x="5989319" y="2967788"/>
            <a:ext cx="4754879" cy="334157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" lvl="0" indent="48260" algn="l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Questrial"/>
              <a:buChar char=" "/>
              <a:defRPr sz="22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265176" lvl="1" indent="-2387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448056" lvl="2" indent="-5435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594360" lvl="3" indent="-48259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777240" lvl="4" indent="-53340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914400" lvl="5" indent="-50800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1060704" lvl="6" indent="-57403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1216152" lvl="7" indent="-60452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1362456" lvl="8" indent="-5435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dt" idx="10"/>
          </p:nvPr>
        </p:nvSpPr>
        <p:spPr>
          <a:xfrm>
            <a:off x="1024128" y="6470703"/>
            <a:ext cx="2154141" cy="2743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defRPr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4" name="Shape 54"/>
          <p:cNvSpPr txBox="1">
            <a:spLocks noGrp="1"/>
          </p:cNvSpPr>
          <p:nvPr>
            <p:ph type="ftr" idx="11"/>
          </p:nvPr>
        </p:nvSpPr>
        <p:spPr>
          <a:xfrm>
            <a:off x="4842932" y="6470703"/>
            <a:ext cx="5901458" cy="2743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defRPr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5" name="Shape 55"/>
          <p:cNvSpPr txBox="1">
            <a:spLocks noGrp="1"/>
          </p:cNvSpPr>
          <p:nvPr>
            <p:ph type="sldNum" idx="12"/>
          </p:nvPr>
        </p:nvSpPr>
        <p:spPr>
          <a:xfrm>
            <a:off x="10837334" y="6470703"/>
            <a:ext cx="973666" cy="27431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rPr>
              <a:t>‹#›</a:t>
            </a:fld>
            <a:endParaRPr lang="en-US" sz="1000" b="0" i="0" u="none" strike="noStrike" cap="none">
              <a:solidFill>
                <a:srgbClr val="191919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 txBox="1">
            <a:spLocks noGrp="1"/>
          </p:cNvSpPr>
          <p:nvPr>
            <p:ph type="title"/>
          </p:nvPr>
        </p:nvSpPr>
        <p:spPr>
          <a:xfrm>
            <a:off x="1024128" y="585216"/>
            <a:ext cx="9720072" cy="149961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l" rtl="0">
              <a:lnSpc>
                <a:spcPct val="80000"/>
              </a:lnSpc>
              <a:spcBef>
                <a:spcPts val="0"/>
              </a:spcBef>
              <a:buClr>
                <a:srgbClr val="191919"/>
              </a:buClr>
              <a:buFont typeface="Questrial"/>
              <a:buNone/>
              <a:defRPr sz="5000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dt" idx="10"/>
          </p:nvPr>
        </p:nvSpPr>
        <p:spPr>
          <a:xfrm>
            <a:off x="1024128" y="6470703"/>
            <a:ext cx="2154141" cy="2743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defRPr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9" name="Shape 59"/>
          <p:cNvSpPr txBox="1">
            <a:spLocks noGrp="1"/>
          </p:cNvSpPr>
          <p:nvPr>
            <p:ph type="ftr" idx="11"/>
          </p:nvPr>
        </p:nvSpPr>
        <p:spPr>
          <a:xfrm>
            <a:off x="4842932" y="6470703"/>
            <a:ext cx="5901458" cy="2743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defRPr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sldNum" idx="12"/>
          </p:nvPr>
        </p:nvSpPr>
        <p:spPr>
          <a:xfrm>
            <a:off x="10837334" y="6470703"/>
            <a:ext cx="973666" cy="27431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rPr>
              <a:t>‹#›</a:t>
            </a:fld>
            <a:endParaRPr lang="en-US" sz="1000" b="0" i="0" u="none" strike="noStrike" cap="none">
              <a:solidFill>
                <a:srgbClr val="191919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>
            <a:spLocks noGrp="1"/>
          </p:cNvSpPr>
          <p:nvPr>
            <p:ph type="dt" idx="10"/>
          </p:nvPr>
        </p:nvSpPr>
        <p:spPr>
          <a:xfrm>
            <a:off x="1024128" y="6470703"/>
            <a:ext cx="2154141" cy="2743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defRPr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63" name="Shape 63"/>
          <p:cNvSpPr txBox="1">
            <a:spLocks noGrp="1"/>
          </p:cNvSpPr>
          <p:nvPr>
            <p:ph type="ftr" idx="11"/>
          </p:nvPr>
        </p:nvSpPr>
        <p:spPr>
          <a:xfrm>
            <a:off x="4842932" y="6470703"/>
            <a:ext cx="5901458" cy="2743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defRPr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64" name="Shape 64"/>
          <p:cNvSpPr txBox="1">
            <a:spLocks noGrp="1"/>
          </p:cNvSpPr>
          <p:nvPr>
            <p:ph type="sldNum" idx="12"/>
          </p:nvPr>
        </p:nvSpPr>
        <p:spPr>
          <a:xfrm>
            <a:off x="10837334" y="6470703"/>
            <a:ext cx="973666" cy="27431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rPr>
              <a:t>‹#›</a:t>
            </a:fld>
            <a:endParaRPr lang="en-US" sz="1000" b="0" i="0" u="none" strike="noStrike" cap="none">
              <a:solidFill>
                <a:srgbClr val="191919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title"/>
          </p:nvPr>
        </p:nvSpPr>
        <p:spPr>
          <a:xfrm>
            <a:off x="1024128" y="471508"/>
            <a:ext cx="4389119" cy="173735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rtl="0">
              <a:lnSpc>
                <a:spcPct val="80000"/>
              </a:lnSpc>
              <a:spcBef>
                <a:spcPts val="0"/>
              </a:spcBef>
              <a:defRPr sz="4000"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body" idx="1"/>
          </p:nvPr>
        </p:nvSpPr>
        <p:spPr>
          <a:xfrm>
            <a:off x="5715000" y="822959"/>
            <a:ext cx="5678423" cy="518464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defRPr sz="2400"/>
            </a:lvl1pPr>
            <a:lvl2pPr lvl="1" rtl="0">
              <a:spcBef>
                <a:spcPts val="0"/>
              </a:spcBef>
              <a:defRPr sz="2000"/>
            </a:lvl2pPr>
            <a:lvl3pPr lvl="2" rtl="0">
              <a:spcBef>
                <a:spcPts val="0"/>
              </a:spcBef>
              <a:defRPr sz="1600"/>
            </a:lvl3pPr>
            <a:lvl4pPr lvl="3" rtl="0">
              <a:spcBef>
                <a:spcPts val="0"/>
              </a:spcBef>
              <a:defRPr sz="1600"/>
            </a:lvl4pPr>
            <a:lvl5pPr lvl="4" rtl="0">
              <a:spcBef>
                <a:spcPts val="0"/>
              </a:spcBef>
              <a:defRPr sz="1600"/>
            </a:lvl5pPr>
            <a:lvl6pPr lvl="5" rtl="0">
              <a:spcBef>
                <a:spcPts val="0"/>
              </a:spcBef>
              <a:defRPr sz="1600"/>
            </a:lvl6pPr>
            <a:lvl7pPr lvl="6" rtl="0">
              <a:spcBef>
                <a:spcPts val="0"/>
              </a:spcBef>
              <a:defRPr sz="1600"/>
            </a:lvl7pPr>
            <a:lvl8pPr lvl="7" rtl="0">
              <a:spcBef>
                <a:spcPts val="0"/>
              </a:spcBef>
              <a:defRPr sz="1600"/>
            </a:lvl8pPr>
            <a:lvl9pPr lvl="8" rtl="0">
              <a:spcBef>
                <a:spcPts val="0"/>
              </a:spcBef>
              <a:defRPr sz="1600"/>
            </a:lvl9pPr>
          </a:lstStyle>
          <a:p>
            <a:endParaRPr/>
          </a:p>
        </p:txBody>
      </p:sp>
      <p:sp>
        <p:nvSpPr>
          <p:cNvPr id="68" name="Shape 68"/>
          <p:cNvSpPr txBox="1">
            <a:spLocks noGrp="1"/>
          </p:cNvSpPr>
          <p:nvPr>
            <p:ph type="body" idx="2"/>
          </p:nvPr>
        </p:nvSpPr>
        <p:spPr>
          <a:xfrm>
            <a:off x="1024128" y="2257506"/>
            <a:ext cx="4389119" cy="376229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lvl="0" indent="0" rtl="0">
              <a:lnSpc>
                <a:spcPct val="108000"/>
              </a:lnSpc>
              <a:spcBef>
                <a:spcPts val="600"/>
              </a:spcBef>
              <a:buFont typeface="Questrial"/>
              <a:buNone/>
              <a:defRPr sz="1600"/>
            </a:lvl1pPr>
            <a:lvl2pPr marL="457200" lvl="1" indent="0" rtl="0">
              <a:spcBef>
                <a:spcPts val="0"/>
              </a:spcBef>
              <a:buFont typeface="Questrial"/>
              <a:buNone/>
              <a:defRPr sz="1200"/>
            </a:lvl2pPr>
            <a:lvl3pPr marL="914400" lvl="2" indent="0" rtl="0">
              <a:spcBef>
                <a:spcPts val="0"/>
              </a:spcBef>
              <a:buFont typeface="Questrial"/>
              <a:buNone/>
              <a:defRPr sz="1000"/>
            </a:lvl3pPr>
            <a:lvl4pPr marL="1371600" lvl="3" indent="0" rtl="0">
              <a:spcBef>
                <a:spcPts val="0"/>
              </a:spcBef>
              <a:buFont typeface="Questrial"/>
              <a:buNone/>
              <a:defRPr sz="900"/>
            </a:lvl4pPr>
            <a:lvl5pPr marL="1828800" lvl="4" indent="0" rtl="0">
              <a:spcBef>
                <a:spcPts val="0"/>
              </a:spcBef>
              <a:buFont typeface="Questrial"/>
              <a:buNone/>
              <a:defRPr sz="900"/>
            </a:lvl5pPr>
            <a:lvl6pPr marL="2286000" lvl="5" indent="0" rtl="0">
              <a:spcBef>
                <a:spcPts val="0"/>
              </a:spcBef>
              <a:buFont typeface="Questrial"/>
              <a:buNone/>
              <a:defRPr sz="900"/>
            </a:lvl6pPr>
            <a:lvl7pPr marL="2743200" lvl="6" indent="0" rtl="0">
              <a:spcBef>
                <a:spcPts val="0"/>
              </a:spcBef>
              <a:buFont typeface="Questrial"/>
              <a:buNone/>
              <a:defRPr sz="900"/>
            </a:lvl7pPr>
            <a:lvl8pPr marL="3200400" lvl="7" indent="0" rtl="0">
              <a:spcBef>
                <a:spcPts val="0"/>
              </a:spcBef>
              <a:buFont typeface="Questrial"/>
              <a:buNone/>
              <a:defRPr sz="900"/>
            </a:lvl8pPr>
            <a:lvl9pPr marL="3657600" lvl="8" indent="0" rtl="0">
              <a:spcBef>
                <a:spcPts val="0"/>
              </a:spcBef>
              <a:buFont typeface="Questrial"/>
              <a:buNone/>
              <a:defRPr sz="900"/>
            </a:lvl9pPr>
          </a:lstStyle>
          <a:p>
            <a:endParaRPr/>
          </a:p>
        </p:txBody>
      </p:sp>
      <p:sp>
        <p:nvSpPr>
          <p:cNvPr id="69" name="Shape 69"/>
          <p:cNvSpPr txBox="1">
            <a:spLocks noGrp="1"/>
          </p:cNvSpPr>
          <p:nvPr>
            <p:ph type="dt" idx="10"/>
          </p:nvPr>
        </p:nvSpPr>
        <p:spPr>
          <a:xfrm>
            <a:off x="1024128" y="6470703"/>
            <a:ext cx="2154141" cy="2743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defRPr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0" name="Shape 70"/>
          <p:cNvSpPr txBox="1">
            <a:spLocks noGrp="1"/>
          </p:cNvSpPr>
          <p:nvPr>
            <p:ph type="ftr" idx="11"/>
          </p:nvPr>
        </p:nvSpPr>
        <p:spPr>
          <a:xfrm>
            <a:off x="4842932" y="6470703"/>
            <a:ext cx="5901458" cy="2743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defRPr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1" name="Shape 71"/>
          <p:cNvSpPr txBox="1">
            <a:spLocks noGrp="1"/>
          </p:cNvSpPr>
          <p:nvPr>
            <p:ph type="sldNum" idx="12"/>
          </p:nvPr>
        </p:nvSpPr>
        <p:spPr>
          <a:xfrm>
            <a:off x="10837334" y="6470703"/>
            <a:ext cx="973666" cy="27431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rPr>
              <a:t>‹#›</a:t>
            </a:fld>
            <a:endParaRPr lang="en-US" sz="1000" b="0" i="0" u="none" strike="noStrike" cap="none">
              <a:solidFill>
                <a:srgbClr val="191919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>
            <a:spLocks noGrp="1"/>
          </p:cNvSpPr>
          <p:nvPr>
            <p:ph type="title"/>
          </p:nvPr>
        </p:nvSpPr>
        <p:spPr>
          <a:xfrm>
            <a:off x="457200" y="4960137"/>
            <a:ext cx="7772400" cy="146303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r" rtl="0">
              <a:spcBef>
                <a:spcPts val="0"/>
              </a:spcBef>
              <a:defRPr sz="5000"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pic" idx="2"/>
          </p:nvPr>
        </p:nvSpPr>
        <p:spPr>
          <a:xfrm>
            <a:off x="0" y="0"/>
            <a:ext cx="12188951" cy="4572000"/>
          </a:xfrm>
          <a:prstGeom prst="rect">
            <a:avLst/>
          </a:prstGeom>
          <a:solidFill>
            <a:srgbClr val="9ED47A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rgbClr val="191919"/>
              </a:buClr>
              <a:buFont typeface="Questrial"/>
              <a:buNone/>
              <a:defRPr sz="32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buClr>
                <a:schemeClr val="dk1"/>
              </a:buClr>
              <a:buFont typeface="Questrial"/>
              <a:buNone/>
              <a:defRPr sz="2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buClr>
                <a:schemeClr val="dk1"/>
              </a:buClr>
              <a:buFont typeface="Questrial"/>
              <a:buNone/>
              <a:defRPr sz="2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buClr>
                <a:schemeClr val="dk1"/>
              </a:buClr>
              <a:buFont typeface="Questrial"/>
              <a:buNone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buClr>
                <a:schemeClr val="dk1"/>
              </a:buClr>
              <a:buFont typeface="Questrial"/>
              <a:buNone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buClr>
                <a:schemeClr val="dk1"/>
              </a:buClr>
              <a:buFont typeface="Questrial"/>
              <a:buNone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buClr>
                <a:schemeClr val="dk1"/>
              </a:buClr>
              <a:buFont typeface="Questrial"/>
              <a:buNone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buClr>
                <a:schemeClr val="dk1"/>
              </a:buClr>
              <a:buFont typeface="Questrial"/>
              <a:buNone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buClr>
                <a:schemeClr val="dk1"/>
              </a:buClr>
              <a:buFont typeface="Questrial"/>
              <a:buNone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8610600" y="4960137"/>
            <a:ext cx="3200399" cy="146303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lvl="0" indent="0" rtl="0">
              <a:lnSpc>
                <a:spcPct val="100000"/>
              </a:lnSpc>
              <a:spcBef>
                <a:spcPts val="0"/>
              </a:spcBef>
              <a:buClr>
                <a:srgbClr val="191919"/>
              </a:buClr>
              <a:buFont typeface="Questrial"/>
              <a:buNone/>
              <a:defRPr sz="1800">
                <a:solidFill>
                  <a:srgbClr val="191919"/>
                </a:solidFill>
              </a:defRPr>
            </a:lvl1pPr>
            <a:lvl2pPr marL="457200" lvl="1" indent="0" rtl="0">
              <a:spcBef>
                <a:spcPts val="0"/>
              </a:spcBef>
              <a:buFont typeface="Questrial"/>
              <a:buNone/>
              <a:defRPr sz="1400"/>
            </a:lvl2pPr>
            <a:lvl3pPr marL="914400" lvl="2" indent="0" rtl="0">
              <a:spcBef>
                <a:spcPts val="0"/>
              </a:spcBef>
              <a:buFont typeface="Questrial"/>
              <a:buNone/>
              <a:defRPr sz="1200"/>
            </a:lvl3pPr>
            <a:lvl4pPr marL="1371600" lvl="3" indent="0" rtl="0">
              <a:spcBef>
                <a:spcPts val="0"/>
              </a:spcBef>
              <a:buFont typeface="Questrial"/>
              <a:buNone/>
              <a:defRPr sz="1000"/>
            </a:lvl4pPr>
            <a:lvl5pPr marL="1828800" lvl="4" indent="0" rtl="0">
              <a:spcBef>
                <a:spcPts val="0"/>
              </a:spcBef>
              <a:buFont typeface="Questrial"/>
              <a:buNone/>
              <a:defRPr sz="1000"/>
            </a:lvl5pPr>
            <a:lvl6pPr marL="2286000" lvl="5" indent="0" rtl="0">
              <a:spcBef>
                <a:spcPts val="0"/>
              </a:spcBef>
              <a:buFont typeface="Questrial"/>
              <a:buNone/>
              <a:defRPr sz="1000"/>
            </a:lvl6pPr>
            <a:lvl7pPr marL="2743200" lvl="6" indent="0" rtl="0">
              <a:spcBef>
                <a:spcPts val="0"/>
              </a:spcBef>
              <a:buFont typeface="Questrial"/>
              <a:buNone/>
              <a:defRPr sz="1000"/>
            </a:lvl7pPr>
            <a:lvl8pPr marL="3200400" lvl="7" indent="0" rtl="0">
              <a:spcBef>
                <a:spcPts val="0"/>
              </a:spcBef>
              <a:buFont typeface="Questrial"/>
              <a:buNone/>
              <a:defRPr sz="1000"/>
            </a:lvl8pPr>
            <a:lvl9pPr marL="3657600" lvl="8" indent="0" rtl="0">
              <a:spcBef>
                <a:spcPts val="0"/>
              </a:spcBef>
              <a:buFont typeface="Questrial"/>
              <a:buNone/>
              <a:defRPr sz="1000"/>
            </a:lvl9pPr>
          </a:lstStyle>
          <a:p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dt" idx="10"/>
          </p:nvPr>
        </p:nvSpPr>
        <p:spPr>
          <a:xfrm>
            <a:off x="1024128" y="6470703"/>
            <a:ext cx="2154141" cy="2743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defRPr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ftr" idx="11"/>
          </p:nvPr>
        </p:nvSpPr>
        <p:spPr>
          <a:xfrm>
            <a:off x="4842932" y="6470703"/>
            <a:ext cx="5901458" cy="2743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defRPr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8" name="Shape 78"/>
          <p:cNvSpPr txBox="1">
            <a:spLocks noGrp="1"/>
          </p:cNvSpPr>
          <p:nvPr>
            <p:ph type="sldNum" idx="12"/>
          </p:nvPr>
        </p:nvSpPr>
        <p:spPr>
          <a:xfrm>
            <a:off x="10837334" y="6470703"/>
            <a:ext cx="973666" cy="27431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rPr>
              <a:t>‹#›</a:t>
            </a:fld>
            <a:endParaRPr lang="en-US" sz="1000" b="0" i="0" u="none" strike="noStrike" cap="none">
              <a:solidFill>
                <a:srgbClr val="191919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cxnSp>
        <p:nvCxnSpPr>
          <p:cNvPr id="79" name="Shape 79"/>
          <p:cNvCxnSpPr/>
          <p:nvPr/>
        </p:nvCxnSpPr>
        <p:spPr>
          <a:xfrm rot="10800000">
            <a:off x="8386842" y="5264105"/>
            <a:ext cx="0" cy="914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>
            <a:spLocks noGrp="1"/>
          </p:cNvSpPr>
          <p:nvPr>
            <p:ph type="title"/>
          </p:nvPr>
        </p:nvSpPr>
        <p:spPr>
          <a:xfrm>
            <a:off x="1024128" y="585216"/>
            <a:ext cx="9720072" cy="149961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l" rtl="0">
              <a:lnSpc>
                <a:spcPct val="80000"/>
              </a:lnSpc>
              <a:spcBef>
                <a:spcPts val="0"/>
              </a:spcBef>
              <a:buClr>
                <a:srgbClr val="191919"/>
              </a:buClr>
              <a:buFont typeface="Questrial"/>
              <a:buNone/>
              <a:defRPr sz="5000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2" name="Shape 82"/>
          <p:cNvSpPr txBox="1">
            <a:spLocks noGrp="1"/>
          </p:cNvSpPr>
          <p:nvPr>
            <p:ph type="body" idx="1"/>
          </p:nvPr>
        </p:nvSpPr>
        <p:spPr>
          <a:xfrm rot="5400000">
            <a:off x="3872483" y="-562355"/>
            <a:ext cx="4023360" cy="972007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" lvl="0" indent="48260" algn="l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Questrial"/>
              <a:buChar char=" "/>
              <a:defRPr sz="22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265176" lvl="1" indent="-2387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448056" lvl="2" indent="-5435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594360" lvl="3" indent="-48259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777240" lvl="4" indent="-53340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914400" lvl="5" indent="-50800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1060704" lvl="6" indent="-57403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1216152" lvl="7" indent="-60452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1362456" lvl="8" indent="-5435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3" name="Shape 83"/>
          <p:cNvSpPr txBox="1">
            <a:spLocks noGrp="1"/>
          </p:cNvSpPr>
          <p:nvPr>
            <p:ph type="dt" idx="10"/>
          </p:nvPr>
        </p:nvSpPr>
        <p:spPr>
          <a:xfrm>
            <a:off x="1024128" y="6470703"/>
            <a:ext cx="2154141" cy="2743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defRPr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4" name="Shape 84"/>
          <p:cNvSpPr txBox="1">
            <a:spLocks noGrp="1"/>
          </p:cNvSpPr>
          <p:nvPr>
            <p:ph type="ftr" idx="11"/>
          </p:nvPr>
        </p:nvSpPr>
        <p:spPr>
          <a:xfrm>
            <a:off x="4842932" y="6470703"/>
            <a:ext cx="5901458" cy="2743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defRPr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5" name="Shape 85"/>
          <p:cNvSpPr txBox="1">
            <a:spLocks noGrp="1"/>
          </p:cNvSpPr>
          <p:nvPr>
            <p:ph type="sldNum" idx="12"/>
          </p:nvPr>
        </p:nvSpPr>
        <p:spPr>
          <a:xfrm>
            <a:off x="10837334" y="6470703"/>
            <a:ext cx="973666" cy="27431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rPr>
              <a:t>‹#›</a:t>
            </a:fld>
            <a:endParaRPr lang="en-US" sz="1000" b="0" i="0" u="none" strike="noStrike" cap="none">
              <a:solidFill>
                <a:srgbClr val="191919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title"/>
          </p:nvPr>
        </p:nvSpPr>
        <p:spPr>
          <a:xfrm rot="5400000">
            <a:off x="7334249" y="2152650"/>
            <a:ext cx="5410200" cy="2628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l" rtl="0">
              <a:lnSpc>
                <a:spcPct val="80000"/>
              </a:lnSpc>
              <a:spcBef>
                <a:spcPts val="0"/>
              </a:spcBef>
              <a:buClr>
                <a:srgbClr val="191919"/>
              </a:buClr>
              <a:buFont typeface="Questrial"/>
              <a:buNone/>
              <a:defRPr sz="5000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8" name="Shape 88"/>
          <p:cNvSpPr txBox="1">
            <a:spLocks noGrp="1"/>
          </p:cNvSpPr>
          <p:nvPr>
            <p:ph type="body" idx="1"/>
          </p:nvPr>
        </p:nvSpPr>
        <p:spPr>
          <a:xfrm rot="5400000">
            <a:off x="2076450" y="-323849"/>
            <a:ext cx="5410200" cy="7581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" lvl="0" indent="48260" algn="l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Questrial"/>
              <a:buChar char=" "/>
              <a:defRPr sz="22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265176" lvl="1" indent="-2387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448056" lvl="2" indent="-5435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594360" lvl="3" indent="-48259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777240" lvl="4" indent="-53340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914400" lvl="5" indent="-50800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1060704" lvl="6" indent="-57403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1216152" lvl="7" indent="-60452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1362456" lvl="8" indent="-5435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9" name="Shape 89"/>
          <p:cNvSpPr txBox="1">
            <a:spLocks noGrp="1"/>
          </p:cNvSpPr>
          <p:nvPr>
            <p:ph type="dt" idx="10"/>
          </p:nvPr>
        </p:nvSpPr>
        <p:spPr>
          <a:xfrm>
            <a:off x="1024128" y="6470703"/>
            <a:ext cx="2154141" cy="2743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defRPr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90" name="Shape 90"/>
          <p:cNvSpPr txBox="1">
            <a:spLocks noGrp="1"/>
          </p:cNvSpPr>
          <p:nvPr>
            <p:ph type="ftr" idx="11"/>
          </p:nvPr>
        </p:nvSpPr>
        <p:spPr>
          <a:xfrm>
            <a:off x="4842932" y="6470703"/>
            <a:ext cx="5901458" cy="2743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defRPr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91" name="Shape 91"/>
          <p:cNvSpPr txBox="1">
            <a:spLocks noGrp="1"/>
          </p:cNvSpPr>
          <p:nvPr>
            <p:ph type="sldNum" idx="12"/>
          </p:nvPr>
        </p:nvSpPr>
        <p:spPr>
          <a:xfrm>
            <a:off x="10837334" y="6470703"/>
            <a:ext cx="973666" cy="27431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rPr>
              <a:t>‹#›</a:t>
            </a:fld>
            <a:endParaRPr lang="en-US" sz="1000" b="0" i="0" u="none" strike="noStrike" cap="none">
              <a:solidFill>
                <a:srgbClr val="191919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cxnSp>
        <p:nvCxnSpPr>
          <p:cNvPr id="92" name="Shape 92"/>
          <p:cNvCxnSpPr/>
          <p:nvPr/>
        </p:nvCxnSpPr>
        <p:spPr>
          <a:xfrm rot="10800000">
            <a:off x="10058400" y="59262"/>
            <a:ext cx="0" cy="914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460104" y="112978"/>
            <a:ext cx="11731896" cy="91440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80000"/>
              </a:lnSpc>
              <a:spcBef>
                <a:spcPts val="0"/>
              </a:spcBef>
              <a:buClr>
                <a:srgbClr val="191919"/>
              </a:buClr>
              <a:buFont typeface="Questrial"/>
              <a:buNone/>
              <a:defRPr sz="5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0" marR="0" lvl="1" indent="0" algn="l" rtl="0">
              <a:spcBef>
                <a:spcPts val="0"/>
              </a:spcBef>
              <a:defRPr/>
            </a:lvl2pPr>
            <a:lvl3pPr marL="0" marR="0" lvl="2" indent="0" algn="l" rtl="0">
              <a:spcBef>
                <a:spcPts val="0"/>
              </a:spcBef>
              <a:defRPr/>
            </a:lvl3pPr>
            <a:lvl4pPr marL="0" marR="0" lvl="3" indent="0" algn="l" rtl="0">
              <a:spcBef>
                <a:spcPts val="0"/>
              </a:spcBef>
              <a:defRPr/>
            </a:lvl4pPr>
            <a:lvl5pPr marL="0" marR="0" lvl="4" indent="0" algn="l" rtl="0">
              <a:spcBef>
                <a:spcPts val="0"/>
              </a:spcBef>
              <a:defRPr/>
            </a:lvl5pPr>
            <a:lvl6pPr marL="0" marR="0" lvl="5" indent="0" algn="l" rtl="0">
              <a:spcBef>
                <a:spcPts val="0"/>
              </a:spcBef>
              <a:defRPr/>
            </a:lvl6pPr>
            <a:lvl7pPr marL="0" marR="0" lvl="6" indent="0" algn="l" rtl="0">
              <a:spcBef>
                <a:spcPts val="0"/>
              </a:spcBef>
              <a:defRPr/>
            </a:lvl7pPr>
            <a:lvl8pPr marL="0" marR="0" lvl="7" indent="0" algn="l" rtl="0">
              <a:spcBef>
                <a:spcPts val="0"/>
              </a:spcBef>
              <a:defRPr/>
            </a:lvl8pPr>
            <a:lvl9pPr marL="0" marR="0" lvl="8" indent="0" algn="l" rtl="0"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460104" y="1145136"/>
            <a:ext cx="11731896" cy="51642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" marR="0" lvl="0" indent="48260" algn="l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Questrial"/>
              <a:buChar char=" "/>
              <a:defRPr sz="2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265176" marR="0" lvl="1" indent="-2387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448056" marR="0" lvl="2" indent="-5435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594360" marR="0" lvl="3" indent="-48259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777240" marR="0" lvl="4" indent="-53340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914400" marR="0" lvl="5" indent="-50800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1060704" marR="0" lvl="6" indent="-57403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1216152" marR="0" lvl="7" indent="-60452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1362456" marR="0" lvl="8" indent="-54355" algn="l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Noto Sans Symbol"/>
              <a:buChar char="●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 dirty="0"/>
          </a:p>
        </p:txBody>
      </p:sp>
      <p:sp>
        <p:nvSpPr>
          <p:cNvPr id="12" name="Shape 12"/>
          <p:cNvSpPr txBox="1">
            <a:spLocks noGrp="1"/>
          </p:cNvSpPr>
          <p:nvPr>
            <p:ph type="dt" idx="10"/>
          </p:nvPr>
        </p:nvSpPr>
        <p:spPr>
          <a:xfrm>
            <a:off x="1024128" y="6470703"/>
            <a:ext cx="2154141" cy="2743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defRPr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ftr" idx="11"/>
          </p:nvPr>
        </p:nvSpPr>
        <p:spPr>
          <a:xfrm>
            <a:off x="4842932" y="6470703"/>
            <a:ext cx="5901458" cy="2743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defRPr sz="1000" b="0" i="0" u="none" strike="noStrike" cap="none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sldNum" idx="12"/>
          </p:nvPr>
        </p:nvSpPr>
        <p:spPr>
          <a:xfrm>
            <a:off x="10837334" y="6470703"/>
            <a:ext cx="973666" cy="27431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>
            <a:lvl1pPr algn="r">
              <a:defRPr/>
            </a:lvl1pPr>
          </a:lstStyle>
          <a:p>
            <a:pPr>
              <a:buSzPct val="25000"/>
            </a:pPr>
            <a:fld id="{00000000-1234-1234-1234-123412341234}" type="slidenum">
              <a:rPr lang="en-US" sz="1000" smtClean="0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rPr>
              <a:pPr>
                <a:buSzPct val="25000"/>
              </a:pPr>
              <a:t>‹#›</a:t>
            </a:fld>
            <a:endParaRPr lang="en-US" sz="1000" dirty="0">
              <a:solidFill>
                <a:srgbClr val="191919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cxnSp>
        <p:nvCxnSpPr>
          <p:cNvPr id="15" name="Shape 15"/>
          <p:cNvCxnSpPr/>
          <p:nvPr/>
        </p:nvCxnSpPr>
        <p:spPr>
          <a:xfrm rot="10800000">
            <a:off x="266344" y="112978"/>
            <a:ext cx="0" cy="914400"/>
          </a:xfrm>
          <a:prstGeom prst="straightConnector1">
            <a:avLst/>
          </a:prstGeom>
          <a:noFill/>
          <a:ln w="19050" cap="flat" cmpd="sng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[redacted]" r:id="rId1"/>
    <p:sldLayoutId id="[redacted]" r:id="rId2"/>
    <p:sldLayoutId id="[redacted]" r:id="rId3"/>
    <p:sldLayoutId id="[redacted]" r:id="rId4"/>
    <p:sldLayoutId id="[redacted]" r:id="rId5"/>
    <p:sldLayoutId id="[redacted]" r:id="rId6"/>
    <p:sldLayoutId id="[redacted]" r:id="rId7"/>
    <p:sldLayoutId id="[redacted]" r:id="rId8"/>
    <p:sldLayoutId id="[redacted]" r:id="rId9"/>
    <p:sldLayoutId id="[redacted]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ambientsystems.ai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C1601-3511-4DCD-BE50-2D77BD1FE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AND COMPANY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76F14-8310-46FF-8FF6-98D27BE57D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000" b="0" i="0" u="none" strike="noStrike" cap="none" smtClean="0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rPr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t>1</a:t>
            </a:fld>
            <a:endParaRPr lang="en-US" sz="1000" b="0" i="0" u="none" strike="noStrike" cap="none">
              <a:solidFill>
                <a:srgbClr val="191919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6" name="Shape 111">
            <a:extLst>
              <a:ext uri="{FF2B5EF4-FFF2-40B4-BE49-F238E27FC236}">
                <a16:creationId xmlns:a16="http://schemas.microsoft.com/office/drawing/2014/main" id="{E75CB463-75A5-405B-92DA-5B51F202C037}"/>
              </a:ext>
            </a:extLst>
          </p:cNvPr>
          <p:cNvSpPr txBox="1"/>
          <p:nvPr/>
        </p:nvSpPr>
        <p:spPr>
          <a:xfrm>
            <a:off x="1533964" y="1164821"/>
            <a:ext cx="3921640" cy="12085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7F7F7F"/>
              </a:buClr>
              <a:buSzPct val="250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Ivan Damnjanovic </a:t>
            </a:r>
            <a:r>
              <a:rPr lang="en-US" sz="1600" b="1" i="0" u="none" strike="noStrike" cap="none" dirty="0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</a:t>
            </a:r>
            <a:r>
              <a:rPr lang="en-US" sz="1600" b="0" i="0" u="none" strike="noStrike" cap="none" dirty="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CEO (&amp; [Team member])</a:t>
            </a:r>
          </a:p>
          <a:p>
            <a:pPr marL="171450" indent="-171450">
              <a:spcBef>
                <a:spcPts val="220"/>
              </a:spcBef>
              <a:buClr>
                <a:srgbClr val="7F7F7F"/>
              </a:buClr>
              <a:buSzPct val="25000"/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Full time or Part-time: Full Time</a:t>
            </a:r>
          </a:p>
          <a:p>
            <a:pPr marL="171450" indent="-171450">
              <a:spcBef>
                <a:spcPts val="220"/>
              </a:spcBef>
              <a:buClr>
                <a:srgbClr val="7F7F7F"/>
              </a:buClr>
              <a:buSzPct val="25000"/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Monthly Salary (S$): $4,500</a:t>
            </a:r>
          </a:p>
          <a:p>
            <a:pPr marL="171450" indent="-171450">
              <a:spcBef>
                <a:spcPts val="220"/>
              </a:spcBef>
              <a:buClr>
                <a:srgbClr val="7F7F7F"/>
              </a:buClr>
              <a:buSzPct val="25000"/>
              <a:buFont typeface="Wingdings" panose="05000000000000000000" pitchFamily="2" charset="2"/>
              <a:buChar char="§"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Based in (Country): Singapore, Singapore</a:t>
            </a:r>
          </a:p>
          <a:p>
            <a:pPr marL="171450" indent="-171450">
              <a:spcBef>
                <a:spcPts val="220"/>
              </a:spcBef>
              <a:buClr>
                <a:srgbClr val="7F7F7F"/>
              </a:buClr>
              <a:buSzPct val="25000"/>
              <a:buFont typeface="Wingdings" panose="05000000000000000000" pitchFamily="2" charset="2"/>
              <a:buChar char="§"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Experience: 5+ years</a:t>
            </a:r>
          </a:p>
        </p:txBody>
      </p:sp>
      <p:pic>
        <p:nvPicPr>
          <p:cNvPr id="7" name="Shape 112">
            <a:extLst>
              <a:ext uri="{FF2B5EF4-FFF2-40B4-BE49-F238E27FC236}">
                <a16:creationId xmlns:a16="http://schemas.microsoft.com/office/drawing/2014/main" id="{C48483C9-73B6-44E5-B0B4-1BEAF6277E02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497575" y="1267562"/>
            <a:ext cx="908118" cy="90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Shape 116">
            <a:extLst>
              <a:ext uri="{FF2B5EF4-FFF2-40B4-BE49-F238E27FC236}">
                <a16:creationId xmlns:a16="http://schemas.microsoft.com/office/drawing/2014/main" id="{F5913097-E842-41DA-ACB6-FB0FF08CF77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7575" y="2655916"/>
            <a:ext cx="908118" cy="9081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Shape 118">
            <a:extLst>
              <a:ext uri="{FF2B5EF4-FFF2-40B4-BE49-F238E27FC236}">
                <a16:creationId xmlns:a16="http://schemas.microsoft.com/office/drawing/2014/main" id="{F537A9D5-20BF-4EB6-BD82-C16FFD03C39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7575" y="5251820"/>
            <a:ext cx="908118" cy="9081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3CF44FD-01E8-4152-83C2-DDCDCF559CCF}"/>
              </a:ext>
            </a:extLst>
          </p:cNvPr>
          <p:cNvCxnSpPr>
            <a:cxnSpLocks/>
          </p:cNvCxnSpPr>
          <p:nvPr/>
        </p:nvCxnSpPr>
        <p:spPr>
          <a:xfrm>
            <a:off x="5455604" y="1154548"/>
            <a:ext cx="0" cy="55133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F00C7D17-121E-4C7F-B71D-39AFBA53954F}"/>
              </a:ext>
            </a:extLst>
          </p:cNvPr>
          <p:cNvSpPr/>
          <p:nvPr/>
        </p:nvSpPr>
        <p:spPr>
          <a:xfrm>
            <a:off x="5583875" y="1144274"/>
            <a:ext cx="6608125" cy="53707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lphaLcParenR"/>
            </a:pPr>
            <a:r>
              <a:rPr lang="en-SG" b="1" dirty="0">
                <a:solidFill>
                  <a:schemeClr val="accent5">
                    <a:lumMod val="50000"/>
                  </a:schemeClr>
                </a:solidFill>
              </a:rPr>
              <a:t>Name of Company</a:t>
            </a:r>
            <a:r>
              <a:rPr lang="en-SG" dirty="0">
                <a:solidFill>
                  <a:schemeClr val="accent5">
                    <a:lumMod val="50000"/>
                  </a:schemeClr>
                </a:solidFill>
              </a:rPr>
              <a:t>: Ambient Systems </a:t>
            </a:r>
            <a:r>
              <a:rPr lang="en-SG" dirty="0" err="1">
                <a:solidFill>
                  <a:schemeClr val="accent5">
                    <a:lumMod val="50000"/>
                  </a:schemeClr>
                </a:solidFill>
              </a:rPr>
              <a:t>Pte.</a:t>
            </a:r>
            <a:r>
              <a:rPr lang="en-SG" dirty="0">
                <a:solidFill>
                  <a:schemeClr val="accent5">
                    <a:lumMod val="50000"/>
                  </a:schemeClr>
                </a:solidFill>
              </a:rPr>
              <a:t> Ltd. </a:t>
            </a:r>
          </a:p>
          <a:p>
            <a:pPr marL="342900" indent="-342900">
              <a:buFont typeface="+mj-lt"/>
              <a:buAutoNum type="alphaLcParenR"/>
            </a:pPr>
            <a:r>
              <a:rPr lang="en-SG" dirty="0">
                <a:solidFill>
                  <a:schemeClr val="accent5">
                    <a:lumMod val="50000"/>
                  </a:schemeClr>
                </a:solidFill>
              </a:rPr>
              <a:t>ACRA </a:t>
            </a:r>
            <a:r>
              <a:rPr lang="en-SG" b="1" dirty="0">
                <a:solidFill>
                  <a:schemeClr val="accent5">
                    <a:lumMod val="50000"/>
                  </a:schemeClr>
                </a:solidFill>
              </a:rPr>
              <a:t>Business No.</a:t>
            </a:r>
            <a:r>
              <a:rPr lang="en-SG" dirty="0">
                <a:solidFill>
                  <a:schemeClr val="accent5">
                    <a:lumMod val="50000"/>
                  </a:schemeClr>
                </a:solidFill>
              </a:rPr>
              <a:t>: 202123300C</a:t>
            </a:r>
          </a:p>
          <a:p>
            <a:pPr marL="342900" indent="-342900">
              <a:buFont typeface="+mj-lt"/>
              <a:buAutoNum type="alphaLcParenR"/>
            </a:pPr>
            <a:r>
              <a:rPr lang="en-SG" b="1" dirty="0">
                <a:solidFill>
                  <a:schemeClr val="accent5">
                    <a:lumMod val="50000"/>
                  </a:schemeClr>
                </a:solidFill>
              </a:rPr>
              <a:t>URL</a:t>
            </a:r>
            <a:r>
              <a:rPr lang="en-SG" dirty="0">
                <a:solidFill>
                  <a:schemeClr val="accent5">
                    <a:lumMod val="50000"/>
                  </a:schemeClr>
                </a:solidFill>
              </a:rPr>
              <a:t>: </a:t>
            </a:r>
            <a:r>
              <a:rPr lang="en-SG" dirty="0">
                <a:solidFill>
                  <a:schemeClr val="accent5">
                    <a:lumMod val="50000"/>
                  </a:schemeClr>
                </a:solidFill>
                <a:hlinkClick r:id="rId4"/>
              </a:rPr>
              <a:t>https://www.ambientsystems.ai/</a:t>
            </a:r>
            <a:endParaRPr lang="en-SG" dirty="0">
              <a:solidFill>
                <a:schemeClr val="accent5">
                  <a:lumMod val="50000"/>
                </a:schemeClr>
              </a:solidFill>
            </a:endParaRPr>
          </a:p>
          <a:p>
            <a:pPr marL="342900" indent="-342900">
              <a:buFont typeface="+mj-lt"/>
              <a:buAutoNum type="alphaLcParenR"/>
            </a:pPr>
            <a:r>
              <a:rPr lang="en-SG" b="1" dirty="0">
                <a:solidFill>
                  <a:schemeClr val="accent5">
                    <a:lumMod val="50000"/>
                  </a:schemeClr>
                </a:solidFill>
              </a:rPr>
              <a:t>Incorporated in</a:t>
            </a:r>
            <a:r>
              <a:rPr lang="en-SG" dirty="0">
                <a:solidFill>
                  <a:schemeClr val="accent5">
                    <a:lumMod val="50000"/>
                  </a:schemeClr>
                </a:solidFill>
              </a:rPr>
              <a:t> 05/Jul/2021</a:t>
            </a:r>
          </a:p>
          <a:p>
            <a:pPr marL="342900" indent="-342900">
              <a:buFont typeface="+mj-lt"/>
              <a:buAutoNum type="alphaLcParenR"/>
            </a:pPr>
            <a:r>
              <a:rPr lang="en-SG" b="1" dirty="0">
                <a:solidFill>
                  <a:schemeClr val="accent5">
                    <a:lumMod val="50000"/>
                  </a:schemeClr>
                </a:solidFill>
              </a:rPr>
              <a:t>No. of Employees</a:t>
            </a:r>
            <a:r>
              <a:rPr lang="en-SG" dirty="0">
                <a:solidFill>
                  <a:schemeClr val="accent5">
                    <a:lumMod val="50000"/>
                  </a:schemeClr>
                </a:solidFill>
              </a:rPr>
              <a:t>: 1</a:t>
            </a:r>
          </a:p>
          <a:p>
            <a:pPr marL="342900" indent="-342900">
              <a:buFont typeface="+mj-lt"/>
              <a:buAutoNum type="alphaLcParenR"/>
            </a:pPr>
            <a:r>
              <a:rPr lang="en-SG" b="1" dirty="0">
                <a:solidFill>
                  <a:schemeClr val="accent5">
                    <a:lumMod val="50000"/>
                  </a:schemeClr>
                </a:solidFill>
              </a:rPr>
              <a:t>Name of Investors</a:t>
            </a:r>
            <a:r>
              <a:rPr lang="en-SG" dirty="0">
                <a:solidFill>
                  <a:schemeClr val="accent5">
                    <a:lumMod val="50000"/>
                  </a:schemeClr>
                </a:solidFill>
              </a:rPr>
              <a:t>: National University of Singapore</a:t>
            </a:r>
          </a:p>
          <a:p>
            <a:pPr marL="342900" indent="-342900">
              <a:buFont typeface="+mj-lt"/>
              <a:buAutoNum type="alphaLcParenR"/>
            </a:pPr>
            <a:r>
              <a:rPr lang="en-SG" b="1" dirty="0">
                <a:solidFill>
                  <a:schemeClr val="accent5">
                    <a:lumMod val="50000"/>
                  </a:schemeClr>
                </a:solidFill>
              </a:rPr>
              <a:t>Name of Advisors</a:t>
            </a:r>
            <a:r>
              <a:rPr lang="en-SG" dirty="0">
                <a:solidFill>
                  <a:schemeClr val="accent5">
                    <a:lumMod val="50000"/>
                  </a:schemeClr>
                </a:solidFill>
              </a:rPr>
              <a:t>: </a:t>
            </a:r>
            <a:r>
              <a:rPr lang="en-SG" dirty="0" err="1">
                <a:solidFill>
                  <a:schemeClr val="accent5">
                    <a:lumMod val="50000"/>
                  </a:schemeClr>
                </a:solidFill>
              </a:rPr>
              <a:t>Dr.</a:t>
            </a:r>
            <a:r>
              <a:rPr lang="en-SG" dirty="0">
                <a:solidFill>
                  <a:schemeClr val="accent5">
                    <a:lumMod val="50000"/>
                  </a:schemeClr>
                </a:solidFill>
              </a:rPr>
              <a:t> [Team member], [Team member]</a:t>
            </a:r>
            <a:br>
              <a:rPr lang="en-SG" dirty="0">
                <a:solidFill>
                  <a:schemeClr val="accent5">
                    <a:lumMod val="50000"/>
                  </a:schemeClr>
                </a:solidFill>
              </a:rPr>
            </a:br>
            <a:br>
              <a:rPr lang="en-SG" dirty="0">
                <a:solidFill>
                  <a:schemeClr val="accent5">
                    <a:lumMod val="50000"/>
                  </a:schemeClr>
                </a:solidFill>
              </a:rPr>
            </a:br>
            <a:endParaRPr lang="en-SG" sz="700" dirty="0"/>
          </a:p>
          <a:p>
            <a:pPr marL="342900" indent="-342900">
              <a:buFont typeface="+mj-lt"/>
              <a:buAutoNum type="arabicParenR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Total capital raised so far (S$)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: $140,000</a:t>
            </a:r>
          </a:p>
          <a:p>
            <a:pPr marL="342900" indent="-342900">
              <a:buFont typeface="+mj-lt"/>
              <a:buAutoNum type="arabicParenR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Capital sought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for this round(S$): $420,000 / US$300,000 (Gap: S$280,000)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For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Equity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(%) or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SAFE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: SAFE</a:t>
            </a:r>
          </a:p>
          <a:p>
            <a:pPr marL="342900" indent="-342900">
              <a:buFont typeface="+mj-lt"/>
              <a:buAutoNum type="arabicParenR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Cash @ Bank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(S$): $5,000</a:t>
            </a:r>
          </a:p>
          <a:p>
            <a:pPr marL="342900" indent="-342900">
              <a:buFont typeface="+mj-lt"/>
              <a:buAutoNum type="arabicParenR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Total revenue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to date (S$): $0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Current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monthly revenues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(S$): $0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Current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monthly expenses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(S$): $8,000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Total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Grant(s)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from Gov (S$): $0</a:t>
            </a:r>
          </a:p>
          <a:p>
            <a:pPr marL="342900" indent="-342900">
              <a:buFont typeface="+mj-lt"/>
              <a:buAutoNum type="arabicParenR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Name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of Grant(s): N/A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Outstanding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Debt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(S$): $0 ([Team member]s only)</a:t>
            </a:r>
          </a:p>
          <a:p>
            <a:pPr marL="342900" indent="-342900">
              <a:buFont typeface="+mj-lt"/>
              <a:buAutoNum type="arabicParenR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Most Recent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Capital Investment [MRCI](S$): $140,000</a:t>
            </a:r>
          </a:p>
          <a:p>
            <a:pPr marL="342900" indent="-342900">
              <a:buFont typeface="+mj-lt"/>
              <a:buAutoNum type="arabicParenR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Equity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Given for MRCI (%): post-valuation, no cap</a:t>
            </a:r>
          </a:p>
          <a:p>
            <a:pPr marL="342900" indent="-342900">
              <a:buFont typeface="+mj-lt"/>
              <a:buAutoNum type="arabicParenR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Date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for MRCI (%): N/A</a:t>
            </a:r>
          </a:p>
          <a:p>
            <a:pPr marL="342900" indent="-342900">
              <a:buFont typeface="+mj-lt"/>
              <a:buAutoNum type="arabicParenR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Name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of MRCI’s Investor: N/A</a:t>
            </a:r>
          </a:p>
          <a:p>
            <a:pPr marL="342900" indent="-342900">
              <a:buFont typeface="+mj-lt"/>
              <a:buAutoNum type="arabicParenR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Current valuation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(S$): TBD</a:t>
            </a:r>
          </a:p>
          <a:p>
            <a:pPr marL="342900" indent="-342900">
              <a:buFont typeface="+mj-lt"/>
              <a:buAutoNum type="arabicParenR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Basis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of Current </a:t>
            </a:r>
            <a:r>
              <a:rPr lang="en-US" dirty="0"/>
              <a:t>valuation: TBD</a:t>
            </a:r>
            <a:endParaRPr lang="en-SG" dirty="0"/>
          </a:p>
        </p:txBody>
      </p:sp>
      <p:sp>
        <p:nvSpPr>
          <p:cNvPr id="14" name="Shape 111">
            <a:extLst>
              <a:ext uri="{FF2B5EF4-FFF2-40B4-BE49-F238E27FC236}">
                <a16:creationId xmlns:a16="http://schemas.microsoft.com/office/drawing/2014/main" id="{F5621029-F1B6-45A1-8389-9C5A8002BA74}"/>
              </a:ext>
            </a:extLst>
          </p:cNvPr>
          <p:cNvSpPr txBox="1"/>
          <p:nvPr/>
        </p:nvSpPr>
        <p:spPr>
          <a:xfrm>
            <a:off x="1533964" y="2546816"/>
            <a:ext cx="3921640" cy="12085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Clr>
                <a:srgbClr val="7F7F7F"/>
              </a:buClr>
              <a:buSzPct val="25000"/>
            </a:pPr>
            <a:r>
              <a:rPr lang="en-US" sz="16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[Team member] </a:t>
            </a:r>
            <a:r>
              <a:rPr lang="en-US" sz="1600" b="1" i="0" u="none" strike="noStrike" cap="none" dirty="0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</a:t>
            </a:r>
            <a:r>
              <a:rPr lang="en-US" sz="1600" dirty="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Software</a:t>
            </a:r>
            <a:r>
              <a:rPr lang="en-US" sz="1600" b="0" i="0" u="none" strike="noStrike" cap="none" dirty="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Engineer</a:t>
            </a:r>
          </a:p>
          <a:p>
            <a:pPr marL="171450" indent="-171450">
              <a:spcBef>
                <a:spcPts val="220"/>
              </a:spcBef>
              <a:buClr>
                <a:srgbClr val="7F7F7F"/>
              </a:buClr>
              <a:buSzPct val="25000"/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Full time or Part-time: Part Time</a:t>
            </a:r>
          </a:p>
          <a:p>
            <a:pPr marL="171450" indent="-171450">
              <a:spcBef>
                <a:spcPts val="220"/>
              </a:spcBef>
              <a:buClr>
                <a:srgbClr val="7F7F7F"/>
              </a:buClr>
              <a:buSzPct val="25000"/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Monthly Salary (S$): $2,500 (up to $3,500)</a:t>
            </a:r>
          </a:p>
          <a:p>
            <a:pPr marL="171450" indent="-171450">
              <a:spcBef>
                <a:spcPts val="220"/>
              </a:spcBef>
              <a:buClr>
                <a:srgbClr val="7F7F7F"/>
              </a:buClr>
              <a:buSzPct val="25000"/>
              <a:buFont typeface="Wingdings" panose="05000000000000000000" pitchFamily="2" charset="2"/>
              <a:buChar char="§"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Based in (Country): Toronto, Canada</a:t>
            </a:r>
          </a:p>
          <a:p>
            <a:pPr marL="171450" indent="-171450">
              <a:spcBef>
                <a:spcPts val="220"/>
              </a:spcBef>
              <a:buClr>
                <a:srgbClr val="7F7F7F"/>
              </a:buClr>
              <a:buSzPct val="25000"/>
              <a:buFont typeface="Wingdings" panose="05000000000000000000" pitchFamily="2" charset="2"/>
              <a:buChar char="§"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Experience: 3</a:t>
            </a:r>
            <a:r>
              <a:rPr lang="en-US" sz="12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 years</a:t>
            </a:r>
            <a:endParaRPr lang="en-US" sz="1200" b="0" i="0" u="none" strike="noStrike" cap="none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" name="Shape 111">
            <a:extLst>
              <a:ext uri="{FF2B5EF4-FFF2-40B4-BE49-F238E27FC236}">
                <a16:creationId xmlns:a16="http://schemas.microsoft.com/office/drawing/2014/main" id="{31998405-ED2C-407C-9597-D054A96A0CFA}"/>
              </a:ext>
            </a:extLst>
          </p:cNvPr>
          <p:cNvSpPr txBox="1"/>
          <p:nvPr/>
        </p:nvSpPr>
        <p:spPr>
          <a:xfrm>
            <a:off x="1533964" y="5161153"/>
            <a:ext cx="3921640" cy="12085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Clr>
                <a:srgbClr val="7F7F7F"/>
              </a:buClr>
              <a:buSzPct val="25000"/>
            </a:pPr>
            <a:r>
              <a:rPr lang="en-US" sz="1600" b="1" i="0" u="none" strike="noStrike" cap="none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TBC</a:t>
            </a:r>
            <a:r>
              <a:rPr lang="en-US" sz="16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1" i="0" u="none" strike="noStrike" cap="none" dirty="0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</a:t>
            </a:r>
            <a:r>
              <a:rPr lang="en-US" sz="1600" dirty="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Marketing Associate</a:t>
            </a:r>
            <a:endParaRPr lang="en-US" sz="1600" b="0" i="0" u="none" strike="noStrike" cap="none" dirty="0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71450" indent="-171450">
              <a:spcBef>
                <a:spcPts val="220"/>
              </a:spcBef>
              <a:buClr>
                <a:srgbClr val="7F7F7F"/>
              </a:buClr>
              <a:buSzPct val="25000"/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Full time or Part-time: Full Time</a:t>
            </a:r>
          </a:p>
          <a:p>
            <a:pPr marL="171450" indent="-171450">
              <a:spcBef>
                <a:spcPts val="220"/>
              </a:spcBef>
              <a:buClr>
                <a:srgbClr val="7F7F7F"/>
              </a:buClr>
              <a:buSzPct val="25000"/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Monthly Salary (S$): $1,500 (up to $2,500)</a:t>
            </a:r>
          </a:p>
          <a:p>
            <a:pPr marL="171450" indent="-171450">
              <a:spcBef>
                <a:spcPts val="220"/>
              </a:spcBef>
              <a:buClr>
                <a:srgbClr val="7F7F7F"/>
              </a:buClr>
              <a:buSzPct val="25000"/>
              <a:buFont typeface="Wingdings" panose="05000000000000000000" pitchFamily="2" charset="2"/>
              <a:buChar char="§"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Based in (Country): Singapore</a:t>
            </a:r>
          </a:p>
          <a:p>
            <a:pPr marL="171450" indent="-171450">
              <a:spcBef>
                <a:spcPts val="220"/>
              </a:spcBef>
              <a:buClr>
                <a:srgbClr val="7F7F7F"/>
              </a:buClr>
              <a:buSzPct val="25000"/>
              <a:buFont typeface="Wingdings" panose="05000000000000000000" pitchFamily="2" charset="2"/>
              <a:buChar char="§"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Experience: 2+ years</a:t>
            </a:r>
          </a:p>
        </p:txBody>
      </p:sp>
      <p:pic>
        <p:nvPicPr>
          <p:cNvPr id="16" name="Shape 118">
            <a:extLst>
              <a:ext uri="{FF2B5EF4-FFF2-40B4-BE49-F238E27FC236}">
                <a16:creationId xmlns:a16="http://schemas.microsoft.com/office/drawing/2014/main" id="{2A9FB330-D902-F670-A2C7-B21F61F4994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7575" y="3952769"/>
            <a:ext cx="908118" cy="908118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Shape 111">
            <a:extLst>
              <a:ext uri="{FF2B5EF4-FFF2-40B4-BE49-F238E27FC236}">
                <a16:creationId xmlns:a16="http://schemas.microsoft.com/office/drawing/2014/main" id="{08F34FA8-0324-19E3-F3ED-0B2237C23279}"/>
              </a:ext>
            </a:extLst>
          </p:cNvPr>
          <p:cNvSpPr txBox="1"/>
          <p:nvPr/>
        </p:nvSpPr>
        <p:spPr>
          <a:xfrm>
            <a:off x="1533964" y="3862102"/>
            <a:ext cx="3921640" cy="12085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Clr>
                <a:srgbClr val="7F7F7F"/>
              </a:buClr>
              <a:buSzPct val="25000"/>
            </a:pPr>
            <a:r>
              <a:rPr lang="en-US" sz="1600" b="1" i="0" u="none" strike="noStrike" cap="none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TBC</a:t>
            </a:r>
            <a:r>
              <a:rPr lang="en-US" sz="1600" b="1" i="0" u="none" strike="noStrike" cap="none" dirty="0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</a:t>
            </a:r>
            <a:r>
              <a:rPr lang="en-US" sz="16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i="0" u="none" strike="noStrike" cap="none" dirty="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Engineer</a:t>
            </a:r>
          </a:p>
          <a:p>
            <a:pPr marL="171450" indent="-171450">
              <a:spcBef>
                <a:spcPts val="220"/>
              </a:spcBef>
              <a:buClr>
                <a:srgbClr val="7F7F7F"/>
              </a:buClr>
              <a:buSzPct val="25000"/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Full time or Part-time: Full Time</a:t>
            </a:r>
          </a:p>
          <a:p>
            <a:pPr marL="171450" indent="-171450">
              <a:spcBef>
                <a:spcPts val="220"/>
              </a:spcBef>
              <a:buClr>
                <a:srgbClr val="7F7F7F"/>
              </a:buClr>
              <a:buSzPct val="25000"/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Monthly Salary (S$): $3,500 (up to $4,000)</a:t>
            </a:r>
          </a:p>
          <a:p>
            <a:pPr marL="171450" indent="-171450">
              <a:spcBef>
                <a:spcPts val="220"/>
              </a:spcBef>
              <a:buClr>
                <a:srgbClr val="7F7F7F"/>
              </a:buClr>
              <a:buSzPct val="25000"/>
              <a:buFont typeface="Wingdings" panose="05000000000000000000" pitchFamily="2" charset="2"/>
              <a:buChar char="§"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Based in (Country): Singapore</a:t>
            </a:r>
          </a:p>
          <a:p>
            <a:pPr marL="171450" indent="-171450">
              <a:spcBef>
                <a:spcPts val="220"/>
              </a:spcBef>
              <a:buClr>
                <a:srgbClr val="7F7F7F"/>
              </a:buClr>
              <a:buSzPct val="25000"/>
              <a:buFont typeface="Wingdings" panose="05000000000000000000" pitchFamily="2" charset="2"/>
              <a:buChar char="§"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Experience: 2+ years</a:t>
            </a:r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EB708-822D-4946-882B-6A36A8639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COMPETITORS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EC4086-F7C7-4939-91E0-449D265D11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000" smtClean="0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rPr>
              <a:pPr>
                <a:buSzPct val="25000"/>
              </a:pPr>
              <a:t>2</a:t>
            </a:fld>
            <a:endParaRPr lang="en-US" sz="1000" dirty="0">
              <a:solidFill>
                <a:srgbClr val="191919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graphicFrame>
        <p:nvGraphicFramePr>
          <p:cNvPr id="8" name="Google Shape;390;p40">
            <a:extLst>
              <a:ext uri="{FF2B5EF4-FFF2-40B4-BE49-F238E27FC236}">
                <a16:creationId xmlns:a16="http://schemas.microsoft.com/office/drawing/2014/main" id="{E46A8913-13A6-1D00-89DC-A634345A62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1624909"/>
              </p:ext>
            </p:extLst>
          </p:nvPr>
        </p:nvGraphicFramePr>
        <p:xfrm>
          <a:off x="271130" y="1123498"/>
          <a:ext cx="11401756" cy="489154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72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9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9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9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323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tx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68575" marR="68575" marT="68575" marB="6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84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1">
                          <a:solidFill>
                            <a:schemeClr val="tx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Ambient System’s</a:t>
                      </a:r>
                      <a:endParaRPr sz="1400" b="1">
                        <a:solidFill>
                          <a:schemeClr val="tx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1">
                          <a:solidFill>
                            <a:schemeClr val="tx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SaaS Offering</a:t>
                      </a:r>
                      <a:endParaRPr sz="1400" b="1" u="none" strike="noStrike" cap="none">
                        <a:solidFill>
                          <a:schemeClr val="tx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68575" marR="6857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84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1">
                          <a:solidFill>
                            <a:schemeClr val="tx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Hire an External Consultancy</a:t>
                      </a:r>
                      <a:endParaRPr sz="1400" b="1" u="none" strike="noStrike" cap="none">
                        <a:solidFill>
                          <a:schemeClr val="tx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68575" marR="6857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84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1">
                          <a:solidFill>
                            <a:schemeClr val="tx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Build an </a:t>
                      </a:r>
                      <a:r>
                        <a:rPr lang="en" sz="1400" b="1" u="none" strike="noStrike" cap="none">
                          <a:solidFill>
                            <a:schemeClr val="tx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In-house Team</a:t>
                      </a:r>
                      <a:endParaRPr sz="1400" b="1" u="none" strike="noStrike" cap="none">
                        <a:solidFill>
                          <a:schemeClr val="tx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68575" marR="6857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845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960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tx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Service</a:t>
                      </a:r>
                      <a:endParaRPr sz="1400" u="none" strike="noStrike" cap="none">
                        <a:solidFill>
                          <a:schemeClr val="tx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68575" marR="6857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84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tx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Ongoing Subscription with Dedicated Account Engineer</a:t>
                      </a:r>
                      <a:endParaRPr sz="1400" u="none" strike="noStrike" cap="none">
                        <a:solidFill>
                          <a:schemeClr val="tx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68575" marR="6857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84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tx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Fixed Project Duration</a:t>
                      </a:r>
                      <a:endParaRPr sz="1400">
                        <a:solidFill>
                          <a:schemeClr val="tx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tx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Limited Maintenance Service</a:t>
                      </a:r>
                      <a:endParaRPr sz="1400">
                        <a:solidFill>
                          <a:schemeClr val="tx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tx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Multiple Points of Contact</a:t>
                      </a:r>
                      <a:endParaRPr sz="1400" u="none" strike="noStrike" cap="none">
                        <a:solidFill>
                          <a:schemeClr val="tx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68575" marR="6857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84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tx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Hard to recruit</a:t>
                      </a:r>
                      <a:endParaRPr sz="1400" u="none" strike="noStrike" cap="none">
                        <a:solidFill>
                          <a:schemeClr val="tx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tx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Requires on-boarding</a:t>
                      </a:r>
                      <a:endParaRPr sz="1400" u="none" strike="noStrike" cap="none">
                        <a:solidFill>
                          <a:schemeClr val="tx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tx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Expensive training</a:t>
                      </a:r>
                      <a:endParaRPr sz="1400" u="none" strike="noStrike" cap="none">
                        <a:solidFill>
                          <a:schemeClr val="tx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tx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Management overhead</a:t>
                      </a:r>
                      <a:endParaRPr sz="1400" u="none" strike="noStrike" cap="none">
                        <a:solidFill>
                          <a:schemeClr val="tx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tx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High turnover risk</a:t>
                      </a:r>
                      <a:endParaRPr sz="1400" u="none" strike="noStrike" cap="none">
                        <a:solidFill>
                          <a:schemeClr val="tx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68575" marR="6857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845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38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tx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Cost</a:t>
                      </a:r>
                      <a:endParaRPr sz="1400" u="none" strike="noStrike" cap="none">
                        <a:solidFill>
                          <a:schemeClr val="tx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68575" marR="6857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84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tx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Fixed</a:t>
                      </a:r>
                      <a:endParaRPr sz="1400">
                        <a:solidFill>
                          <a:schemeClr val="tx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68575" marR="6857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84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tx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Variable</a:t>
                      </a:r>
                      <a:endParaRPr sz="1400" u="none" strike="noStrike" cap="none">
                        <a:solidFill>
                          <a:schemeClr val="tx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68575" marR="6857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84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tx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Variable</a:t>
                      </a:r>
                      <a:endParaRPr sz="1400" u="none" strike="noStrike" cap="none">
                        <a:solidFill>
                          <a:schemeClr val="tx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68575" marR="6857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845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481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tx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Modelling</a:t>
                      </a:r>
                      <a:endParaRPr sz="1400" u="none" strike="noStrike" cap="none">
                        <a:solidFill>
                          <a:schemeClr val="tx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68575" marR="6857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84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tx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Based on domain expertise</a:t>
                      </a:r>
                      <a:endParaRPr sz="1400" u="none" strike="noStrike" cap="none">
                        <a:solidFill>
                          <a:schemeClr val="tx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68575" marR="6857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84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tx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Limited domain expertise</a:t>
                      </a:r>
                      <a:endParaRPr sz="1400" u="none" strike="noStrike" cap="none">
                        <a:solidFill>
                          <a:schemeClr val="tx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68575" marR="6857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84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strike="noStrike" cap="none" dirty="0">
                          <a:solidFill>
                            <a:schemeClr val="tx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Requires multiple hard-to-find experts to tune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strike="noStrike" cap="none" dirty="0">
                          <a:solidFill>
                            <a:schemeClr val="tx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Technical uncertainty and risk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strike="noStrike" cap="none" dirty="0">
                          <a:solidFill>
                            <a:schemeClr val="tx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Expensive and complex IT vendor management process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strike="noStrike" cap="none" dirty="0">
                          <a:solidFill>
                            <a:schemeClr val="tx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Cybersecurity risks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68575" marR="6857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845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4"/>
          <p:cNvSpPr>
            <a:spLocks noChangeArrowheads="1"/>
          </p:cNvSpPr>
          <p:nvPr/>
        </p:nvSpPr>
        <p:spPr bwMode="auto">
          <a:xfrm>
            <a:off x="12277725" y="5715001"/>
            <a:ext cx="28194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300" b="1" u="sng">
                <a:solidFill>
                  <a:srgbClr val="008000"/>
                </a:solidFill>
              </a:rPr>
              <a:t>Key Metrics, KM</a:t>
            </a:r>
          </a:p>
          <a:p>
            <a:r>
              <a:rPr lang="en-SG" altLang="en-US" sz="1000">
                <a:solidFill>
                  <a:srgbClr val="008000"/>
                </a:solidFill>
              </a:rPr>
              <a:t>List the key numbers that tell you how your business is doing</a:t>
            </a:r>
          </a:p>
        </p:txBody>
      </p:sp>
      <p:sp>
        <p:nvSpPr>
          <p:cNvPr id="54" name="Rectangle 5"/>
          <p:cNvSpPr>
            <a:spLocks noChangeArrowheads="1"/>
          </p:cNvSpPr>
          <p:nvPr/>
        </p:nvSpPr>
        <p:spPr bwMode="auto">
          <a:xfrm>
            <a:off x="12315825" y="4270376"/>
            <a:ext cx="2667000" cy="1370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300" b="1" u="sng">
                <a:solidFill>
                  <a:srgbClr val="FF0000"/>
                </a:solidFill>
              </a:rPr>
              <a:t>Cost Structure, CO</a:t>
            </a:r>
            <a:br>
              <a:rPr lang="en-US" altLang="en-US" sz="1300" b="1" u="sng">
                <a:solidFill>
                  <a:srgbClr val="FF0000"/>
                </a:solidFill>
              </a:rPr>
            </a:br>
            <a:r>
              <a:rPr lang="en-SG" altLang="en-US" sz="1000">
                <a:solidFill>
                  <a:srgbClr val="FF0000"/>
                </a:solidFill>
              </a:rPr>
              <a:t>List your fixed and variable costs:</a:t>
            </a:r>
            <a:br>
              <a:rPr lang="en-SG" altLang="en-US" sz="1000">
                <a:solidFill>
                  <a:srgbClr val="FF0000"/>
                </a:solidFill>
              </a:rPr>
            </a:br>
            <a:r>
              <a:rPr lang="en-SG" altLang="en-US" sz="1000">
                <a:solidFill>
                  <a:srgbClr val="FF0000"/>
                </a:solidFill>
              </a:rPr>
              <a:t>Customer Acquisition Costs</a:t>
            </a:r>
            <a:br>
              <a:rPr lang="en-SG" altLang="en-US" sz="1000">
                <a:solidFill>
                  <a:srgbClr val="FF0000"/>
                </a:solidFill>
              </a:rPr>
            </a:br>
            <a:r>
              <a:rPr lang="en-SG" altLang="en-US" sz="1000">
                <a:solidFill>
                  <a:srgbClr val="FF0000"/>
                </a:solidFill>
              </a:rPr>
              <a:t>Distributed Costs</a:t>
            </a:r>
            <a:br>
              <a:rPr lang="en-SG" altLang="en-US" sz="1000">
                <a:solidFill>
                  <a:srgbClr val="FF0000"/>
                </a:solidFill>
              </a:rPr>
            </a:br>
            <a:r>
              <a:rPr lang="en-SG" altLang="en-US" sz="1000">
                <a:solidFill>
                  <a:srgbClr val="FF0000"/>
                </a:solidFill>
              </a:rPr>
              <a:t>Hosting</a:t>
            </a:r>
            <a:br>
              <a:rPr lang="en-SG" altLang="en-US" sz="1000">
                <a:solidFill>
                  <a:srgbClr val="FF0000"/>
                </a:solidFill>
              </a:rPr>
            </a:br>
            <a:r>
              <a:rPr lang="en-SG" altLang="en-US" sz="1000">
                <a:solidFill>
                  <a:srgbClr val="FF0000"/>
                </a:solidFill>
              </a:rPr>
              <a:t>People, etc.;</a:t>
            </a:r>
            <a:br>
              <a:rPr lang="en-SG" altLang="en-US" sz="1000">
                <a:solidFill>
                  <a:srgbClr val="FF0000"/>
                </a:solidFill>
              </a:rPr>
            </a:br>
            <a:r>
              <a:rPr lang="en-SG" altLang="en-US" sz="1000">
                <a:solidFill>
                  <a:srgbClr val="FF0000"/>
                </a:solidFill>
              </a:rPr>
              <a:t>What are the most important costs inherent in our business model?</a:t>
            </a:r>
          </a:p>
        </p:txBody>
      </p:sp>
      <p:sp>
        <p:nvSpPr>
          <p:cNvPr id="55" name="Text Box 19"/>
          <p:cNvSpPr txBox="1">
            <a:spLocks noChangeArrowheads="1"/>
          </p:cNvSpPr>
          <p:nvPr/>
        </p:nvSpPr>
        <p:spPr bwMode="auto">
          <a:xfrm>
            <a:off x="12344400" y="2209801"/>
            <a:ext cx="3276600" cy="198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[redacted]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Wingdings 3" panose="05040102010807070707" pitchFamily="18" charset="2"/>
              <a:buNone/>
            </a:pPr>
            <a:r>
              <a:rPr lang="en-US" altLang="en-US" sz="1300" b="1" u="sng">
                <a:solidFill>
                  <a:srgbClr val="00B050"/>
                </a:solidFill>
                <a:latin typeface="Arial" panose="020B0604020202020204" pitchFamily="34" charset="0"/>
              </a:rPr>
              <a:t>Revenue Stream, RS</a:t>
            </a:r>
            <a:br>
              <a:rPr lang="en-US" altLang="en-US" sz="1300" b="1" u="sng">
                <a:solidFill>
                  <a:srgbClr val="00B050"/>
                </a:solidFill>
                <a:latin typeface="Arial" panose="020B0604020202020204" pitchFamily="34" charset="0"/>
              </a:rPr>
            </a:br>
            <a:r>
              <a:rPr lang="en-SG" altLang="en-US" sz="1000">
                <a:solidFill>
                  <a:srgbClr val="00B050"/>
                </a:solidFill>
                <a:latin typeface="Arial" panose="020B0604020202020204" pitchFamily="34" charset="0"/>
              </a:rPr>
              <a:t>List your sources of revenue:</a:t>
            </a:r>
            <a:br>
              <a:rPr lang="en-SG" altLang="en-US" sz="1000">
                <a:solidFill>
                  <a:srgbClr val="00B050"/>
                </a:solidFill>
                <a:latin typeface="Arial" panose="020B0604020202020204" pitchFamily="34" charset="0"/>
              </a:rPr>
            </a:br>
            <a:r>
              <a:rPr lang="en-SG" altLang="en-US" sz="1000">
                <a:solidFill>
                  <a:srgbClr val="00B050"/>
                </a:solidFill>
                <a:latin typeface="Arial" panose="020B0604020202020204" pitchFamily="34" charset="0"/>
              </a:rPr>
              <a:t>Revenue Model</a:t>
            </a:r>
            <a:br>
              <a:rPr lang="en-SG" altLang="en-US" sz="1000">
                <a:solidFill>
                  <a:srgbClr val="00B050"/>
                </a:solidFill>
                <a:latin typeface="Arial" panose="020B0604020202020204" pitchFamily="34" charset="0"/>
              </a:rPr>
            </a:br>
            <a:r>
              <a:rPr lang="en-SG" altLang="en-US" sz="1000">
                <a:solidFill>
                  <a:srgbClr val="00B050"/>
                </a:solidFill>
                <a:latin typeface="Arial" panose="020B0604020202020204" pitchFamily="34" charset="0"/>
              </a:rPr>
              <a:t>Lifetime Value</a:t>
            </a:r>
            <a:br>
              <a:rPr lang="en-SG" altLang="en-US" sz="1000">
                <a:solidFill>
                  <a:srgbClr val="00B050"/>
                </a:solidFill>
                <a:latin typeface="Arial" panose="020B0604020202020204" pitchFamily="34" charset="0"/>
              </a:rPr>
            </a:br>
            <a:r>
              <a:rPr lang="en-SG" altLang="en-US" sz="1000">
                <a:solidFill>
                  <a:srgbClr val="00B050"/>
                </a:solidFill>
                <a:latin typeface="Arial" panose="020B0604020202020204" pitchFamily="34" charset="0"/>
              </a:rPr>
              <a:t>Revenue</a:t>
            </a:r>
            <a:br>
              <a:rPr lang="en-SG" altLang="en-US" sz="1000">
                <a:solidFill>
                  <a:srgbClr val="00B050"/>
                </a:solidFill>
                <a:latin typeface="Arial" panose="020B0604020202020204" pitchFamily="34" charset="0"/>
              </a:rPr>
            </a:br>
            <a:r>
              <a:rPr lang="en-SG" altLang="en-US" sz="1000">
                <a:solidFill>
                  <a:srgbClr val="00B050"/>
                </a:solidFill>
                <a:latin typeface="Arial" panose="020B0604020202020204" pitchFamily="34" charset="0"/>
              </a:rPr>
              <a:t>Gross Margin;</a:t>
            </a:r>
            <a:br>
              <a:rPr lang="en-SG" altLang="en-US" sz="1000">
                <a:solidFill>
                  <a:srgbClr val="00B050"/>
                </a:solidFill>
                <a:latin typeface="Arial" panose="020B0604020202020204" pitchFamily="34" charset="0"/>
              </a:rPr>
            </a:br>
            <a:r>
              <a:rPr lang="en-SG" altLang="en-US" sz="1000">
                <a:solidFill>
                  <a:srgbClr val="00B050"/>
                </a:solidFill>
                <a:latin typeface="Arial" panose="020B0604020202020204" pitchFamily="34" charset="0"/>
              </a:rPr>
              <a:t>For what value are our customers really willing to pay?</a:t>
            </a:r>
            <a:br>
              <a:rPr lang="en-SG" altLang="en-US" sz="1000">
                <a:solidFill>
                  <a:srgbClr val="00B050"/>
                </a:solidFill>
                <a:latin typeface="Arial" panose="020B0604020202020204" pitchFamily="34" charset="0"/>
              </a:rPr>
            </a:br>
            <a:r>
              <a:rPr lang="en-SG" altLang="en-US" sz="1000">
                <a:solidFill>
                  <a:srgbClr val="00B050"/>
                </a:solidFill>
                <a:latin typeface="Arial" panose="020B0604020202020204" pitchFamily="34" charset="0"/>
              </a:rPr>
              <a:t>For what do they currently pay?</a:t>
            </a:r>
            <a:br>
              <a:rPr lang="en-SG" altLang="en-US" sz="1000">
                <a:solidFill>
                  <a:srgbClr val="00B050"/>
                </a:solidFill>
                <a:latin typeface="Arial" panose="020B0604020202020204" pitchFamily="34" charset="0"/>
              </a:rPr>
            </a:br>
            <a:r>
              <a:rPr lang="en-SG" altLang="en-US" sz="1000">
                <a:solidFill>
                  <a:srgbClr val="00B050"/>
                </a:solidFill>
                <a:latin typeface="Arial" panose="020B0604020202020204" pitchFamily="34" charset="0"/>
              </a:rPr>
              <a:t>How are they currently paying?</a:t>
            </a:r>
            <a:br>
              <a:rPr lang="en-SG" altLang="en-US" sz="1000">
                <a:solidFill>
                  <a:srgbClr val="00B050"/>
                </a:solidFill>
                <a:latin typeface="Arial" panose="020B0604020202020204" pitchFamily="34" charset="0"/>
              </a:rPr>
            </a:br>
            <a:r>
              <a:rPr lang="en-SG" altLang="en-US" sz="1000">
                <a:solidFill>
                  <a:srgbClr val="00B050"/>
                </a:solidFill>
                <a:latin typeface="Arial" panose="020B0604020202020204" pitchFamily="34" charset="0"/>
              </a:rPr>
              <a:t>How would they prefer to pay?</a:t>
            </a:r>
            <a:br>
              <a:rPr lang="en-SG" altLang="en-US" sz="1000">
                <a:solidFill>
                  <a:srgbClr val="00B050"/>
                </a:solidFill>
                <a:latin typeface="Arial" panose="020B0604020202020204" pitchFamily="34" charset="0"/>
              </a:rPr>
            </a:br>
            <a:r>
              <a:rPr lang="en-SG" altLang="en-US" sz="1000">
                <a:solidFill>
                  <a:srgbClr val="00B050"/>
                </a:solidFill>
                <a:latin typeface="Arial" panose="020B0604020202020204" pitchFamily="34" charset="0"/>
              </a:rPr>
              <a:t>How much does each Revenue Stream contribute to overall revenues?</a:t>
            </a:r>
          </a:p>
        </p:txBody>
      </p:sp>
      <p:sp>
        <p:nvSpPr>
          <p:cNvPr id="56" name="Text Box 12"/>
          <p:cNvSpPr txBox="1">
            <a:spLocks noChangeArrowheads="1"/>
          </p:cNvSpPr>
          <p:nvPr/>
        </p:nvSpPr>
        <p:spPr bwMode="auto">
          <a:xfrm>
            <a:off x="12268200" y="6335714"/>
            <a:ext cx="3252788" cy="446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[redacted]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Wingdings 3" panose="05040102010807070707" pitchFamily="18" charset="2"/>
              <a:buNone/>
            </a:pPr>
            <a:r>
              <a:rPr lang="en-US" altLang="en-US" sz="1300" b="1" u="sng">
                <a:solidFill>
                  <a:srgbClr val="9933FF"/>
                </a:solidFill>
                <a:latin typeface="Arial" panose="020B0604020202020204" pitchFamily="34" charset="0"/>
              </a:rPr>
              <a:t>[Team member], UA</a:t>
            </a:r>
            <a:br>
              <a:rPr lang="en-US" altLang="en-US" sz="1300" b="1" u="sng">
                <a:solidFill>
                  <a:srgbClr val="9933FF"/>
                </a:solidFill>
                <a:latin typeface="Arial" panose="020B0604020202020204" pitchFamily="34" charset="0"/>
              </a:rPr>
            </a:br>
            <a:r>
              <a:rPr lang="en-SG" altLang="en-US" sz="1000">
                <a:solidFill>
                  <a:srgbClr val="9933FF"/>
                </a:solidFill>
                <a:latin typeface="Arial" panose="020B0604020202020204" pitchFamily="34" charset="0"/>
              </a:rPr>
              <a:t>Something that can’t be easily copied or brought</a:t>
            </a:r>
          </a:p>
        </p:txBody>
      </p:sp>
      <p:pic>
        <p:nvPicPr>
          <p:cNvPr id="57" name="Picture 28" descr="https://lh4.googleusercontent.com/HUbn7IjlqhwUAwafKKtY5HsLKYvYXKeUoAHK0z2xTXNRjvH2cw-6S9mIGAjc6-yBzgYWTgGOd4XDhAhWhbdCgQSiaXX5SFK2fMbGTD-bsPVgmD-zPYiCtCPFkss9G_9waq-Njy_l2Js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09875" y="-1588"/>
            <a:ext cx="1809750" cy="1028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" name="Picture 30" descr="https://lh6.googleusercontent.com/j0Ba_M2W10pnrvPjIxvQIXKJG3DqyL3fAILRI8rxsIaIKHANPwy5pMuDojmEZEbbehtI4Ls4zbWX6iB-NT2SDRByLlWsSTvAOfm6kq1RgAJn9eOA8ItKBrM5UD3wXYCtc_6UVD3vKE-w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70163" y="381000"/>
            <a:ext cx="1811338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" name="Picture 32" descr="https://lh5.googleusercontent.com/xcNJ18ZDtX8rWG0nH_8qrMYWcy6IsfW4blyWRaszHZzXN3JW5Uts8HM_7bDQpaDPYkTR8WWOAfPEBgNGVLtyt5_NLQivsOc2gzdb_w0jeQq20fktU0kjXK4oy0xhn3E3HZcCO5T6kxY_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41563" y="800100"/>
            <a:ext cx="1811338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Picture 34" descr="https://lh6.googleusercontent.com/So-qghY26Rr0rWpJmts97_5jvM9xO_Dfay8XMkyYHnrpqSmAu6dYg7UPtBhPSzsT0DXea5LBKA0rrKwd9QYcTVQp26mV3e5_TRtiBV3W28fmX3D_cjy0OzzbraxqRY-6_PgxKviRWfF-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12963" y="1257300"/>
            <a:ext cx="1811338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" name="Picture 36" descr="https://lh5.googleusercontent.com/fHMsdCuPFhMVCh7wIdhNEClix3TQgOBaZh8x2p99jfh8gPSwnj2CGq94mYkz2pTervfIEVCe4MVrHpsOsdzy5BhXMxY5Qp-LdGYHZUGXsd4K_M-wwT67PLClos-jFGGC8kODawYtFm2R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84363" y="1714500"/>
            <a:ext cx="1811338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" name="Text Box 6"/>
          <p:cNvSpPr txBox="1">
            <a:spLocks noChangeArrowheads="1"/>
          </p:cNvSpPr>
          <p:nvPr/>
        </p:nvSpPr>
        <p:spPr bwMode="auto">
          <a:xfrm>
            <a:off x="-2762250" y="2976564"/>
            <a:ext cx="2654300" cy="446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[redacted]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Wingdings 3" panose="05040102010807070707" pitchFamily="18" charset="2"/>
              <a:buNone/>
            </a:pPr>
            <a:r>
              <a:rPr lang="en-US" altLang="en-US" sz="1300" b="1" u="sng">
                <a:solidFill>
                  <a:srgbClr val="CC0099"/>
                </a:solidFill>
                <a:latin typeface="Arial" panose="020B0604020202020204" pitchFamily="34" charset="0"/>
              </a:rPr>
              <a:t>Problem, P</a:t>
            </a:r>
            <a:br>
              <a:rPr lang="en-US" altLang="en-US" sz="1300" b="1" u="sng">
                <a:solidFill>
                  <a:srgbClr val="CC0099"/>
                </a:solidFill>
                <a:latin typeface="Arial" panose="020B0604020202020204" pitchFamily="34" charset="0"/>
              </a:rPr>
            </a:br>
            <a:r>
              <a:rPr lang="en-SG" altLang="en-US" sz="1000">
                <a:solidFill>
                  <a:srgbClr val="CC0099"/>
                </a:solidFill>
                <a:latin typeface="Arial" panose="020B0604020202020204" pitchFamily="34" charset="0"/>
              </a:rPr>
              <a:t>List your customer’s top 3 problems</a:t>
            </a:r>
          </a:p>
        </p:txBody>
      </p:sp>
      <p:sp>
        <p:nvSpPr>
          <p:cNvPr id="64" name="Text Box 13"/>
          <p:cNvSpPr txBox="1">
            <a:spLocks noChangeArrowheads="1"/>
          </p:cNvSpPr>
          <p:nvPr/>
        </p:nvSpPr>
        <p:spPr bwMode="auto">
          <a:xfrm>
            <a:off x="-2655094" y="3710782"/>
            <a:ext cx="2895600" cy="754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[redacted]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Wingdings 3" panose="05040102010807070707" pitchFamily="18" charset="2"/>
              <a:buNone/>
            </a:pPr>
            <a:r>
              <a:rPr lang="en-US" altLang="en-US" sz="1300" b="1" u="sng" dirty="0">
                <a:solidFill>
                  <a:srgbClr val="0000FF"/>
                </a:solidFill>
                <a:latin typeface="Arial" panose="020B0604020202020204" pitchFamily="34" charset="0"/>
              </a:rPr>
              <a:t>Customer Segments, CS</a:t>
            </a:r>
            <a:br>
              <a:rPr lang="en-US" altLang="en-US" sz="1300" b="1" u="sng" dirty="0">
                <a:solidFill>
                  <a:srgbClr val="0000FF"/>
                </a:solidFill>
                <a:latin typeface="Arial" panose="020B0604020202020204" pitchFamily="34" charset="0"/>
              </a:rPr>
            </a:br>
            <a:r>
              <a:rPr lang="en-SG" altLang="en-US" sz="1000" dirty="0">
                <a:solidFill>
                  <a:srgbClr val="1D1DFF"/>
                </a:solidFill>
                <a:latin typeface="Arial" panose="020B0604020202020204" pitchFamily="34" charset="0"/>
              </a:rPr>
              <a:t>List your target customers and users; </a:t>
            </a:r>
            <a:br>
              <a:rPr lang="en-SG" altLang="en-US" sz="1000" dirty="0">
                <a:solidFill>
                  <a:srgbClr val="1D1DFF"/>
                </a:solidFill>
                <a:latin typeface="Arial" panose="020B0604020202020204" pitchFamily="34" charset="0"/>
              </a:rPr>
            </a:br>
            <a:r>
              <a:rPr lang="en-SG" altLang="en-US" sz="1000" dirty="0">
                <a:solidFill>
                  <a:srgbClr val="1D1DFF"/>
                </a:solidFill>
                <a:latin typeface="Arial" panose="020B0604020202020204" pitchFamily="34" charset="0"/>
              </a:rPr>
              <a:t>For whom are we creating value?</a:t>
            </a:r>
            <a:br>
              <a:rPr lang="en-SG" altLang="en-US" sz="1000" dirty="0">
                <a:solidFill>
                  <a:srgbClr val="1D1DFF"/>
                </a:solidFill>
                <a:latin typeface="Arial" panose="020B0604020202020204" pitchFamily="34" charset="0"/>
              </a:rPr>
            </a:br>
            <a:r>
              <a:rPr lang="en-SG" altLang="en-US" sz="1000" dirty="0">
                <a:solidFill>
                  <a:srgbClr val="1D1DFF"/>
                </a:solidFill>
                <a:latin typeface="Arial" panose="020B0604020202020204" pitchFamily="34" charset="0"/>
              </a:rPr>
              <a:t>Who are our most important customers?</a:t>
            </a:r>
          </a:p>
        </p:txBody>
      </p:sp>
      <p:sp>
        <p:nvSpPr>
          <p:cNvPr id="65" name="Text Box 11"/>
          <p:cNvSpPr txBox="1">
            <a:spLocks noChangeArrowheads="1"/>
          </p:cNvSpPr>
          <p:nvPr/>
        </p:nvSpPr>
        <p:spPr bwMode="auto">
          <a:xfrm>
            <a:off x="-2747963" y="4752976"/>
            <a:ext cx="2640013" cy="754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[redacted]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Wingdings 3" panose="05040102010807070707" pitchFamily="18" charset="2"/>
              <a:buNone/>
            </a:pPr>
            <a:r>
              <a:rPr lang="en-US" altLang="en-US" sz="1300" b="1" u="sng">
                <a:solidFill>
                  <a:srgbClr val="CC6600"/>
                </a:solidFill>
                <a:latin typeface="Arial" panose="020B0604020202020204" pitchFamily="34" charset="0"/>
              </a:rPr>
              <a:t>Unique Value Proposition, V</a:t>
            </a:r>
            <a:br>
              <a:rPr lang="en-US" altLang="en-US" sz="1300" b="1" u="sng">
                <a:solidFill>
                  <a:srgbClr val="CC6600"/>
                </a:solidFill>
                <a:latin typeface="Arial" panose="020B0604020202020204" pitchFamily="34" charset="0"/>
              </a:rPr>
            </a:br>
            <a:r>
              <a:rPr lang="en-SG" altLang="en-US" sz="1000">
                <a:solidFill>
                  <a:srgbClr val="CC6600"/>
                </a:solidFill>
                <a:latin typeface="Arial" panose="020B0604020202020204" pitchFamily="34" charset="0"/>
              </a:rPr>
              <a:t>Single, clear compelling message that turns an unaware visitor into an interested product</a:t>
            </a:r>
          </a:p>
        </p:txBody>
      </p:sp>
      <p:sp>
        <p:nvSpPr>
          <p:cNvPr id="66" name="Rectangle 3"/>
          <p:cNvSpPr>
            <a:spLocks noChangeArrowheads="1"/>
          </p:cNvSpPr>
          <p:nvPr/>
        </p:nvSpPr>
        <p:spPr bwMode="auto">
          <a:xfrm>
            <a:off x="12299950" y="0"/>
            <a:ext cx="2687638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300" b="1" u="sng">
                <a:solidFill>
                  <a:srgbClr val="0070C0"/>
                </a:solidFill>
              </a:rPr>
              <a:t>Solution, S</a:t>
            </a:r>
            <a:br>
              <a:rPr lang="en-US" altLang="en-US" sz="1300" b="1" u="sng">
                <a:solidFill>
                  <a:srgbClr val="0070C0"/>
                </a:solidFill>
              </a:rPr>
            </a:br>
            <a:r>
              <a:rPr lang="en-SG" altLang="en-US" sz="1000">
                <a:solidFill>
                  <a:srgbClr val="0070C0"/>
                </a:solidFill>
              </a:rPr>
              <a:t>Outline a possible solution for each problem</a:t>
            </a:r>
          </a:p>
        </p:txBody>
      </p:sp>
      <p:sp>
        <p:nvSpPr>
          <p:cNvPr id="67" name="Text Box 14"/>
          <p:cNvSpPr txBox="1">
            <a:spLocks noChangeArrowheads="1"/>
          </p:cNvSpPr>
          <p:nvPr/>
        </p:nvSpPr>
        <p:spPr bwMode="auto">
          <a:xfrm>
            <a:off x="12299950" y="631825"/>
            <a:ext cx="32766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[redacted]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Wingdings 3" panose="05040102010807070707" pitchFamily="18" charset="2"/>
              <a:buNone/>
            </a:pPr>
            <a:r>
              <a:rPr lang="en-US" altLang="en-US" sz="1300" b="1" u="sng">
                <a:solidFill>
                  <a:srgbClr val="FF00FF"/>
                </a:solidFill>
                <a:latin typeface="Arial" panose="020B0604020202020204" pitchFamily="34" charset="0"/>
              </a:rPr>
              <a:t>Channels, C</a:t>
            </a:r>
            <a:br>
              <a:rPr lang="en-US" altLang="en-US" sz="1300" b="1" u="sng">
                <a:solidFill>
                  <a:srgbClr val="FF00FF"/>
                </a:solidFill>
                <a:latin typeface="Arial" panose="020B0604020202020204" pitchFamily="34" charset="0"/>
              </a:rPr>
            </a:br>
            <a:r>
              <a:rPr lang="en-SG" altLang="en-US" sz="1000">
                <a:solidFill>
                  <a:srgbClr val="FF00FF"/>
                </a:solidFill>
                <a:latin typeface="Arial" panose="020B0604020202020204" pitchFamily="34" charset="0"/>
              </a:rPr>
              <a:t>List your path to customers; </a:t>
            </a:r>
            <a:br>
              <a:rPr lang="en-SG" altLang="en-US" sz="1000">
                <a:solidFill>
                  <a:srgbClr val="FF00FF"/>
                </a:solidFill>
                <a:latin typeface="Arial" panose="020B0604020202020204" pitchFamily="34" charset="0"/>
              </a:rPr>
            </a:br>
            <a:r>
              <a:rPr lang="en-SG" altLang="en-US" sz="1000">
                <a:solidFill>
                  <a:srgbClr val="FF00FF"/>
                </a:solidFill>
                <a:latin typeface="Arial" panose="020B0604020202020204" pitchFamily="34" charset="0"/>
              </a:rPr>
              <a:t>Through which Channels do our Customer Segments</a:t>
            </a:r>
            <a:br>
              <a:rPr lang="en-SG" altLang="en-US" sz="1000">
                <a:solidFill>
                  <a:srgbClr val="FF00FF"/>
                </a:solidFill>
                <a:latin typeface="Arial" panose="020B0604020202020204" pitchFamily="34" charset="0"/>
              </a:rPr>
            </a:br>
            <a:r>
              <a:rPr lang="en-SG" altLang="en-US" sz="1000">
                <a:solidFill>
                  <a:srgbClr val="FF00FF"/>
                </a:solidFill>
                <a:latin typeface="Arial" panose="020B0604020202020204" pitchFamily="34" charset="0"/>
              </a:rPr>
              <a:t>want to be reached?</a:t>
            </a:r>
            <a:br>
              <a:rPr lang="en-SG" altLang="en-US" sz="1000">
                <a:solidFill>
                  <a:srgbClr val="FF00FF"/>
                </a:solidFill>
                <a:latin typeface="Arial" panose="020B0604020202020204" pitchFamily="34" charset="0"/>
              </a:rPr>
            </a:br>
            <a:r>
              <a:rPr lang="en-SG" altLang="en-US" sz="1000">
                <a:solidFill>
                  <a:srgbClr val="FF00FF"/>
                </a:solidFill>
                <a:latin typeface="Arial" panose="020B0604020202020204" pitchFamily="34" charset="0"/>
              </a:rPr>
              <a:t>How are we reaching them now?</a:t>
            </a:r>
            <a:br>
              <a:rPr lang="en-SG" altLang="en-US" sz="1000">
                <a:solidFill>
                  <a:srgbClr val="FF00FF"/>
                </a:solidFill>
                <a:latin typeface="Arial" panose="020B0604020202020204" pitchFamily="34" charset="0"/>
              </a:rPr>
            </a:br>
            <a:r>
              <a:rPr lang="en-SG" altLang="en-US" sz="1000">
                <a:solidFill>
                  <a:srgbClr val="FF00FF"/>
                </a:solidFill>
                <a:latin typeface="Arial" panose="020B0604020202020204" pitchFamily="34" charset="0"/>
              </a:rPr>
              <a:t>How are our Channels integrated?</a:t>
            </a:r>
            <a:br>
              <a:rPr lang="en-SG" altLang="en-US" sz="1000">
                <a:solidFill>
                  <a:srgbClr val="FF00FF"/>
                </a:solidFill>
                <a:latin typeface="Arial" panose="020B0604020202020204" pitchFamily="34" charset="0"/>
              </a:rPr>
            </a:br>
            <a:r>
              <a:rPr lang="en-SG" altLang="en-US" sz="1000">
                <a:solidFill>
                  <a:srgbClr val="FF00FF"/>
                </a:solidFill>
                <a:latin typeface="Arial" panose="020B0604020202020204" pitchFamily="34" charset="0"/>
              </a:rPr>
              <a:t>Which ones work best?</a:t>
            </a:r>
            <a:br>
              <a:rPr lang="en-SG" altLang="en-US" sz="1000">
                <a:solidFill>
                  <a:srgbClr val="FF00FF"/>
                </a:solidFill>
                <a:latin typeface="Arial" panose="020B0604020202020204" pitchFamily="34" charset="0"/>
              </a:rPr>
            </a:br>
            <a:r>
              <a:rPr lang="en-SG" altLang="en-US" sz="1000">
                <a:solidFill>
                  <a:srgbClr val="FF00FF"/>
                </a:solidFill>
                <a:latin typeface="Arial" panose="020B0604020202020204" pitchFamily="34" charset="0"/>
              </a:rPr>
              <a:t>Which ones are most cost-efficient?</a:t>
            </a:r>
            <a:br>
              <a:rPr lang="en-SG" altLang="en-US" sz="1000">
                <a:solidFill>
                  <a:srgbClr val="FF00FF"/>
                </a:solidFill>
                <a:latin typeface="Arial" panose="020B0604020202020204" pitchFamily="34" charset="0"/>
              </a:rPr>
            </a:br>
            <a:r>
              <a:rPr lang="en-SG" altLang="en-US" sz="1000">
                <a:solidFill>
                  <a:srgbClr val="FF00FF"/>
                </a:solidFill>
                <a:latin typeface="Arial" panose="020B0604020202020204" pitchFamily="34" charset="0"/>
              </a:rPr>
              <a:t>How are we integrating them with customer routines?</a:t>
            </a:r>
            <a:endParaRPr lang="en-US" altLang="en-US" sz="1000">
              <a:solidFill>
                <a:srgbClr val="FF00FF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 descr="Graphical user interface&#10;&#10;Description automatically generated">
            <a:extLst>
              <a:ext uri="{FF2B5EF4-FFF2-40B4-BE49-F238E27FC236}">
                <a16:creationId xmlns:a16="http://schemas.microsoft.com/office/drawing/2014/main" id="{35C7C7A7-5219-6345-C5E2-51774B27CA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97100" y="146050"/>
            <a:ext cx="7797800" cy="656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95557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63" grpId="0"/>
      <p:bldP spid="64" grpId="0"/>
      <p:bldP spid="65" grpId="0"/>
      <p:bldP spid="67" grpId="0"/>
    </p:bldLst>
  </p:timing>
</p:sld>
</file>

<file path=ppt/theme/theme1.xml><?xml version="1.0" encoding="utf-8"?>
<a:theme xmlns:a="http://schemas.openxmlformats.org/drawingml/2006/main" name="Integral">
  <a:themeElements>
    <a:clrScheme name="Green Yellow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820</TotalTime>
  <Words>770</Words>
  <Application>Microsoft Macintosh PowerPoint</Application>
  <PresentationFormat>Widescreen</PresentationFormat>
  <Paragraphs>88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2" baseType="lpstr">
      <vt:lpstr>Arial</vt:lpstr>
      <vt:lpstr>Avenir</vt:lpstr>
      <vt:lpstr>Calibri</vt:lpstr>
      <vt:lpstr>Helvetica Neue</vt:lpstr>
      <vt:lpstr>Noto Sans Symbol</vt:lpstr>
      <vt:lpstr>Questrial</vt:lpstr>
      <vt:lpstr>Wingdings</vt:lpstr>
      <vt:lpstr>Wingdings 3</vt:lpstr>
      <vt:lpstr>Integral</vt:lpstr>
      <vt:lpstr>TEAM AND COMPANY</vt:lpstr>
      <vt:lpstr>COMPETITORS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ns0:coreProperties xmlns:ns0="http://schemas.openxmlformats.org/package/2006/metadata/core-properties" xmlns:ns1="http://purl.org/dc/terms/" xmlns:xsi="http://www.w3.org/2001/XMLSchema-instance">
  <ns0:revision>48</ns0:revision>
  <ns1:modified xsi:type="dcterms:W3CDTF">2022-09-22T08:50:36Z</ns1:modified>
</ns0:coreProperties>
</file>