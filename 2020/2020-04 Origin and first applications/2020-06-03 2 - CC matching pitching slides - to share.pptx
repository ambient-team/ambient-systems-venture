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redacted]" r:id="rId1"/>
  </p:sldMasterIdLst>
  <p:sldIdLst>
    <p:sldId id="256" r:id="rId2"/>
    <p:sldId id="260" r:id="rId3"/>
    <p:sldId id="261" r:id="rId4"/>
    <p:sldId id="262" r:id="rId5"/>
    <p:sldId id="263" r:id="rId6"/>
    <p:sldId id="264" r:id="rId7"/>
    <p:sldId id="265"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56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481070" y="1974203"/>
            <a:ext cx="9581882" cy="1913921"/>
          </a:xfrm>
        </p:spPr>
        <p:txBody>
          <a:bodyPr anchor="b"/>
          <a:lstStyle>
            <a:lvl1pPr algn="l">
              <a:defRPr sz="6000">
                <a:solidFill>
                  <a:schemeClr val="bg1"/>
                </a:solidFill>
              </a:defRPr>
            </a:lvl1pPr>
          </a:lstStyle>
          <a:p>
            <a:r>
              <a:rPr lang="en-US" smtClean="0"/>
              <a:t>Click to edit Master title style</a:t>
            </a:r>
            <a:endParaRPr lang="en-SG" dirty="0"/>
          </a:p>
        </p:txBody>
      </p:sp>
      <p:sp>
        <p:nvSpPr>
          <p:cNvPr id="3" name="Subtitle 2"/>
          <p:cNvSpPr>
            <a:spLocks noGrp="1"/>
          </p:cNvSpPr>
          <p:nvPr>
            <p:ph type="subTitle" idx="1"/>
          </p:nvPr>
        </p:nvSpPr>
        <p:spPr>
          <a:xfrm>
            <a:off x="1481070" y="4079362"/>
            <a:ext cx="9581882" cy="1128790"/>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SG" dirty="0"/>
          </a:p>
        </p:txBody>
      </p:sp>
      <p:sp>
        <p:nvSpPr>
          <p:cNvPr id="4" name="Date Placeholder 3"/>
          <p:cNvSpPr>
            <a:spLocks noGrp="1"/>
          </p:cNvSpPr>
          <p:nvPr>
            <p:ph type="dt" sz="half" idx="10"/>
          </p:nvPr>
        </p:nvSpPr>
        <p:spPr/>
        <p:txBody>
          <a:bodyPr/>
          <a:lstStyle/>
          <a:p>
            <a:fld id="{4CFE7E20-4FFF-45D0-B3DB-D322B58A075A}" type="datetimeFigureOut">
              <a:rPr lang="en-SG" smtClean="0"/>
              <a:t>4/6/2020</a:t>
            </a:fld>
            <a:endParaRPr lang="en-SG"/>
          </a:p>
        </p:txBody>
      </p:sp>
      <p:sp>
        <p:nvSpPr>
          <p:cNvPr id="5" name="Footer Placeholder 4"/>
          <p:cNvSpPr>
            <a:spLocks noGrp="1"/>
          </p:cNvSpPr>
          <p:nvPr>
            <p:ph type="ftr" sz="quarter" idx="11"/>
          </p:nvPr>
        </p:nvSpPr>
        <p:spPr/>
        <p:txBody>
          <a:bodyPr/>
          <a:lstStyle>
            <a:lvl1pPr algn="l">
              <a:defRPr/>
            </a:lvl1pPr>
          </a:lstStyle>
          <a:p>
            <a:r>
              <a:rPr lang="en-SG" dirty="0" smtClean="0"/>
              <a:t>©National University of Singapore. All rights reserved. </a:t>
            </a:r>
          </a:p>
        </p:txBody>
      </p:sp>
      <p:sp>
        <p:nvSpPr>
          <p:cNvPr id="6" name="Slide Number Placeholder 5"/>
          <p:cNvSpPr>
            <a:spLocks noGrp="1"/>
          </p:cNvSpPr>
          <p:nvPr>
            <p:ph type="sldNum" sz="quarter" idx="12"/>
          </p:nvPr>
        </p:nvSpPr>
        <p:spPr/>
        <p:txBody>
          <a:bodyPr/>
          <a:lstStyle/>
          <a:p>
            <a:fld id="{8B62083B-8762-432F-BB92-4BEE011DEA1F}" type="slidenum">
              <a:rPr lang="en-SG" smtClean="0"/>
              <a:t>‹#›</a:t>
            </a:fld>
            <a:endParaRPr lang="en-SG"/>
          </a:p>
        </p:txBody>
      </p:sp>
    </p:spTree>
    <p:extLst>
      <p:ext uri="{BB962C8B-B14F-4D97-AF65-F5344CB8AC3E}">
        <p14:creationId xmlns:p14="http://schemas.microsoft.com/office/powerpoint/2010/main" val="91408301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51085" y="-84820"/>
            <a:ext cx="7302315" cy="1325563"/>
          </a:xfrm>
        </p:spPr>
        <p:txBody>
          <a:bodyPr/>
          <a:lstStyle>
            <a:lvl1pPr>
              <a:defRPr>
                <a:solidFill>
                  <a:schemeClr val="bg1"/>
                </a:solidFill>
              </a:defRPr>
            </a:lvl1pPr>
          </a:lstStyle>
          <a:p>
            <a:r>
              <a:rPr lang="en-US" smtClean="0"/>
              <a:t>Click to edit Master title style</a:t>
            </a:r>
            <a:endParaRPr lang="en-SG"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Date Placeholder 3"/>
          <p:cNvSpPr>
            <a:spLocks noGrp="1"/>
          </p:cNvSpPr>
          <p:nvPr>
            <p:ph type="dt" sz="half" idx="10"/>
          </p:nvPr>
        </p:nvSpPr>
        <p:spPr/>
        <p:txBody>
          <a:bodyPr/>
          <a:lstStyle/>
          <a:p>
            <a:fld id="{4CFE7E20-4FFF-45D0-B3DB-D322B58A075A}" type="datetimeFigureOut">
              <a:rPr lang="en-SG" smtClean="0"/>
              <a:t>4/6/2020</a:t>
            </a:fld>
            <a:endParaRPr lang="en-SG"/>
          </a:p>
        </p:txBody>
      </p:sp>
      <p:sp>
        <p:nvSpPr>
          <p:cNvPr id="5" name="Footer Placeholder 4"/>
          <p:cNvSpPr>
            <a:spLocks noGrp="1"/>
          </p:cNvSpPr>
          <p:nvPr>
            <p:ph type="ftr" sz="quarter" idx="11"/>
          </p:nvPr>
        </p:nvSpPr>
        <p:spPr/>
        <p:txBody>
          <a:bodyPr/>
          <a:lstStyle/>
          <a:p>
            <a:pPr algn="l"/>
            <a:r>
              <a:rPr lang="en-SG" dirty="0" smtClean="0"/>
              <a:t>©National University of Singapore. All rights reserved. </a:t>
            </a:r>
          </a:p>
        </p:txBody>
      </p:sp>
      <p:sp>
        <p:nvSpPr>
          <p:cNvPr id="6" name="Slide Number Placeholder 5"/>
          <p:cNvSpPr>
            <a:spLocks noGrp="1"/>
          </p:cNvSpPr>
          <p:nvPr>
            <p:ph type="sldNum" sz="quarter" idx="12"/>
          </p:nvPr>
        </p:nvSpPr>
        <p:spPr/>
        <p:txBody>
          <a:bodyPr/>
          <a:lstStyle/>
          <a:p>
            <a:fld id="{8B62083B-8762-432F-BB92-4BEE011DEA1F}" type="slidenum">
              <a:rPr lang="en-SG" smtClean="0"/>
              <a:t>‹#›</a:t>
            </a:fld>
            <a:endParaRPr lang="en-SG"/>
          </a:p>
        </p:txBody>
      </p:sp>
    </p:spTree>
    <p:extLst>
      <p:ext uri="{BB962C8B-B14F-4D97-AF65-F5344CB8AC3E}">
        <p14:creationId xmlns:p14="http://schemas.microsoft.com/office/powerpoint/2010/main" val="24940824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851085" y="-84820"/>
            <a:ext cx="7302315" cy="1325563"/>
          </a:xfrm>
        </p:spPr>
        <p:txBody>
          <a:bodyPr/>
          <a:lstStyle>
            <a:lvl1pPr>
              <a:defRPr>
                <a:solidFill>
                  <a:schemeClr val="bg1"/>
                </a:solidFill>
              </a:defRPr>
            </a:lvl1pPr>
          </a:lstStyle>
          <a:p>
            <a:r>
              <a:rPr lang="en-US" smtClean="0"/>
              <a:t>Click to edit Master title style</a:t>
            </a:r>
            <a:endParaRPr lang="en-SG" dirty="0"/>
          </a:p>
        </p:txBody>
      </p:sp>
      <p:sp>
        <p:nvSpPr>
          <p:cNvPr id="3" name="Content Placeholder 2"/>
          <p:cNvSpPr>
            <a:spLocks noGrp="1"/>
          </p:cNvSpPr>
          <p:nvPr>
            <p:ph idx="1"/>
          </p:nvPr>
        </p:nvSpPr>
        <p:spPr>
          <a:xfrm>
            <a:off x="6606862" y="1825625"/>
            <a:ext cx="4746937" cy="4351338"/>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dirty="0"/>
          </a:p>
        </p:txBody>
      </p:sp>
      <p:sp>
        <p:nvSpPr>
          <p:cNvPr id="4" name="Date Placeholder 3"/>
          <p:cNvSpPr>
            <a:spLocks noGrp="1"/>
          </p:cNvSpPr>
          <p:nvPr>
            <p:ph type="dt" sz="half" idx="10"/>
          </p:nvPr>
        </p:nvSpPr>
        <p:spPr/>
        <p:txBody>
          <a:bodyPr/>
          <a:lstStyle/>
          <a:p>
            <a:fld id="{4CFE7E20-4FFF-45D0-B3DB-D322B58A075A}" type="datetimeFigureOut">
              <a:rPr lang="en-SG" smtClean="0"/>
              <a:t>4/6/2020</a:t>
            </a:fld>
            <a:endParaRPr lang="en-SG"/>
          </a:p>
        </p:txBody>
      </p:sp>
      <p:sp>
        <p:nvSpPr>
          <p:cNvPr id="5" name="Footer Placeholder 4"/>
          <p:cNvSpPr>
            <a:spLocks noGrp="1"/>
          </p:cNvSpPr>
          <p:nvPr>
            <p:ph type="ftr" sz="quarter" idx="11"/>
          </p:nvPr>
        </p:nvSpPr>
        <p:spPr/>
        <p:txBody>
          <a:bodyPr/>
          <a:lstStyle/>
          <a:p>
            <a:pPr algn="l"/>
            <a:r>
              <a:rPr lang="en-SG" dirty="0" smtClean="0"/>
              <a:t>©National University of Singapore. All rights reserved. </a:t>
            </a:r>
            <a:endParaRPr lang="en-SG" dirty="0"/>
          </a:p>
        </p:txBody>
      </p:sp>
      <p:sp>
        <p:nvSpPr>
          <p:cNvPr id="6" name="Slide Number Placeholder 5"/>
          <p:cNvSpPr>
            <a:spLocks noGrp="1"/>
          </p:cNvSpPr>
          <p:nvPr>
            <p:ph type="sldNum" sz="quarter" idx="12"/>
          </p:nvPr>
        </p:nvSpPr>
        <p:spPr/>
        <p:txBody>
          <a:bodyPr/>
          <a:lstStyle/>
          <a:p>
            <a:fld id="{8B62083B-8762-432F-BB92-4BEE011DEA1F}" type="slidenum">
              <a:rPr lang="en-SG" smtClean="0"/>
              <a:t>‹#›</a:t>
            </a:fld>
            <a:endParaRPr lang="en-SG"/>
          </a:p>
        </p:txBody>
      </p:sp>
      <p:sp>
        <p:nvSpPr>
          <p:cNvPr id="9" name="Content Placeholder 8"/>
          <p:cNvSpPr>
            <a:spLocks noGrp="1"/>
          </p:cNvSpPr>
          <p:nvPr>
            <p:ph sz="quarter" idx="13"/>
          </p:nvPr>
        </p:nvSpPr>
        <p:spPr>
          <a:xfrm>
            <a:off x="528638" y="1825625"/>
            <a:ext cx="4597154" cy="4351338"/>
          </a:xfrm>
        </p:spPr>
        <p:txBody>
          <a:bodyPr anchor="ctr"/>
          <a:lstStyle/>
          <a:p>
            <a:pPr lvl="0"/>
            <a:r>
              <a:rPr lang="en-US" smtClean="0"/>
              <a:t>Edit Master text styles</a:t>
            </a:r>
          </a:p>
        </p:txBody>
      </p:sp>
      <p:sp>
        <p:nvSpPr>
          <p:cNvPr id="13" name="TextBox 12"/>
          <p:cNvSpPr txBox="1"/>
          <p:nvPr userDrawn="1"/>
        </p:nvSpPr>
        <p:spPr>
          <a:xfrm>
            <a:off x="838200" y="6456058"/>
            <a:ext cx="3507179" cy="276999"/>
          </a:xfrm>
          <a:prstGeom prst="rect">
            <a:avLst/>
          </a:prstGeom>
          <a:noFill/>
        </p:spPr>
        <p:txBody>
          <a:bodyPr wrap="none" rtlCol="0">
            <a:spAutoFit/>
          </a:bodyPr>
          <a:lstStyle/>
          <a:p>
            <a:r>
              <a:rPr lang="en-SG" sz="1200" dirty="0" smtClean="0">
                <a:latin typeface="+mj-lt"/>
              </a:rPr>
              <a:t>©National University of Singapore. All rights reserved.</a:t>
            </a:r>
            <a:endParaRPr lang="en-SG" sz="1200" dirty="0">
              <a:latin typeface="+mj-lt"/>
            </a:endParaRPr>
          </a:p>
        </p:txBody>
      </p:sp>
    </p:spTree>
    <p:extLst>
      <p:ext uri="{BB962C8B-B14F-4D97-AF65-F5344CB8AC3E}">
        <p14:creationId xmlns:p14="http://schemas.microsoft.com/office/powerpoint/2010/main" val="[redacted]"/>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solidFill>
                  <a:schemeClr val="tx1"/>
                </a:solidFill>
              </a:defRPr>
            </a:lvl1pPr>
          </a:lstStyle>
          <a:p>
            <a:r>
              <a:rPr lang="en-US" smtClean="0"/>
              <a:t>Click to edit Master title style</a:t>
            </a:r>
            <a:endParaRPr lang="en-SG"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CFE7E20-4FFF-45D0-B3DB-D322B58A075A}" type="datetimeFigureOut">
              <a:rPr lang="en-SG" smtClean="0"/>
              <a:t>4/6/2020</a:t>
            </a:fld>
            <a:endParaRPr lang="en-SG"/>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8B62083B-8762-432F-BB92-4BEE011DEA1F}" type="slidenum">
              <a:rPr lang="en-SG" smtClean="0"/>
              <a:t>‹#›</a:t>
            </a:fld>
            <a:endParaRPr lang="en-SG"/>
          </a:p>
        </p:txBody>
      </p:sp>
    </p:spTree>
    <p:extLst>
      <p:ext uri="{BB962C8B-B14F-4D97-AF65-F5344CB8AC3E}">
        <p14:creationId xmlns:p14="http://schemas.microsoft.com/office/powerpoint/2010/main" val="[redacted]"/>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2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8200" y="4185634"/>
            <a:ext cx="10515600" cy="1052132"/>
          </a:xfrm>
        </p:spPr>
        <p:txBody>
          <a:bodyPr anchor="b"/>
          <a:lstStyle>
            <a:lvl1pPr>
              <a:defRPr sz="6000">
                <a:solidFill>
                  <a:schemeClr val="tx1"/>
                </a:solidFill>
              </a:defRPr>
            </a:lvl1pPr>
          </a:lstStyle>
          <a:p>
            <a:r>
              <a:rPr lang="en-US" smtClean="0"/>
              <a:t>Click to edit Master title style</a:t>
            </a:r>
            <a:endParaRPr lang="en-SG" dirty="0"/>
          </a:p>
        </p:txBody>
      </p:sp>
      <p:sp>
        <p:nvSpPr>
          <p:cNvPr id="3" name="Text Placeholder 2"/>
          <p:cNvSpPr>
            <a:spLocks noGrp="1"/>
          </p:cNvSpPr>
          <p:nvPr>
            <p:ph type="body" idx="1"/>
          </p:nvPr>
        </p:nvSpPr>
        <p:spPr>
          <a:xfrm>
            <a:off x="838200" y="3726577"/>
            <a:ext cx="10515600" cy="45905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CFE7E20-4FFF-45D0-B3DB-D322B58A075A}" type="datetimeFigureOut">
              <a:rPr lang="en-SG" smtClean="0"/>
              <a:t>4/6/2020</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8B62083B-8762-432F-BB92-4BEE011DEA1F}" type="slidenum">
              <a:rPr lang="en-SG" smtClean="0"/>
              <a:t>‹#›</a:t>
            </a:fld>
            <a:endParaRPr lang="en-SG"/>
          </a:p>
        </p:txBody>
      </p:sp>
    </p:spTree>
    <p:extLst>
      <p:ext uri="{BB962C8B-B14F-4D97-AF65-F5344CB8AC3E}">
        <p14:creationId xmlns:p14="http://schemas.microsoft.com/office/powerpoint/2010/main" val="139172538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56822" y="1751527"/>
            <a:ext cx="4288665" cy="4082603"/>
          </a:xfrm>
        </p:spPr>
        <p:txBody>
          <a:bodyPr anchor="ctr"/>
          <a:lstStyle>
            <a:lvl1pPr>
              <a:defRPr sz="6000">
                <a:solidFill>
                  <a:schemeClr val="tx1"/>
                </a:solidFill>
              </a:defRPr>
            </a:lvl1pPr>
          </a:lstStyle>
          <a:p>
            <a:r>
              <a:rPr lang="en-US" smtClean="0"/>
              <a:t>Click to edit Master title style</a:t>
            </a:r>
            <a:endParaRPr lang="en-SG" dirty="0"/>
          </a:p>
        </p:txBody>
      </p:sp>
      <p:sp>
        <p:nvSpPr>
          <p:cNvPr id="3" name="Text Placeholder 2"/>
          <p:cNvSpPr>
            <a:spLocks noGrp="1"/>
          </p:cNvSpPr>
          <p:nvPr>
            <p:ph type="body" idx="1"/>
          </p:nvPr>
        </p:nvSpPr>
        <p:spPr>
          <a:xfrm>
            <a:off x="6555346" y="1751528"/>
            <a:ext cx="5070074" cy="4082602"/>
          </a:xfrm>
        </p:spPr>
        <p:txBody>
          <a:bodyPr anchor="ct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CFE7E20-4FFF-45D0-B3DB-D322B58A075A}" type="datetimeFigureOut">
              <a:rPr lang="en-SG" smtClean="0"/>
              <a:t>4/6/2020</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8B62083B-8762-432F-BB92-4BEE011DEA1F}" type="slidenum">
              <a:rPr lang="en-SG" smtClean="0"/>
              <a:t>‹#›</a:t>
            </a:fld>
            <a:endParaRPr lang="en-SG"/>
          </a:p>
        </p:txBody>
      </p:sp>
      <p:sp>
        <p:nvSpPr>
          <p:cNvPr id="12" name="TextBox 11"/>
          <p:cNvSpPr txBox="1"/>
          <p:nvPr userDrawn="1"/>
        </p:nvSpPr>
        <p:spPr>
          <a:xfrm>
            <a:off x="838200" y="6443179"/>
            <a:ext cx="3507179" cy="276999"/>
          </a:xfrm>
          <a:prstGeom prst="rect">
            <a:avLst/>
          </a:prstGeom>
          <a:noFill/>
        </p:spPr>
        <p:txBody>
          <a:bodyPr wrap="none" rtlCol="0">
            <a:spAutoFit/>
          </a:bodyPr>
          <a:lstStyle/>
          <a:p>
            <a:r>
              <a:rPr lang="en-SG" sz="1200" dirty="0" smtClean="0">
                <a:latin typeface="+mj-lt"/>
              </a:rPr>
              <a:t>©National University of Singapore. All rights reserved.</a:t>
            </a:r>
            <a:endParaRPr lang="en-SG" sz="1200" dirty="0">
              <a:latin typeface="+mj-lt"/>
            </a:endParaRPr>
          </a:p>
        </p:txBody>
      </p:sp>
    </p:spTree>
    <p:extLst>
      <p:ext uri="{BB962C8B-B14F-4D97-AF65-F5344CB8AC3E}">
        <p14:creationId xmlns:p14="http://schemas.microsoft.com/office/powerpoint/2010/main" val="193503925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SG"/>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5" name="Date Placeholder 4"/>
          <p:cNvSpPr>
            <a:spLocks noGrp="1"/>
          </p:cNvSpPr>
          <p:nvPr>
            <p:ph type="dt" sz="half" idx="10"/>
          </p:nvPr>
        </p:nvSpPr>
        <p:spPr/>
        <p:txBody>
          <a:bodyPr/>
          <a:lstStyle/>
          <a:p>
            <a:fld id="{4CFE7E20-4FFF-45D0-B3DB-D322B58A075A}" type="datetimeFigureOut">
              <a:rPr lang="en-SG" smtClean="0"/>
              <a:t>4/6/2020</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8B62083B-8762-432F-BB92-4BEE011DEA1F}" type="slidenum">
              <a:rPr lang="en-SG" smtClean="0"/>
              <a:t>‹#›</a:t>
            </a:fld>
            <a:endParaRPr lang="en-SG"/>
          </a:p>
        </p:txBody>
      </p:sp>
    </p:spTree>
    <p:extLst>
      <p:ext uri="{BB962C8B-B14F-4D97-AF65-F5344CB8AC3E}">
        <p14:creationId xmlns:p14="http://schemas.microsoft.com/office/powerpoint/2010/main" val="[redacted]"/>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72757"/>
            <a:ext cx="10515600" cy="1325563"/>
          </a:xfrm>
        </p:spPr>
        <p:txBody>
          <a:bodyPr/>
          <a:lstStyle/>
          <a:p>
            <a:r>
              <a:rPr lang="en-US" smtClean="0"/>
              <a:t>Click to edit Master title style</a:t>
            </a:r>
            <a:endParaRPr lang="en-SG"/>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7" name="Date Placeholder 6"/>
          <p:cNvSpPr>
            <a:spLocks noGrp="1"/>
          </p:cNvSpPr>
          <p:nvPr>
            <p:ph type="dt" sz="half" idx="10"/>
          </p:nvPr>
        </p:nvSpPr>
        <p:spPr/>
        <p:txBody>
          <a:bodyPr/>
          <a:lstStyle/>
          <a:p>
            <a:fld id="{4CFE7E20-4FFF-45D0-B3DB-D322B58A075A}" type="datetimeFigureOut">
              <a:rPr lang="en-SG" smtClean="0"/>
              <a:t>4/6/2020</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8B62083B-8762-432F-BB92-4BEE011DEA1F}" type="slidenum">
              <a:rPr lang="en-SG" smtClean="0"/>
              <a:t>‹#›</a:t>
            </a:fld>
            <a:endParaRPr lang="en-SG"/>
          </a:p>
        </p:txBody>
      </p:sp>
    </p:spTree>
    <p:extLst>
      <p:ext uri="{BB962C8B-B14F-4D97-AF65-F5344CB8AC3E}">
        <p14:creationId xmlns:p14="http://schemas.microsoft.com/office/powerpoint/2010/main" val="79010571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SG"/>
          </a:p>
        </p:txBody>
      </p:sp>
      <p:sp>
        <p:nvSpPr>
          <p:cNvPr id="3" name="Date Placeholder 2"/>
          <p:cNvSpPr>
            <a:spLocks noGrp="1"/>
          </p:cNvSpPr>
          <p:nvPr>
            <p:ph type="dt" sz="half" idx="10"/>
          </p:nvPr>
        </p:nvSpPr>
        <p:spPr/>
        <p:txBody>
          <a:bodyPr/>
          <a:lstStyle/>
          <a:p>
            <a:fld id="{4CFE7E20-4FFF-45D0-B3DB-D322B58A075A}" type="datetimeFigureOut">
              <a:rPr lang="en-SG" smtClean="0"/>
              <a:t>4/6/2020</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8B62083B-8762-432F-BB92-4BEE011DEA1F}" type="slidenum">
              <a:rPr lang="en-SG" smtClean="0"/>
              <a:t>‹#›</a:t>
            </a:fld>
            <a:endParaRPr lang="en-SG"/>
          </a:p>
        </p:txBody>
      </p:sp>
    </p:spTree>
    <p:extLst>
      <p:ext uri="{BB962C8B-B14F-4D97-AF65-F5344CB8AC3E}">
        <p14:creationId xmlns:p14="http://schemas.microsoft.com/office/powerpoint/2010/main" val="[redacted]"/>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FE7E20-4FFF-45D0-B3DB-D322B58A075A}" type="datetimeFigureOut">
              <a:rPr lang="en-SG" smtClean="0"/>
              <a:t>4/6/2020</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8B62083B-8762-432F-BB92-4BEE011DEA1F}" type="slidenum">
              <a:rPr lang="en-SG" smtClean="0"/>
              <a:t>‹#›</a:t>
            </a:fld>
            <a:endParaRPr lang="en-SG"/>
          </a:p>
        </p:txBody>
      </p:sp>
    </p:spTree>
    <p:extLst>
      <p:ext uri="{BB962C8B-B14F-4D97-AF65-F5344CB8AC3E}">
        <p14:creationId xmlns:p14="http://schemas.microsoft.com/office/powerpoint/2010/main" val="[redacted]"/>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solidFill>
                  <a:schemeClr val="tx1"/>
                </a:solidFill>
              </a:defRPr>
            </a:lvl1pPr>
          </a:lstStyle>
          <a:p>
            <a:r>
              <a:rPr lang="en-US" smtClean="0"/>
              <a:t>Click to edit Master title style</a:t>
            </a:r>
            <a:endParaRPr lang="en-SG"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CFE7E20-4FFF-45D0-B3DB-D322B58A075A}" type="datetimeFigureOut">
              <a:rPr lang="en-SG" smtClean="0"/>
              <a:t>4/6/2020</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8B62083B-8762-432F-BB92-4BEE011DEA1F}" type="slidenum">
              <a:rPr lang="en-SG" smtClean="0"/>
              <a:t>‹#›</a:t>
            </a:fld>
            <a:endParaRPr lang="en-SG"/>
          </a:p>
        </p:txBody>
      </p:sp>
    </p:spTree>
    <p:extLst>
      <p:ext uri="{BB962C8B-B14F-4D97-AF65-F5344CB8AC3E}">
        <p14:creationId xmlns:p14="http://schemas.microsoft.com/office/powerpoint/2010/main" val="[redacted]"/>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solidFill>
                  <a:schemeClr val="tx1"/>
                </a:solidFill>
              </a:defRPr>
            </a:lvl1pPr>
          </a:lstStyle>
          <a:p>
            <a:r>
              <a:rPr lang="en-US" smtClean="0"/>
              <a:t>Click to edit Master title style</a:t>
            </a:r>
            <a:endParaRPr lang="en-SG" dirty="0"/>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S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CFE7E20-4FFF-45D0-B3DB-D322B58A075A}" type="datetimeFigureOut">
              <a:rPr lang="en-SG" smtClean="0"/>
              <a:t>4/6/2020</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8B62083B-8762-432F-BB92-4BEE011DEA1F}" type="slidenum">
              <a:rPr lang="en-SG" smtClean="0"/>
              <a:t>‹#›</a:t>
            </a:fld>
            <a:endParaRPr lang="en-SG"/>
          </a:p>
        </p:txBody>
      </p:sp>
    </p:spTree>
    <p:extLst>
      <p:ext uri="{BB962C8B-B14F-4D97-AF65-F5344CB8AC3E}">
        <p14:creationId xmlns:p14="http://schemas.microsoft.com/office/powerpoint/2010/main" val="1573277451"/>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Date Placeholder 3"/>
          <p:cNvSpPr>
            <a:spLocks noGrp="1"/>
          </p:cNvSpPr>
          <p:nvPr>
            <p:ph type="dt" sz="half" idx="10"/>
          </p:nvPr>
        </p:nvSpPr>
        <p:spPr/>
        <p:txBody>
          <a:bodyPr/>
          <a:lstStyle/>
          <a:p>
            <a:fld id="{4CFE7E20-4FFF-45D0-B3DB-D322B58A075A}" type="datetimeFigureOut">
              <a:rPr lang="en-SG" smtClean="0"/>
              <a:t>4/6/2020</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8B62083B-8762-432F-BB92-4BEE011DEA1F}" type="slidenum">
              <a:rPr lang="en-SG" smtClean="0"/>
              <a:t>‹#›</a:t>
            </a:fld>
            <a:endParaRPr lang="en-SG"/>
          </a:p>
        </p:txBody>
      </p:sp>
    </p:spTree>
    <p:extLst>
      <p:ext uri="{BB962C8B-B14F-4D97-AF65-F5344CB8AC3E}">
        <p14:creationId xmlns:p14="http://schemas.microsoft.com/office/powerpoint/2010/main" val="[redacted]"/>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SG"/>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Date Placeholder 3"/>
          <p:cNvSpPr>
            <a:spLocks noGrp="1"/>
          </p:cNvSpPr>
          <p:nvPr>
            <p:ph type="dt" sz="half" idx="10"/>
          </p:nvPr>
        </p:nvSpPr>
        <p:spPr/>
        <p:txBody>
          <a:bodyPr/>
          <a:lstStyle/>
          <a:p>
            <a:fld id="{4CFE7E20-4FFF-45D0-B3DB-D322B58A075A}" type="datetimeFigureOut">
              <a:rPr lang="en-SG" smtClean="0"/>
              <a:t>4/6/2020</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8B62083B-8762-432F-BB92-4BEE011DEA1F}" type="slidenum">
              <a:rPr lang="en-SG" smtClean="0"/>
              <a:t>‹#›</a:t>
            </a:fld>
            <a:endParaRPr lang="en-SG"/>
          </a:p>
        </p:txBody>
      </p:sp>
    </p:spTree>
    <p:extLst>
      <p:ext uri="{BB962C8B-B14F-4D97-AF65-F5344CB8AC3E}">
        <p14:creationId xmlns:p14="http://schemas.microsoft.com/office/powerpoint/2010/main" val="1368332270"/>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838200" y="-111398"/>
            <a:ext cx="10515600" cy="1325563"/>
          </a:xfrm>
          <a:prstGeom prst="rect">
            <a:avLst/>
          </a:prstGeom>
        </p:spPr>
        <p:txBody>
          <a:bodyPr vert="horz" lIns="91440" tIns="45720" rIns="91440" bIns="45720" rtlCol="0" anchor="ctr">
            <a:normAutofit/>
          </a:bodyPr>
          <a:lstStyle/>
          <a:p>
            <a:r>
              <a:rPr lang="en-US" smtClean="0"/>
              <a:t>Click to edit Master title style</a:t>
            </a:r>
            <a:endParaRPr lang="en-SG"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Date Placeholder 3"/>
          <p:cNvSpPr>
            <a:spLocks noGrp="1"/>
          </p:cNvSpPr>
          <p:nvPr>
            <p:ph type="dt" sz="half" idx="2"/>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FE7E20-4FFF-45D0-B3DB-D322B58A075A}" type="datetimeFigureOut">
              <a:rPr lang="en-SG" smtClean="0"/>
              <a:t>4/6/2020</a:t>
            </a:fld>
            <a:endParaRPr lang="en-SG"/>
          </a:p>
        </p:txBody>
      </p:sp>
      <p:sp>
        <p:nvSpPr>
          <p:cNvPr id="5" name="Footer Placeholder 4"/>
          <p:cNvSpPr>
            <a:spLocks noGrp="1"/>
          </p:cNvSpPr>
          <p:nvPr>
            <p:ph type="ftr" sz="quarter" idx="3"/>
          </p:nvPr>
        </p:nvSpPr>
        <p:spPr>
          <a:xfrm>
            <a:off x="4345378" y="6356350"/>
            <a:ext cx="3808021"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lgn="l"/>
            <a:endParaRPr lang="en-SG"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62083B-8762-432F-BB92-4BEE011DEA1F}" type="slidenum">
              <a:rPr lang="en-SG" smtClean="0"/>
              <a:t>‹#›</a:t>
            </a:fld>
            <a:endParaRPr lang="en-SG"/>
          </a:p>
        </p:txBody>
      </p:sp>
      <p:sp>
        <p:nvSpPr>
          <p:cNvPr id="9" name="TextBox 8"/>
          <p:cNvSpPr txBox="1"/>
          <p:nvPr userDrawn="1"/>
        </p:nvSpPr>
        <p:spPr>
          <a:xfrm>
            <a:off x="838200" y="6443179"/>
            <a:ext cx="3507179" cy="276999"/>
          </a:xfrm>
          <a:prstGeom prst="rect">
            <a:avLst/>
          </a:prstGeom>
          <a:noFill/>
        </p:spPr>
        <p:txBody>
          <a:bodyPr wrap="none" rtlCol="0">
            <a:spAutoFit/>
          </a:bodyPr>
          <a:lstStyle/>
          <a:p>
            <a:r>
              <a:rPr lang="en-SG" sz="1200" dirty="0" smtClean="0">
                <a:latin typeface="+mj-lt"/>
              </a:rPr>
              <a:t>©National University of Singapore. All rights reserved.</a:t>
            </a:r>
            <a:endParaRPr lang="en-SG" sz="1200" dirty="0">
              <a:latin typeface="+mj-lt"/>
            </a:endParaRPr>
          </a:p>
        </p:txBody>
      </p:sp>
    </p:spTree>
    <p:extLst>
      <p:ext uri="{BB962C8B-B14F-4D97-AF65-F5344CB8AC3E}">
        <p14:creationId xmlns:p14="http://schemas.microsoft.com/office/powerpoint/2010/main" val="[redacted]"/>
      </p:ext>
    </p:extLst>
  </p:cSld>
  <p:clrMap bg1="lt1" tx1="dk1" bg2="lt2" tx2="dk2" accent1="accent1" accent2="accent2" accent3="accent3" accent4="accent4" accent5="accent5" accent6="accent6" hlink="hlink" folHlink="folHlink"/>
  <p:sldLayoutIdLst>
    <p:sldLayoutId id="[redacted]" r:id="rId1"/>
    <p:sldLayoutId id="[redacted]" r:id="rId2"/>
    <p:sldLayoutId id="[redacted]" r:id="rId3"/>
    <p:sldLayoutId id="[redacted]" r:id="rId4"/>
    <p:sldLayoutId id="[redacted]" r:id="rId5"/>
    <p:sldLayoutId id="[redacted]" r:id="rId6"/>
    <p:sldLayoutId id="[redacted]" r:id="rId7"/>
    <p:sldLayoutId id="[redacted]" r:id="rId8"/>
    <p:sldLayoutId id="[redacted]" r:id="rId9"/>
    <p:sldLayoutId id="[redacted]" r:id="rId10"/>
    <p:sldLayoutId id="[redacted]" r:id="rId11"/>
    <p:sldLayoutId id="[redacted]" r:id="rId12"/>
    <p:sldLayoutId id="[redacted]" r:id="rId13"/>
    <p:sldLayoutId id="[redacted]" r:id="rId14"/>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12800" y="2777766"/>
            <a:ext cx="11240653" cy="1913921"/>
          </a:xfrm>
        </p:spPr>
        <p:txBody>
          <a:bodyPr>
            <a:noAutofit/>
          </a:bodyPr>
          <a:lstStyle/>
          <a:p>
            <a:r>
              <a:rPr lang="en-US" dirty="0" smtClean="0">
                <a:latin typeface="Garamond" panose="02020404030301010803" pitchFamily="18" charset="0"/>
              </a:rPr>
              <a:t/>
            </a:r>
            <a:br>
              <a:rPr lang="en-US" dirty="0" smtClean="0">
                <a:latin typeface="Garamond" panose="02020404030301010803" pitchFamily="18" charset="0"/>
              </a:rPr>
            </a:br>
            <a:r>
              <a:rPr lang="en-US" dirty="0" smtClean="0">
                <a:latin typeface="Garamond" panose="02020404030301010803" pitchFamily="18" charset="0"/>
              </a:rPr>
              <a:t>GRIP Commercial Champion Matching</a:t>
            </a:r>
            <a:br>
              <a:rPr lang="en-US" dirty="0" smtClean="0">
                <a:latin typeface="Garamond" panose="02020404030301010803" pitchFamily="18" charset="0"/>
              </a:rPr>
            </a:br>
            <a:r>
              <a:rPr lang="en-US" sz="3600" dirty="0" smtClean="0">
                <a:latin typeface="Garamond" panose="02020404030301010803" pitchFamily="18" charset="0"/>
              </a:rPr>
              <a:t>5 </a:t>
            </a:r>
            <a:r>
              <a:rPr lang="en-US" sz="3600" dirty="0" err="1" smtClean="0">
                <a:latin typeface="Garamond" panose="02020404030301010803" pitchFamily="18" charset="0"/>
              </a:rPr>
              <a:t>mins</a:t>
            </a:r>
            <a:r>
              <a:rPr lang="en-US" sz="3600" dirty="0" smtClean="0">
                <a:latin typeface="Garamond" panose="02020404030301010803" pitchFamily="18" charset="0"/>
              </a:rPr>
              <a:t> project introduction pitch</a:t>
            </a:r>
            <a:endParaRPr lang="en-SG" sz="3600" dirty="0">
              <a:latin typeface="Garamond" panose="02020404030301010803" pitchFamily="18" charset="0"/>
            </a:endParaRPr>
          </a:p>
        </p:txBody>
      </p:sp>
      <p:sp>
        <p:nvSpPr>
          <p:cNvPr id="3" name="Subtitle 2"/>
          <p:cNvSpPr>
            <a:spLocks noGrp="1"/>
          </p:cNvSpPr>
          <p:nvPr>
            <p:ph type="subTitle" idx="1"/>
          </p:nvPr>
        </p:nvSpPr>
        <p:spPr>
          <a:xfrm>
            <a:off x="812800" y="4799799"/>
            <a:ext cx="10157788" cy="1128790"/>
          </a:xfrm>
        </p:spPr>
        <p:txBody>
          <a:bodyPr/>
          <a:lstStyle/>
          <a:p>
            <a:pPr algn="l"/>
            <a:r>
              <a:rPr lang="en-US" dirty="0" smtClean="0"/>
              <a:t>Submission deadline: </a:t>
            </a:r>
            <a:r>
              <a:rPr lang="en-US" dirty="0" smtClean="0">
                <a:solidFill>
                  <a:srgbClr val="FF0000"/>
                </a:solidFill>
              </a:rPr>
              <a:t>12</a:t>
            </a:r>
            <a:r>
              <a:rPr lang="en-US" baseline="30000" dirty="0" smtClean="0">
                <a:solidFill>
                  <a:srgbClr val="FF0000"/>
                </a:solidFill>
              </a:rPr>
              <a:t>th</a:t>
            </a:r>
            <a:r>
              <a:rPr lang="en-US" dirty="0" smtClean="0">
                <a:solidFill>
                  <a:srgbClr val="FF0000"/>
                </a:solidFill>
              </a:rPr>
              <a:t> </a:t>
            </a:r>
            <a:r>
              <a:rPr lang="en-US" dirty="0" smtClean="0">
                <a:solidFill>
                  <a:srgbClr val="FF0000"/>
                </a:solidFill>
              </a:rPr>
              <a:t>Jun 2020, 24hr</a:t>
            </a:r>
            <a:endParaRPr lang="en-SG" dirty="0">
              <a:solidFill>
                <a:srgbClr val="FF0000"/>
              </a:solidFill>
            </a:endParaRPr>
          </a:p>
        </p:txBody>
      </p:sp>
    </p:spTree>
    <p:extLst>
      <p:ext uri="{BB962C8B-B14F-4D97-AF65-F5344CB8AC3E}">
        <p14:creationId xmlns:p14="http://schemas.microsoft.com/office/powerpoint/2010/main" val="178797234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Solution/ Technology</a:t>
            </a:r>
            <a:endParaRPr lang="en-SG" dirty="0"/>
          </a:p>
        </p:txBody>
      </p:sp>
      <p:sp>
        <p:nvSpPr>
          <p:cNvPr id="3" name="Content Placeholder 2"/>
          <p:cNvSpPr>
            <a:spLocks noGrp="1"/>
          </p:cNvSpPr>
          <p:nvPr>
            <p:ph idx="1"/>
          </p:nvPr>
        </p:nvSpPr>
        <p:spPr>
          <a:xfrm>
            <a:off x="838200" y="1487055"/>
            <a:ext cx="10515600" cy="4689908"/>
          </a:xfrm>
        </p:spPr>
        <p:txBody>
          <a:bodyPr/>
          <a:lstStyle/>
          <a:p>
            <a:r>
              <a:rPr lang="en-US" dirty="0" smtClean="0"/>
              <a:t>Explain your technology to a 5-year old or your grandma</a:t>
            </a:r>
          </a:p>
          <a:p>
            <a:pPr lvl="1"/>
            <a:r>
              <a:rPr lang="en-US" dirty="0" smtClean="0"/>
              <a:t>What is so special about your technology?</a:t>
            </a:r>
          </a:p>
          <a:p>
            <a:pPr lvl="1"/>
            <a:r>
              <a:rPr lang="en-US" dirty="0" smtClean="0"/>
              <a:t>What can it do that others cannot?</a:t>
            </a:r>
          </a:p>
          <a:p>
            <a:pPr lvl="1"/>
            <a:r>
              <a:rPr lang="en-US" dirty="0" smtClean="0"/>
              <a:t>What is the status of your technology development?</a:t>
            </a:r>
          </a:p>
          <a:p>
            <a:pPr lvl="2"/>
            <a:r>
              <a:rPr lang="en-US" dirty="0" smtClean="0"/>
              <a:t>Please don’t just say TRL x. Elaborate the development status, proof of working, what can your technology do now, trials conducted, results you have obtained, show pictures or video of prototype working</a:t>
            </a:r>
          </a:p>
          <a:p>
            <a:pPr lvl="2"/>
            <a:r>
              <a:rPr lang="en-US" dirty="0" smtClean="0"/>
              <a:t>If you have video showing a working prototype, you are allowed additional 1 min of video of the prototype.</a:t>
            </a:r>
          </a:p>
          <a:p>
            <a:pPr lvl="1"/>
            <a:r>
              <a:rPr lang="en-US" dirty="0" smtClean="0"/>
              <a:t>Have you had any patent filed? How many patents has been filed ?</a:t>
            </a:r>
          </a:p>
          <a:p>
            <a:pPr lvl="1"/>
            <a:r>
              <a:rPr lang="en-US" dirty="0" smtClean="0"/>
              <a:t>What problem do you want to solve with your technology?</a:t>
            </a:r>
          </a:p>
          <a:p>
            <a:pPr marL="457200" lvl="1" indent="0">
              <a:buNone/>
            </a:pPr>
            <a:endParaRPr lang="en-SG" dirty="0"/>
          </a:p>
        </p:txBody>
      </p:sp>
    </p:spTree>
    <p:extLst>
      <p:ext uri="{BB962C8B-B14F-4D97-AF65-F5344CB8AC3E}">
        <p14:creationId xmlns:p14="http://schemas.microsoft.com/office/powerpoint/2010/main" val="[redacted]"/>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BIG Problem</a:t>
            </a:r>
            <a:endParaRPr lang="en-SG" dirty="0"/>
          </a:p>
        </p:txBody>
      </p:sp>
      <p:sp>
        <p:nvSpPr>
          <p:cNvPr id="3" name="Content Placeholder 2"/>
          <p:cNvSpPr>
            <a:spLocks noGrp="1"/>
          </p:cNvSpPr>
          <p:nvPr>
            <p:ph idx="1"/>
          </p:nvPr>
        </p:nvSpPr>
        <p:spPr>
          <a:xfrm>
            <a:off x="838200" y="1459345"/>
            <a:ext cx="10515600" cy="4717618"/>
          </a:xfrm>
        </p:spPr>
        <p:txBody>
          <a:bodyPr>
            <a:normAutofit lnSpcReduction="10000"/>
          </a:bodyPr>
          <a:lstStyle/>
          <a:p>
            <a:r>
              <a:rPr lang="en-US" dirty="0" smtClean="0"/>
              <a:t>What is the BIG problem that you want to solve with your technology</a:t>
            </a:r>
          </a:p>
          <a:p>
            <a:pPr lvl="1"/>
            <a:r>
              <a:rPr lang="en-US" dirty="0" smtClean="0"/>
              <a:t>Please keep this succinct and specific. General big trend, unqualified statement lose your audiences’ attention fast.</a:t>
            </a:r>
          </a:p>
          <a:p>
            <a:r>
              <a:rPr lang="en-US" dirty="0" smtClean="0"/>
              <a:t>How do you come across this problem? Or What </a:t>
            </a:r>
            <a:r>
              <a:rPr lang="en-US" dirty="0"/>
              <a:t>motivates you to solve this problem?</a:t>
            </a:r>
          </a:p>
          <a:p>
            <a:pPr lvl="1"/>
            <a:r>
              <a:rPr lang="en-US" dirty="0" smtClean="0"/>
              <a:t>Make it real and make it personal.</a:t>
            </a:r>
          </a:p>
          <a:p>
            <a:pPr lvl="1"/>
            <a:r>
              <a:rPr lang="en-US" dirty="0" smtClean="0"/>
              <a:t>E.g., </a:t>
            </a:r>
            <a:r>
              <a:rPr lang="en-US" dirty="0"/>
              <a:t>something you experienced personally, something close to your heart, something you are extremely passionate about</a:t>
            </a:r>
          </a:p>
          <a:p>
            <a:r>
              <a:rPr lang="en-US" dirty="0" smtClean="0"/>
              <a:t>Who </a:t>
            </a:r>
            <a:r>
              <a:rPr lang="en-US" dirty="0"/>
              <a:t>are you solving this problem for?</a:t>
            </a:r>
          </a:p>
          <a:p>
            <a:r>
              <a:rPr lang="en-US" dirty="0"/>
              <a:t>Why do you think it is worth solving</a:t>
            </a:r>
            <a:r>
              <a:rPr lang="en-US" dirty="0" smtClean="0"/>
              <a:t>?</a:t>
            </a:r>
          </a:p>
          <a:p>
            <a:r>
              <a:rPr lang="en-US" dirty="0" smtClean="0"/>
              <a:t>Have you tried your solution on solving this problem? Did it work? How did it work?</a:t>
            </a:r>
            <a:endParaRPr lang="en-US" dirty="0"/>
          </a:p>
          <a:p>
            <a:endParaRPr lang="en-SG" dirty="0"/>
          </a:p>
        </p:txBody>
      </p:sp>
    </p:spTree>
    <p:extLst>
      <p:ext uri="{BB962C8B-B14F-4D97-AF65-F5344CB8AC3E}">
        <p14:creationId xmlns:p14="http://schemas.microsoft.com/office/powerpoint/2010/main" val="4675786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real is this problem</a:t>
            </a:r>
            <a:endParaRPr lang="en-SG" dirty="0"/>
          </a:p>
        </p:txBody>
      </p:sp>
      <p:sp>
        <p:nvSpPr>
          <p:cNvPr id="3" name="Content Placeholder 2"/>
          <p:cNvSpPr>
            <a:spLocks noGrp="1"/>
          </p:cNvSpPr>
          <p:nvPr>
            <p:ph idx="1"/>
          </p:nvPr>
        </p:nvSpPr>
        <p:spPr>
          <a:xfrm>
            <a:off x="838200" y="1366982"/>
            <a:ext cx="10515600" cy="4809981"/>
          </a:xfrm>
        </p:spPr>
        <p:txBody>
          <a:bodyPr>
            <a:normAutofit/>
          </a:bodyPr>
          <a:lstStyle/>
          <a:p>
            <a:r>
              <a:rPr lang="en-US" dirty="0" smtClean="0"/>
              <a:t>Have you spoken to any people in the industry (i.e., outside your lab, faculty and university)?</a:t>
            </a:r>
          </a:p>
          <a:p>
            <a:r>
              <a:rPr lang="en-US" dirty="0" smtClean="0"/>
              <a:t>Have you spoken to people who you want to solve the problem for?</a:t>
            </a:r>
          </a:p>
          <a:p>
            <a:r>
              <a:rPr lang="en-US" dirty="0" smtClean="0"/>
              <a:t>If you have who are these people you spoken to ?</a:t>
            </a:r>
          </a:p>
          <a:p>
            <a:pPr lvl="1"/>
            <a:r>
              <a:rPr lang="en-US" dirty="0" smtClean="0"/>
              <a:t>Be specific</a:t>
            </a:r>
          </a:p>
          <a:p>
            <a:pPr lvl="2"/>
            <a:r>
              <a:rPr lang="en-US" dirty="0" smtClean="0"/>
              <a:t>Names of companies and people you spoke to</a:t>
            </a:r>
          </a:p>
          <a:p>
            <a:pPr lvl="2"/>
            <a:r>
              <a:rPr lang="en-US" dirty="0" smtClean="0"/>
              <a:t>How many people have you spoken to</a:t>
            </a:r>
          </a:p>
          <a:p>
            <a:pPr lvl="2"/>
            <a:r>
              <a:rPr lang="en-US" dirty="0" smtClean="0"/>
              <a:t>What are their background. </a:t>
            </a:r>
          </a:p>
          <a:p>
            <a:r>
              <a:rPr lang="en-US" dirty="0" smtClean="0"/>
              <a:t>What did they say? </a:t>
            </a:r>
          </a:p>
          <a:p>
            <a:pPr lvl="1"/>
            <a:r>
              <a:rPr lang="en-US" dirty="0" smtClean="0"/>
              <a:t>Be specific</a:t>
            </a:r>
          </a:p>
          <a:p>
            <a:pPr lvl="1"/>
            <a:r>
              <a:rPr lang="en-US" dirty="0" smtClean="0"/>
              <a:t>How big is the pain they shared?</a:t>
            </a:r>
          </a:p>
          <a:p>
            <a:pPr lvl="1"/>
            <a:endParaRPr lang="en-SG" dirty="0"/>
          </a:p>
        </p:txBody>
      </p:sp>
    </p:spTree>
    <p:extLst>
      <p:ext uri="{BB962C8B-B14F-4D97-AF65-F5344CB8AC3E}">
        <p14:creationId xmlns:p14="http://schemas.microsoft.com/office/powerpoint/2010/main" val="[redacted]"/>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Your Team – the 3 E’s *</a:t>
            </a:r>
            <a:endParaRPr lang="en-SG" dirty="0"/>
          </a:p>
        </p:txBody>
      </p:sp>
      <p:sp>
        <p:nvSpPr>
          <p:cNvPr id="3" name="Content Placeholder 2"/>
          <p:cNvSpPr>
            <a:spLocks noGrp="1"/>
          </p:cNvSpPr>
          <p:nvPr>
            <p:ph idx="1"/>
          </p:nvPr>
        </p:nvSpPr>
        <p:spPr>
          <a:xfrm>
            <a:off x="838200" y="1450109"/>
            <a:ext cx="10515600" cy="2493818"/>
          </a:xfrm>
        </p:spPr>
        <p:txBody>
          <a:bodyPr>
            <a:normAutofit fontScale="92500" lnSpcReduction="20000"/>
          </a:bodyPr>
          <a:lstStyle/>
          <a:p>
            <a:r>
              <a:rPr lang="en-US" dirty="0" smtClean="0"/>
              <a:t>Excellence </a:t>
            </a:r>
            <a:r>
              <a:rPr lang="en-US" dirty="0"/>
              <a:t>(what you are good </a:t>
            </a:r>
            <a:r>
              <a:rPr lang="en-US" dirty="0" smtClean="0"/>
              <a:t>at), </a:t>
            </a:r>
          </a:p>
          <a:p>
            <a:r>
              <a:rPr lang="en-US" dirty="0" smtClean="0"/>
              <a:t>Expertise </a:t>
            </a:r>
            <a:r>
              <a:rPr lang="en-US" dirty="0"/>
              <a:t>(your professional background), </a:t>
            </a:r>
            <a:endParaRPr lang="en-US" dirty="0" smtClean="0"/>
          </a:p>
          <a:p>
            <a:r>
              <a:rPr lang="en-US" dirty="0" smtClean="0"/>
              <a:t>Engagement </a:t>
            </a:r>
            <a:r>
              <a:rPr lang="en-US" dirty="0"/>
              <a:t>(who have you worked with</a:t>
            </a:r>
            <a:r>
              <a:rPr lang="en-US" dirty="0" smtClean="0"/>
              <a:t>?)</a:t>
            </a:r>
          </a:p>
          <a:p>
            <a:endParaRPr lang="en-US" dirty="0"/>
          </a:p>
          <a:p>
            <a:r>
              <a:rPr lang="en-US" dirty="0" smtClean="0"/>
              <a:t>Are you for real – how committed are you in realizing this new venture</a:t>
            </a:r>
          </a:p>
          <a:p>
            <a:pPr lvl="1"/>
            <a:r>
              <a:rPr lang="en-US" dirty="0" smtClean="0"/>
              <a:t>This is one question – most CCs’ care most.</a:t>
            </a:r>
            <a:endParaRPr lang="en-US" dirty="0"/>
          </a:p>
          <a:p>
            <a:pPr marL="0" indent="0">
              <a:buNone/>
            </a:pPr>
            <a:endParaRPr lang="en-SG" dirty="0"/>
          </a:p>
        </p:txBody>
      </p:sp>
      <p:sp>
        <p:nvSpPr>
          <p:cNvPr id="4" name="TextBox 3"/>
          <p:cNvSpPr txBox="1"/>
          <p:nvPr/>
        </p:nvSpPr>
        <p:spPr>
          <a:xfrm>
            <a:off x="851085" y="6049818"/>
            <a:ext cx="4675254" cy="369332"/>
          </a:xfrm>
          <a:prstGeom prst="rect">
            <a:avLst/>
          </a:prstGeom>
          <a:noFill/>
        </p:spPr>
        <p:txBody>
          <a:bodyPr wrap="none" rtlCol="0">
            <a:spAutoFit/>
          </a:bodyPr>
          <a:lstStyle/>
          <a:p>
            <a:r>
              <a:rPr lang="en-US" dirty="0" smtClean="0"/>
              <a:t>Reference: Input from Gus, CEO [Team member] </a:t>
            </a:r>
            <a:endParaRPr lang="en-SG" dirty="0"/>
          </a:p>
        </p:txBody>
      </p:sp>
    </p:spTree>
    <p:extLst>
      <p:ext uri="{BB962C8B-B14F-4D97-AF65-F5344CB8AC3E}">
        <p14:creationId xmlns:p14="http://schemas.microsoft.com/office/powerpoint/2010/main" val="1110262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Help you need</a:t>
            </a:r>
            <a:endParaRPr lang="en-SG" dirty="0"/>
          </a:p>
        </p:txBody>
      </p:sp>
      <p:sp>
        <p:nvSpPr>
          <p:cNvPr id="3" name="Content Placeholder 2"/>
          <p:cNvSpPr>
            <a:spLocks noGrp="1"/>
          </p:cNvSpPr>
          <p:nvPr>
            <p:ph idx="1"/>
          </p:nvPr>
        </p:nvSpPr>
        <p:spPr>
          <a:xfrm>
            <a:off x="838200" y="1240743"/>
            <a:ext cx="10515600" cy="4936220"/>
          </a:xfrm>
        </p:spPr>
        <p:txBody>
          <a:bodyPr/>
          <a:lstStyle/>
          <a:p>
            <a:r>
              <a:rPr lang="en-US" dirty="0" smtClean="0"/>
              <a:t>Top 3 challenges you are facing or anticipate to face with this project</a:t>
            </a:r>
          </a:p>
          <a:p>
            <a:r>
              <a:rPr lang="en-US" dirty="0" smtClean="0"/>
              <a:t>Areas you need help with</a:t>
            </a:r>
          </a:p>
          <a:p>
            <a:r>
              <a:rPr lang="en-US" dirty="0" smtClean="0"/>
              <a:t>Types of help you want to receive from your commercial champion</a:t>
            </a:r>
          </a:p>
          <a:p>
            <a:r>
              <a:rPr lang="en-US" dirty="0" smtClean="0"/>
              <a:t> What would be your dream CC?</a:t>
            </a:r>
          </a:p>
          <a:p>
            <a:endParaRPr lang="en-SG" dirty="0"/>
          </a:p>
        </p:txBody>
      </p:sp>
    </p:spTree>
    <p:extLst>
      <p:ext uri="{BB962C8B-B14F-4D97-AF65-F5344CB8AC3E}">
        <p14:creationId xmlns:p14="http://schemas.microsoft.com/office/powerpoint/2010/main" val="[redacted]"/>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Acknowledgements</a:t>
            </a:r>
            <a:endParaRPr lang="en-SG" dirty="0"/>
          </a:p>
        </p:txBody>
      </p:sp>
      <p:sp>
        <p:nvSpPr>
          <p:cNvPr id="3" name="Content Placeholder 2"/>
          <p:cNvSpPr>
            <a:spLocks noGrp="1"/>
          </p:cNvSpPr>
          <p:nvPr>
            <p:ph idx="1"/>
          </p:nvPr>
        </p:nvSpPr>
        <p:spPr/>
        <p:txBody>
          <a:bodyPr/>
          <a:lstStyle/>
          <a:p>
            <a:r>
              <a:rPr lang="en-US" dirty="0" smtClean="0"/>
              <a:t>The deck is developed with the inputs from our teaching team </a:t>
            </a:r>
            <a:r>
              <a:rPr lang="en-US" dirty="0" err="1" smtClean="0"/>
              <a:t>memebrs</a:t>
            </a:r>
            <a:r>
              <a:rPr lang="en-US" smtClean="0"/>
              <a:t>: Gus, Harry as well as [Team member].</a:t>
            </a:r>
            <a:endParaRPr lang="en-US" dirty="0" smtClean="0"/>
          </a:p>
          <a:p>
            <a:r>
              <a:rPr lang="en-US" dirty="0" smtClean="0"/>
              <a:t>3 E’s is a framework used by Gus in his work. </a:t>
            </a:r>
            <a:endParaRPr lang="en-SG" dirty="0"/>
          </a:p>
        </p:txBody>
      </p:sp>
    </p:spTree>
    <p:extLst>
      <p:ext uri="{BB962C8B-B14F-4D97-AF65-F5344CB8AC3E}">
        <p14:creationId xmlns:p14="http://schemas.microsoft.com/office/powerpoint/2010/main" val="[redacted]"/>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IPPresentationTemplate" id="{B5D07287-8E4F-40A5-87BF-8966FB54DF1E}" vid="{C04545D2-9FD9-493B-BCC4-FB9A394BF806}"/>
    </a:ext>
  </a:extLst>
</a:theme>
</file>

<file path=docProps/app.xml><?xml version="1.0" encoding="utf-8"?>
<Properties xmlns="http://schemas.openxmlformats.org/officeDocument/2006/extended-properties" xmlns:vt="http://schemas.openxmlformats.org/officeDocument/2006/docPropsVTypes">
  <Template>20190408 -GRIPPresentationTemplate -V2</Template>
  <TotalTime>61</TotalTime>
  <Words>483</Words>
  <Application>Microsoft Office PowerPoint</Application>
  <PresentationFormat>Widescreen</PresentationFormat>
  <Paragraphs>47</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Garamond</vt:lpstr>
      <vt:lpstr>Office Theme</vt:lpstr>
      <vt:lpstr> GRIP Commercial Champion Matching 5 mins project introduction pitch</vt:lpstr>
      <vt:lpstr>The Solution/ Technology</vt:lpstr>
      <vt:lpstr>The BIG Problem</vt:lpstr>
      <vt:lpstr>How real is this problem</vt:lpstr>
      <vt:lpstr>Your Team – the 3 E’s *</vt:lpstr>
      <vt:lpstr>Help you need</vt:lpstr>
      <vt:lpstr>Acknowledgements</vt:lpstr>
    </vt:vector>
  </TitlesOfParts>
  <Company>National University of Singapore</Company>
  <LinksUpToDate>false</LinksUpToDate>
  <SharedDoc>false</SharedDoc>
  <HyperlinksChanged>false</HyperlinksChanged>
  <AppVersion>16.0000</AppVersion>
</Properties>
</file>

<file path=docProps/core.xml><?xml version="1.0" encoding="utf-8"?>
<ns0:coreProperties xmlns:ns0="http://schemas.openxmlformats.org/package/2006/metadata/core-properties" xmlns:ns1="http://purl.org/dc/terms/" xmlns:xsi="http://www.w3.org/2001/XMLSchema-instance">
  <ns0:revision>12</ns0:revision>
  <ns1:created xsi:type="dcterms:W3CDTF">2020-06-03T07:15:34Z</ns1:created>
  <ns1:modified xsi:type="dcterms:W3CDTF">2020-06-04T11:43:41Z</ns1:modified>
</ns0:coreProperties>
</file>