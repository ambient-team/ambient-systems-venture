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redacted]" r:id="rId1"/>
  </p:sldMasterIdLst>
  <p:notesMasterIdLst>
    <p:notesMasterId r:id="rId18"/>
  </p:notesMasterIdLst>
  <p:handoutMasterIdLst>
    <p:handoutMasterId r:id="rId19"/>
  </p:handoutMasterIdLst>
  <p:sldIdLst>
    <p:sldId id="256" r:id="rId2"/>
    <p:sldId id="257" r:id="rId3"/>
    <p:sldId id="316" r:id="rId4"/>
    <p:sldId id="351" r:id="rId5"/>
    <p:sldId id="315" r:id="rId6"/>
    <p:sldId id="353" r:id="rId7"/>
    <p:sldId id="352" r:id="rId8"/>
    <p:sldId id="354" r:id="rId9"/>
    <p:sldId id="301" r:id="rId10"/>
    <p:sldId id="302" r:id="rId11"/>
    <p:sldId id="286" r:id="rId12"/>
    <p:sldId id="346" r:id="rId13"/>
    <p:sldId id="355" r:id="rId14"/>
    <p:sldId id="304" r:id="rId15"/>
    <p:sldId id="260" r:id="rId16"/>
    <p:sldId id="339" r:id="rId17"/>
  </p:sldIdLst>
  <p:sldSz cx="12192000" cy="6858000"/>
  <p:notesSz cx="6858000" cy="9144000"/>
  <p:defaultTextStyle>
    <a:defPPr>
      <a:defRPr lang="ar-L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2F2F2"/>
    <a:srgbClr val="000000"/>
    <a:srgbClr val="374F62"/>
    <a:srgbClr val="0312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FD1759-E175-494F-A817-961427C3E804}" v="63" dt="2020-11-17T04:15:46.018"/>
    <p1510:client id="{F04E2284-E310-E248-8C15-DA3CE4ECF19F}" v="11" dt="2020-11-16T17:36:29.8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07" autoAdjust="0"/>
    <p:restoredTop sz="85181"/>
  </p:normalViewPr>
  <p:slideViewPr>
    <p:cSldViewPr snapToGrid="0">
      <p:cViewPr varScale="1">
        <p:scale>
          <a:sx n="123" d="100"/>
          <a:sy n="123" d="100"/>
        </p:scale>
        <p:origin x="1736" y="192"/>
      </p:cViewPr>
      <p:guideLst/>
    </p:cSldViewPr>
  </p:slideViewPr>
  <p:notesTextViewPr>
    <p:cViewPr>
      <p:scale>
        <a:sx n="3" d="2"/>
        <a:sy n="3" d="2"/>
      </p:scale>
      <p:origin x="0" y="0"/>
    </p:cViewPr>
  </p:notesTextViewPr>
  <p:sorterViewPr>
    <p:cViewPr>
      <p:scale>
        <a:sx n="100" d="100"/>
        <a:sy n="100" d="100"/>
      </p:scale>
      <p:origin x="0" y="-10435"/>
    </p:cViewPr>
  </p:sorterViewPr>
  <p:notesViewPr>
    <p:cSldViewPr snapToGrid="0">
      <p:cViewPr varScale="1">
        <p:scale>
          <a:sx n="71" d="100"/>
          <a:sy n="71" d="100"/>
        </p:scale>
        <p:origin x="359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an Damnjanovic" userId="ac64187cd8522d98" providerId="LiveId" clId="{ABFD1759-E175-494F-A817-961427C3E804}"/>
    <pc:docChg chg="undo custSel mod addSld delSld modSld sldOrd">
      <pc:chgData name="Ivan Damnjanovic" userId="ac64187cd8522d98" providerId="LiveId" clId="{ABFD1759-E175-494F-A817-961427C3E804}" dt="2020-11-17T13:33:20.094" v="4375" actId="20577"/>
      <pc:docMkLst>
        <pc:docMk/>
      </pc:docMkLst>
      <pc:sldChg chg="delSp modSp mod ord modNotesTx">
        <pc:chgData name="Ivan Damnjanovic" userId="ac64187cd8522d98" providerId="LiveId" clId="{ABFD1759-E175-494F-A817-961427C3E804}" dt="2020-11-17T13:33:20.094" v="4375" actId="20577"/>
        <pc:sldMkLst>
          <pc:docMk/>
          <pc:sldMk cId="[redacted]" sldId="260"/>
        </pc:sldMkLst>
        <pc:spChg chg="mod">
          <ac:chgData name="Ivan Damnjanovic" userId="ac64187cd8522d98" providerId="LiveId" clId="{ABFD1759-E175-494F-A817-961427C3E804}" dt="2020-11-16T18:34:08.868" v="486" actId="12788"/>
          <ac:spMkLst>
            <pc:docMk/>
            <pc:sldMk cId="[redacted]" sldId="260"/>
            <ac:spMk id="38" creationId="{E21BC74C-6746-EE44-8DD1-B654F88D5537}"/>
          </ac:spMkLst>
        </pc:spChg>
        <pc:spChg chg="mod">
          <ac:chgData name="Ivan Damnjanovic" userId="ac64187cd8522d98" providerId="LiveId" clId="{ABFD1759-E175-494F-A817-961427C3E804}" dt="2020-11-17T13:33:20.094" v="4375" actId="20577"/>
          <ac:spMkLst>
            <pc:docMk/>
            <pc:sldMk cId="[redacted]" sldId="260"/>
            <ac:spMk id="1010" creationId="{00000000-0000-0000-0000-000000000000}"/>
          </ac:spMkLst>
        </pc:spChg>
        <pc:spChg chg="mod">
          <ac:chgData name="Ivan Damnjanovic" userId="ac64187cd8522d98" providerId="LiveId" clId="{ABFD1759-E175-494F-A817-961427C3E804}" dt="2020-11-16T18:34:14.272" v="488" actId="1076"/>
          <ac:spMkLst>
            <pc:docMk/>
            <pc:sldMk cId="[redacted]" sldId="260"/>
            <ac:spMk id="1020" creationId="{00000000-0000-0000-0000-000000000000}"/>
          </ac:spMkLst>
        </pc:spChg>
        <pc:spChg chg="del mod">
          <ac:chgData name="Ivan Damnjanovic" userId="ac64187cd8522d98" providerId="LiveId" clId="{ABFD1759-E175-494F-A817-961427C3E804}" dt="2020-11-16T17:38:29.478" v="24" actId="478"/>
          <ac:spMkLst>
            <pc:docMk/>
            <pc:sldMk cId="[redacted]" sldId="260"/>
            <ac:spMk id="1026" creationId="{00000000-0000-0000-0000-000000000000}"/>
          </ac:spMkLst>
        </pc:spChg>
        <pc:picChg chg="del">
          <ac:chgData name="Ivan Damnjanovic" userId="ac64187cd8522d98" providerId="LiveId" clId="{ABFD1759-E175-494F-A817-961427C3E804}" dt="2020-11-16T17:38:29.478" v="24" actId="478"/>
          <ac:picMkLst>
            <pc:docMk/>
            <pc:sldMk cId="[redacted]" sldId="260"/>
            <ac:picMk id="4" creationId="{236DB9D6-F1E8-B145-85C8-57C4C589915D}"/>
          </ac:picMkLst>
        </pc:picChg>
      </pc:sldChg>
      <pc:sldChg chg="del">
        <pc:chgData name="Ivan Damnjanovic" userId="ac64187cd8522d98" providerId="LiveId" clId="{ABFD1759-E175-494F-A817-961427C3E804}" dt="2020-11-16T18:26:01.192" v="124" actId="2696"/>
        <pc:sldMkLst>
          <pc:docMk/>
          <pc:sldMk cId="1938571380" sldId="275"/>
        </pc:sldMkLst>
      </pc:sldChg>
      <pc:sldChg chg="modNotesTx">
        <pc:chgData name="Ivan Damnjanovic" userId="ac64187cd8522d98" providerId="LiveId" clId="{ABFD1759-E175-494F-A817-961427C3E804}" dt="2020-11-17T04:11:19.899" v="2617" actId="20577"/>
        <pc:sldMkLst>
          <pc:docMk/>
          <pc:sldMk cId="1488476489" sldId="286"/>
        </pc:sldMkLst>
      </pc:sldChg>
      <pc:sldChg chg="modNotesTx">
        <pc:chgData name="Ivan Damnjanovic" userId="ac64187cd8522d98" providerId="LiveId" clId="{ABFD1759-E175-494F-A817-961427C3E804}" dt="2020-11-16T18:40:58.197" v="1533" actId="20577"/>
        <pc:sldMkLst>
          <pc:docMk/>
          <pc:sldMk cId="1106804064" sldId="301"/>
        </pc:sldMkLst>
      </pc:sldChg>
      <pc:sldChg chg="modNotesTx">
        <pc:chgData name="Ivan Damnjanovic" userId="ac64187cd8522d98" providerId="LiveId" clId="{ABFD1759-E175-494F-A817-961427C3E804}" dt="2020-11-17T04:10:21.652" v="2436" actId="20577"/>
        <pc:sldMkLst>
          <pc:docMk/>
          <pc:sldMk cId="[redacted]" sldId="302"/>
        </pc:sldMkLst>
      </pc:sldChg>
      <pc:sldChg chg="modSp mod ord modNotesTx">
        <pc:chgData name="Ivan Damnjanovic" userId="ac64187cd8522d98" providerId="LiveId" clId="{ABFD1759-E175-494F-A817-961427C3E804}" dt="2020-11-17T13:32:45.862" v="4361" actId="20577"/>
        <pc:sldMkLst>
          <pc:docMk/>
          <pc:sldMk cId="193669708" sldId="304"/>
        </pc:sldMkLst>
        <pc:spChg chg="mod">
          <ac:chgData name="Ivan Damnjanovic" userId="ac64187cd8522d98" providerId="LiveId" clId="{ABFD1759-E175-494F-A817-961427C3E804}" dt="2020-11-16T18:35:20.428" v="491" actId="1076"/>
          <ac:spMkLst>
            <pc:docMk/>
            <pc:sldMk cId="193669708" sldId="304"/>
            <ac:spMk id="263" creationId="{00000000-0000-0000-0000-000000000000}"/>
          </ac:spMkLst>
        </pc:spChg>
      </pc:sldChg>
      <pc:sldChg chg="modNotesTx">
        <pc:chgData name="Ivan Damnjanovic" userId="ac64187cd8522d98" providerId="LiveId" clId="{ABFD1759-E175-494F-A817-961427C3E804}" dt="2020-11-17T04:03:42.711" v="2138" actId="20577"/>
        <pc:sldMkLst>
          <pc:docMk/>
          <pc:sldMk cId="[redacted]" sldId="316"/>
        </pc:sldMkLst>
      </pc:sldChg>
      <pc:sldChg chg="modSp mod">
        <pc:chgData name="Ivan Damnjanovic" userId="ac64187cd8522d98" providerId="LiveId" clId="{ABFD1759-E175-494F-A817-961427C3E804}" dt="2020-11-17T04:56:13.357" v="4358" actId="20577"/>
        <pc:sldMkLst>
          <pc:docMk/>
          <pc:sldMk cId="[redacted]" sldId="339"/>
        </pc:sldMkLst>
        <pc:spChg chg="mod">
          <ac:chgData name="Ivan Damnjanovic" userId="ac64187cd8522d98" providerId="LiveId" clId="{ABFD1759-E175-494F-A817-961427C3E804}" dt="2020-11-17T04:56:13.357" v="4358" actId="20577"/>
          <ac:spMkLst>
            <pc:docMk/>
            <pc:sldMk cId="[redacted]" sldId="339"/>
            <ac:spMk id="6" creationId="{8A9A674A-E934-41FC-A6B0-B25E4FB57122}"/>
          </ac:spMkLst>
        </pc:spChg>
      </pc:sldChg>
      <pc:sldChg chg="addSp delSp modSp mod modNotesTx">
        <pc:chgData name="Ivan Damnjanovic" userId="ac64187cd8522d98" providerId="LiveId" clId="{ABFD1759-E175-494F-A817-961427C3E804}" dt="2020-11-17T04:14:33.876" v="3041" actId="20577"/>
        <pc:sldMkLst>
          <pc:docMk/>
          <pc:sldMk cId="1575612198" sldId="346"/>
        </pc:sldMkLst>
        <pc:spChg chg="mod">
          <ac:chgData name="Ivan Damnjanovic" userId="ac64187cd8522d98" providerId="LiveId" clId="{ABFD1759-E175-494F-A817-961427C3E804}" dt="2020-11-16T18:42:53.156" v="1801" actId="1076"/>
          <ac:spMkLst>
            <pc:docMk/>
            <pc:sldMk cId="1575612198" sldId="346"/>
            <ac:spMk id="2" creationId="{ED2795B0-35B3-1D40-A27B-D18CC3F07C66}"/>
          </ac:spMkLst>
        </pc:spChg>
        <pc:picChg chg="add del">
          <ac:chgData name="Ivan Damnjanovic" userId="ac64187cd8522d98" providerId="LiveId" clId="{ABFD1759-E175-494F-A817-961427C3E804}" dt="2020-11-16T19:10:09.149" v="1803"/>
          <ac:picMkLst>
            <pc:docMk/>
            <pc:sldMk cId="1575612198" sldId="346"/>
            <ac:picMk id="1026" creationId="{7B110940-4710-CA4D-BC9B-807D58F1ABF4}"/>
          </ac:picMkLst>
        </pc:picChg>
      </pc:sldChg>
      <pc:sldChg chg="del">
        <pc:chgData name="Ivan Damnjanovic" userId="ac64187cd8522d98" providerId="LiveId" clId="{ABFD1759-E175-494F-A817-961427C3E804}" dt="2020-11-16T17:39:27.640" v="98" actId="2696"/>
        <pc:sldMkLst>
          <pc:docMk/>
          <pc:sldMk cId="[redacted]" sldId="349"/>
        </pc:sldMkLst>
      </pc:sldChg>
      <pc:sldChg chg="modNotesTx">
        <pc:chgData name="Ivan Damnjanovic" userId="ac64187cd8522d98" providerId="LiveId" clId="{ABFD1759-E175-494F-A817-961427C3E804}" dt="2020-11-17T04:05:41.365" v="2211" actId="20577"/>
        <pc:sldMkLst>
          <pc:docMk/>
          <pc:sldMk cId="[redacted]" sldId="351"/>
        </pc:sldMkLst>
      </pc:sldChg>
      <pc:sldChg chg="delSp del mod delAnim">
        <pc:chgData name="Ivan Damnjanovic" userId="ac64187cd8522d98" providerId="LiveId" clId="{ABFD1759-E175-494F-A817-961427C3E804}" dt="2020-11-16T17:39:52.211" v="103" actId="2696"/>
        <pc:sldMkLst>
          <pc:docMk/>
          <pc:sldMk cId="1604695994" sldId="353"/>
        </pc:sldMkLst>
        <pc:picChg chg="del">
          <ac:chgData name="Ivan Damnjanovic" userId="ac64187cd8522d98" providerId="LiveId" clId="{ABFD1759-E175-494F-A817-961427C3E804}" dt="2020-11-16T17:39:49.193" v="102" actId="478"/>
          <ac:picMkLst>
            <pc:docMk/>
            <pc:sldMk cId="1604695994" sldId="353"/>
            <ac:picMk id="5" creationId="{B6249620-FF0E-DD4C-89CF-E991C739BBD6}"/>
          </ac:picMkLst>
        </pc:picChg>
      </pc:sldChg>
      <pc:sldChg chg="addSp delSp modSp new mod modAnim">
        <pc:chgData name="Ivan Damnjanovic" userId="ac64187cd8522d98" providerId="LiveId" clId="{ABFD1759-E175-494F-A817-961427C3E804}" dt="2020-11-16T18:28:41.236" v="129"/>
        <pc:sldMkLst>
          <pc:docMk/>
          <pc:sldMk cId="[redacted]" sldId="353"/>
        </pc:sldMkLst>
        <pc:spChg chg="del">
          <ac:chgData name="Ivan Damnjanovic" userId="ac64187cd8522d98" providerId="LiveId" clId="{ABFD1759-E175-494F-A817-961427C3E804}" dt="2020-11-16T18:26:08.670" v="126" actId="478"/>
          <ac:spMkLst>
            <pc:docMk/>
            <pc:sldMk cId="[redacted]" sldId="353"/>
            <ac:spMk id="2" creationId="{AB1364B6-FBB5-664A-BC6B-F4DB48FC7B42}"/>
          </ac:spMkLst>
        </pc:spChg>
        <pc:spChg chg="del">
          <ac:chgData name="Ivan Damnjanovic" userId="ac64187cd8522d98" providerId="LiveId" clId="{ABFD1759-E175-494F-A817-961427C3E804}" dt="2020-11-16T18:26:09.844" v="127" actId="478"/>
          <ac:spMkLst>
            <pc:docMk/>
            <pc:sldMk cId="[redacted]" sldId="353"/>
            <ac:spMk id="3" creationId="{BF4102F7-5C3E-AE42-917F-CBE3227505E2}"/>
          </ac:spMkLst>
        </pc:spChg>
        <pc:spChg chg="del">
          <ac:chgData name="Ivan Damnjanovic" userId="ac64187cd8522d98" providerId="LiveId" clId="{ABFD1759-E175-494F-A817-961427C3E804}" dt="2020-11-16T18:26:13.135" v="128" actId="478"/>
          <ac:spMkLst>
            <pc:docMk/>
            <pc:sldMk cId="[redacted]" sldId="353"/>
            <ac:spMk id="4" creationId="{CFDDC2B6-ABB7-A646-9B30-50BDBF2094DD}"/>
          </ac:spMkLst>
        </pc:spChg>
        <pc:picChg chg="add mod">
          <ac:chgData name="Ivan Damnjanovic" userId="ac64187cd8522d98" providerId="LiveId" clId="{ABFD1759-E175-494F-A817-961427C3E804}" dt="2020-11-16T18:28:41.236" v="129"/>
          <ac:picMkLst>
            <pc:docMk/>
            <pc:sldMk cId="[redacted]" sldId="353"/>
            <ac:picMk id="5" creationId="{E83BC94D-A980-4045-BFA5-D61C919E7996}"/>
          </ac:picMkLst>
        </pc:picChg>
      </pc:sldChg>
      <pc:sldChg chg="addSp modSp new mod modClrScheme chgLayout modNotesTx">
        <pc:chgData name="Ivan Damnjanovic" userId="ac64187cd8522d98" providerId="LiveId" clId="{ABFD1759-E175-494F-A817-961427C3E804}" dt="2020-11-16T18:39:52.840" v="1147" actId="20577"/>
        <pc:sldMkLst>
          <pc:docMk/>
          <pc:sldMk cId="[redacted]" sldId="354"/>
        </pc:sldMkLst>
        <pc:spChg chg="mod ord">
          <ac:chgData name="Ivan Damnjanovic" userId="ac64187cd8522d98" providerId="LiveId" clId="{ABFD1759-E175-494F-A817-961427C3E804}" dt="2020-11-16T18:29:09.417" v="131" actId="700"/>
          <ac:spMkLst>
            <pc:docMk/>
            <pc:sldMk cId="[redacted]" sldId="354"/>
            <ac:spMk id="2" creationId="{0F664135-A44E-024B-83E9-77D7395DAFF3}"/>
          </ac:spMkLst>
        </pc:spChg>
        <pc:spChg chg="add mod ord">
          <ac:chgData name="Ivan Damnjanovic" userId="ac64187cd8522d98" providerId="LiveId" clId="{ABFD1759-E175-494F-A817-961427C3E804}" dt="2020-11-16T18:29:15.085" v="156" actId="20577"/>
          <ac:spMkLst>
            <pc:docMk/>
            <pc:sldMk cId="[redacted]" sldId="354"/>
            <ac:spMk id="3" creationId="{FD65B55F-DBAC-324B-954E-694439E5C954}"/>
          </ac:spMkLst>
        </pc:spChg>
        <pc:spChg chg="add mod">
          <ac:chgData name="Ivan Damnjanovic" userId="ac64187cd8522d98" providerId="LiveId" clId="{ABFD1759-E175-494F-A817-961427C3E804}" dt="2020-11-16T18:36:23.736" v="534" actId="20577"/>
          <ac:spMkLst>
            <pc:docMk/>
            <pc:sldMk cId="[redacted]" sldId="354"/>
            <ac:spMk id="4" creationId="{07864128-00D5-6443-9835-28197C0B596C}"/>
          </ac:spMkLst>
        </pc:spChg>
      </pc:sldChg>
      <pc:sldChg chg="addSp delSp modSp new mod setBg modClrScheme chgLayout modNotesTx">
        <pc:chgData name="Ivan Damnjanovic" userId="ac64187cd8522d98" providerId="LiveId" clId="{ABFD1759-E175-494F-A817-961427C3E804}" dt="2020-11-17T04:16:51.390" v="3454" actId="20577"/>
        <pc:sldMkLst>
          <pc:docMk/>
          <pc:sldMk cId="[redacted]" sldId="355"/>
        </pc:sldMkLst>
        <pc:spChg chg="mod ord">
          <ac:chgData name="Ivan Damnjanovic" userId="ac64187cd8522d98" providerId="LiveId" clId="{ABFD1759-E175-494F-A817-961427C3E804}" dt="2020-11-16T19:12:15.861" v="1825" actId="700"/>
          <ac:spMkLst>
            <pc:docMk/>
            <pc:sldMk cId="[redacted]" sldId="355"/>
            <ac:spMk id="2" creationId="{84411928-A986-3548-A79E-056387845340}"/>
          </ac:spMkLst>
        </pc:spChg>
        <pc:spChg chg="add del mod ord">
          <ac:chgData name="Ivan Damnjanovic" userId="ac64187cd8522d98" providerId="LiveId" clId="{ABFD1759-E175-494F-A817-961427C3E804}" dt="2020-11-16T19:12:11.513" v="1821" actId="700"/>
          <ac:spMkLst>
            <pc:docMk/>
            <pc:sldMk cId="[redacted]" sldId="355"/>
            <ac:spMk id="3" creationId="{462A43D9-82CD-C541-A7FD-7B2252608DBE}"/>
          </ac:spMkLst>
        </pc:spChg>
        <pc:spChg chg="add del mod ord">
          <ac:chgData name="Ivan Damnjanovic" userId="ac64187cd8522d98" providerId="LiveId" clId="{ABFD1759-E175-494F-A817-961427C3E804}" dt="2020-11-16T19:12:11.513" v="1821" actId="700"/>
          <ac:spMkLst>
            <pc:docMk/>
            <pc:sldMk cId="[redacted]" sldId="355"/>
            <ac:spMk id="5" creationId="{032BB434-1533-5C43-8A92-6A0F698EEB81}"/>
          </ac:spMkLst>
        </pc:spChg>
        <pc:spChg chg="add del mod ord">
          <ac:chgData name="Ivan Damnjanovic" userId="ac64187cd8522d98" providerId="LiveId" clId="{ABFD1759-E175-494F-A817-961427C3E804}" dt="2020-11-16T19:11:48.695" v="1819" actId="700"/>
          <ac:spMkLst>
            <pc:docMk/>
            <pc:sldMk cId="[redacted]" sldId="355"/>
            <ac:spMk id="6" creationId="{10DE50FC-8E95-F241-84C6-DE6E9976881E}"/>
          </ac:spMkLst>
        </pc:spChg>
        <pc:spChg chg="add mod ord">
          <ac:chgData name="Ivan Damnjanovic" userId="ac64187cd8522d98" providerId="LiveId" clId="{ABFD1759-E175-494F-A817-961427C3E804}" dt="2020-11-16T19:12:18.530" v="1835" actId="20577"/>
          <ac:spMkLst>
            <pc:docMk/>
            <pc:sldMk cId="[redacted]" sldId="355"/>
            <ac:spMk id="7" creationId="{2C465E40-4D76-5449-9812-A139FDCBED7F}"/>
          </ac:spMkLst>
        </pc:spChg>
        <pc:spChg chg="add mod">
          <ac:chgData name="Ivan Damnjanovic" userId="ac64187cd8522d98" providerId="LiveId" clId="{ABFD1759-E175-494F-A817-961427C3E804}" dt="2020-11-17T04:15:50.370" v="3214" actId="20577"/>
          <ac:spMkLst>
            <pc:docMk/>
            <pc:sldMk cId="[redacted]" sldId="355"/>
            <ac:spMk id="11" creationId="{68A8089F-E2E9-6242-B5E4-9B658A0EB82E}"/>
          </ac:spMkLst>
        </pc:spChg>
        <pc:graphicFrameChg chg="add mod">
          <ac:chgData name="Ivan Damnjanovic" userId="ac64187cd8522d98" providerId="LiveId" clId="{ABFD1759-E175-494F-A817-961427C3E804}" dt="2020-11-16T19:12:13.844" v="1824"/>
          <ac:graphicFrameMkLst>
            <pc:docMk/>
            <pc:sldMk cId="[redacted]" sldId="355"/>
            <ac:graphicFrameMk id="4" creationId="{00000000-0008-0000-0700-000002000000}"/>
          </ac:graphicFrameMkLst>
        </pc:graphicFrameChg>
        <pc:graphicFrameChg chg="add del mod">
          <ac:chgData name="Ivan Damnjanovic" userId="ac64187cd8522d98" providerId="LiveId" clId="{ABFD1759-E175-494F-A817-961427C3E804}" dt="2020-11-16T19:18:49.951" v="2011" actId="478"/>
          <ac:graphicFrameMkLst>
            <pc:docMk/>
            <pc:sldMk cId="[redacted]" sldId="355"/>
            <ac:graphicFrameMk id="9" creationId="{00000000-0008-0000-0700-000002000000}"/>
          </ac:graphicFrameMkLst>
        </pc:graphicFrameChg>
        <pc:graphicFrameChg chg="add mod">
          <ac:chgData name="Ivan Damnjanovic" userId="ac64187cd8522d98" providerId="LiveId" clId="{ABFD1759-E175-494F-A817-961427C3E804}" dt="2020-11-17T04:15:46.018" v="3207" actId="167"/>
          <ac:graphicFrameMkLst>
            <pc:docMk/>
            <pc:sldMk cId="[redacted]" sldId="355"/>
            <ac:graphicFrameMk id="14" creationId="{00000000-0008-0000-0700-000002000000}"/>
          </ac:graphicFrameMkLst>
        </pc:graphicFrameChg>
        <pc:picChg chg="add del mod">
          <ac:chgData name="Ivan Damnjanovic" userId="ac64187cd8522d98" providerId="LiveId" clId="{ABFD1759-E175-494F-A817-961427C3E804}" dt="2020-11-16T19:11:01.968" v="1809" actId="478"/>
          <ac:picMkLst>
            <pc:docMk/>
            <pc:sldMk cId="[redacted]" sldId="355"/>
            <ac:picMk id="2050" creationId="{178BF960-3CB8-DA45-82A3-DF8B463C20C9}"/>
          </ac:picMkLst>
        </pc:picChg>
        <pc:cxnChg chg="add del mod">
          <ac:chgData name="Ivan Damnjanovic" userId="ac64187cd8522d98" providerId="LiveId" clId="{ABFD1759-E175-494F-A817-961427C3E804}" dt="2020-11-16T19:14:09.850" v="1862" actId="478"/>
          <ac:cxnSpMkLst>
            <pc:docMk/>
            <pc:sldMk cId="[redacted]" sldId="355"/>
            <ac:cxnSpMk id="10" creationId="{25CC0E33-0D66-0C45-B3A4-3B88F3E7B6A4}"/>
          </ac:cxnSpMkLst>
        </pc:cxnChg>
        <pc:cxnChg chg="add del mod">
          <ac:chgData name="Ivan Damnjanovic" userId="ac64187cd8522d98" providerId="LiveId" clId="{ABFD1759-E175-494F-A817-961427C3E804}" dt="2020-11-16T19:14:09.850" v="1862" actId="478"/>
          <ac:cxnSpMkLst>
            <pc:docMk/>
            <pc:sldMk cId="[redacted]" sldId="355"/>
            <ac:cxnSpMk id="12" creationId="{40ACC7AF-1FEF-F443-B371-22DF074087A2}"/>
          </ac:cxnSpMkLst>
        </pc:cxnChg>
      </pc:sldChg>
    </pc:docChg>
  </pc:docChgLst>
  <pc:docChgLst>
    <pc:chgData name="Ivan Damnjanovic" userId="ac64187cd8522d98" providerId="LiveId" clId="{F04E2284-E310-E248-8C15-DA3CE4ECF19F}"/>
    <pc:docChg chg="undo custSel addSld delSld modSld sldOrd">
      <pc:chgData name="Ivan Damnjanovic" userId="ac64187cd8522d98" providerId="LiveId" clId="{F04E2284-E310-E248-8C15-DA3CE4ECF19F}" dt="2020-11-16T17:37:05.811" v="340" actId="1076"/>
      <pc:docMkLst>
        <pc:docMk/>
      </pc:docMkLst>
      <pc:sldChg chg="addSp delSp modSp del mod modShow">
        <pc:chgData name="Ivan Damnjanovic" userId="ac64187cd8522d98" providerId="LiveId" clId="{F04E2284-E310-E248-8C15-DA3CE4ECF19F}" dt="2020-11-16T10:25:26.088" v="272" actId="2696"/>
        <pc:sldMkLst>
          <pc:docMk/>
          <pc:sldMk cId="1476430173" sldId="260"/>
        </pc:sldMkLst>
        <pc:spChg chg="mod">
          <ac:chgData name="Ivan Damnjanovic" userId="ac64187cd8522d98" providerId="LiveId" clId="{F04E2284-E310-E248-8C15-DA3CE4ECF19F}" dt="2020-11-11T08:53:01.568" v="191" actId="1076"/>
          <ac:spMkLst>
            <pc:docMk/>
            <pc:sldMk cId="1476430173" sldId="260"/>
            <ac:spMk id="2" creationId="{3FB4609F-9DB0-7846-9537-304B63E4281E}"/>
          </ac:spMkLst>
        </pc:spChg>
        <pc:spChg chg="add mod">
          <ac:chgData name="Ivan Damnjanovic" userId="ac64187cd8522d98" providerId="LiveId" clId="{F04E2284-E310-E248-8C15-DA3CE4ECF19F}" dt="2020-11-11T08:53:43.102" v="205"/>
          <ac:spMkLst>
            <pc:docMk/>
            <pc:sldMk cId="1476430173" sldId="260"/>
            <ac:spMk id="34" creationId="{B9B0F0BC-AE29-0744-B8FB-54B53E16E5FE}"/>
          </ac:spMkLst>
        </pc:spChg>
        <pc:spChg chg="del mod">
          <ac:chgData name="Ivan Damnjanovic" userId="ac64187cd8522d98" providerId="LiveId" clId="{F04E2284-E310-E248-8C15-DA3CE4ECF19F}" dt="2020-11-11T08:25:07.581" v="5" actId="478"/>
          <ac:spMkLst>
            <pc:docMk/>
            <pc:sldMk cId="1476430173" sldId="260"/>
            <ac:spMk id="37" creationId="{2DBCA708-9B07-1046-BCC5-1C02D22540BD}"/>
          </ac:spMkLst>
        </pc:spChg>
        <pc:spChg chg="add del">
          <ac:chgData name="Ivan Damnjanovic" userId="ac64187cd8522d98" providerId="LiveId" clId="{F04E2284-E310-E248-8C15-DA3CE4ECF19F}" dt="2020-11-11T08:53:46.453" v="207" actId="478"/>
          <ac:spMkLst>
            <pc:docMk/>
            <pc:sldMk cId="1476430173" sldId="260"/>
            <ac:spMk id="999" creationId="{00000000-0000-0000-0000-000000000000}"/>
          </ac:spMkLst>
        </pc:spChg>
        <pc:spChg chg="mod">
          <ac:chgData name="Ivan Damnjanovic" userId="ac64187cd8522d98" providerId="LiveId" clId="{F04E2284-E310-E248-8C15-DA3CE4ECF19F}" dt="2020-11-11T08:53:07.955" v="193" actId="408"/>
          <ac:spMkLst>
            <pc:docMk/>
            <pc:sldMk cId="1476430173" sldId="260"/>
            <ac:spMk id="1009" creationId="{00000000-0000-0000-0000-000000000000}"/>
          </ac:spMkLst>
        </pc:spChg>
        <pc:spChg chg="mod">
          <ac:chgData name="Ivan Damnjanovic" userId="ac64187cd8522d98" providerId="LiveId" clId="{F04E2284-E310-E248-8C15-DA3CE4ECF19F}" dt="2020-11-11T08:53:07.955" v="193" actId="408"/>
          <ac:spMkLst>
            <pc:docMk/>
            <pc:sldMk cId="1476430173" sldId="260"/>
            <ac:spMk id="1010" creationId="{00000000-0000-0000-0000-000000000000}"/>
          </ac:spMkLst>
        </pc:spChg>
        <pc:spChg chg="mod">
          <ac:chgData name="Ivan Damnjanovic" userId="ac64187cd8522d98" providerId="LiveId" clId="{F04E2284-E310-E248-8C15-DA3CE4ECF19F}" dt="2020-11-11T08:53:07.955" v="193" actId="408"/>
          <ac:spMkLst>
            <pc:docMk/>
            <pc:sldMk cId="1476430173" sldId="260"/>
            <ac:spMk id="1016" creationId="{00000000-0000-0000-0000-000000000000}"/>
          </ac:spMkLst>
        </pc:spChg>
        <pc:spChg chg="del">
          <ac:chgData name="Ivan Damnjanovic" userId="ac64187cd8522d98" providerId="LiveId" clId="{F04E2284-E310-E248-8C15-DA3CE4ECF19F}" dt="2020-11-11T08:25:00.101" v="2" actId="478"/>
          <ac:spMkLst>
            <pc:docMk/>
            <pc:sldMk cId="1476430173" sldId="260"/>
            <ac:spMk id="1021" creationId="{00000000-0000-0000-0000-000000000000}"/>
          </ac:spMkLst>
        </pc:spChg>
        <pc:spChg chg="mod">
          <ac:chgData name="Ivan Damnjanovic" userId="ac64187cd8522d98" providerId="LiveId" clId="{F04E2284-E310-E248-8C15-DA3CE4ECF19F}" dt="2020-11-11T08:53:07.955" v="193" actId="408"/>
          <ac:spMkLst>
            <pc:docMk/>
            <pc:sldMk cId="1476430173" sldId="260"/>
            <ac:spMk id="1025" creationId="{00000000-0000-0000-0000-000000000000}"/>
          </ac:spMkLst>
        </pc:spChg>
        <pc:spChg chg="mod">
          <ac:chgData name="Ivan Damnjanovic" userId="ac64187cd8522d98" providerId="LiveId" clId="{F04E2284-E310-E248-8C15-DA3CE4ECF19F}" dt="2020-11-11T08:25:28.342" v="30" actId="20577"/>
          <ac:spMkLst>
            <pc:docMk/>
            <pc:sldMk cId="1476430173" sldId="260"/>
            <ac:spMk id="1026" creationId="{00000000-0000-0000-0000-000000000000}"/>
          </ac:spMkLst>
        </pc:spChg>
        <pc:spChg chg="mod">
          <ac:chgData name="Ivan Damnjanovic" userId="ac64187cd8522d98" providerId="LiveId" clId="{F04E2284-E310-E248-8C15-DA3CE4ECF19F}" dt="2020-11-11T08:53:07.955" v="193" actId="408"/>
          <ac:spMkLst>
            <pc:docMk/>
            <pc:sldMk cId="1476430173" sldId="260"/>
            <ac:spMk id="1027" creationId="{00000000-0000-0000-0000-000000000000}"/>
          </ac:spMkLst>
        </pc:spChg>
        <pc:spChg chg="del">
          <ac:chgData name="Ivan Damnjanovic" userId="ac64187cd8522d98" providerId="LiveId" clId="{F04E2284-E310-E248-8C15-DA3CE4ECF19F}" dt="2020-11-11T08:25:09.588" v="6" actId="478"/>
          <ac:spMkLst>
            <pc:docMk/>
            <pc:sldMk cId="1476430173" sldId="260"/>
            <ac:spMk id="1028" creationId="{00000000-0000-0000-0000-000000000000}"/>
          </ac:spMkLst>
        </pc:spChg>
        <pc:grpChg chg="del">
          <ac:chgData name="Ivan Damnjanovic" userId="ac64187cd8522d98" providerId="LiveId" clId="{F04E2284-E310-E248-8C15-DA3CE4ECF19F}" dt="2020-11-11T08:24:56.684" v="0" actId="478"/>
          <ac:grpSpMkLst>
            <pc:docMk/>
            <pc:sldMk cId="1476430173" sldId="260"/>
            <ac:grpSpMk id="1000" creationId="{00000000-0000-0000-0000-000000000000}"/>
          </ac:grpSpMkLst>
        </pc:grpChg>
        <pc:grpChg chg="mod">
          <ac:chgData name="Ivan Damnjanovic" userId="ac64187cd8522d98" providerId="LiveId" clId="{F04E2284-E310-E248-8C15-DA3CE4ECF19F}" dt="2020-11-11T08:53:07.955" v="193" actId="408"/>
          <ac:grpSpMkLst>
            <pc:docMk/>
            <pc:sldMk cId="1476430173" sldId="260"/>
            <ac:grpSpMk id="1003" creationId="{00000000-0000-0000-0000-000000000000}"/>
          </ac:grpSpMkLst>
        </pc:grpChg>
        <pc:grpChg chg="mod">
          <ac:chgData name="Ivan Damnjanovic" userId="ac64187cd8522d98" providerId="LiveId" clId="{F04E2284-E310-E248-8C15-DA3CE4ECF19F}" dt="2020-11-11T08:53:07.955" v="193" actId="408"/>
          <ac:grpSpMkLst>
            <pc:docMk/>
            <pc:sldMk cId="1476430173" sldId="260"/>
            <ac:grpSpMk id="1006" creationId="{00000000-0000-0000-0000-000000000000}"/>
          </ac:grpSpMkLst>
        </pc:grpChg>
        <pc:grpChg chg="mod">
          <ac:chgData name="Ivan Damnjanovic" userId="ac64187cd8522d98" providerId="LiveId" clId="{F04E2284-E310-E248-8C15-DA3CE4ECF19F}" dt="2020-11-11T08:53:07.955" v="193" actId="408"/>
          <ac:grpSpMkLst>
            <pc:docMk/>
            <pc:sldMk cId="1476430173" sldId="260"/>
            <ac:grpSpMk id="1013" creationId="{00000000-0000-0000-0000-000000000000}"/>
          </ac:grpSpMkLst>
        </pc:grpChg>
        <pc:picChg chg="del">
          <ac:chgData name="Ivan Damnjanovic" userId="ac64187cd8522d98" providerId="LiveId" clId="{F04E2284-E310-E248-8C15-DA3CE4ECF19F}" dt="2020-11-11T08:25:29.462" v="31" actId="478"/>
          <ac:picMkLst>
            <pc:docMk/>
            <pc:sldMk cId="1476430173" sldId="260"/>
            <ac:picMk id="4" creationId="{236DB9D6-F1E8-B145-85C8-57C4C589915D}"/>
          </ac:picMkLst>
        </pc:picChg>
        <pc:picChg chg="mod">
          <ac:chgData name="Ivan Damnjanovic" userId="ac64187cd8522d98" providerId="LiveId" clId="{F04E2284-E310-E248-8C15-DA3CE4ECF19F}" dt="2020-11-11T08:53:01.568" v="191" actId="1076"/>
          <ac:picMkLst>
            <pc:docMk/>
            <pc:sldMk cId="1476430173" sldId="260"/>
            <ac:picMk id="6" creationId="{00D12B80-307F-0640-87D0-7A5E7162F107}"/>
          </ac:picMkLst>
        </pc:picChg>
        <pc:picChg chg="mod">
          <ac:chgData name="Ivan Damnjanovic" userId="ac64187cd8522d98" providerId="LiveId" clId="{F04E2284-E310-E248-8C15-DA3CE4ECF19F}" dt="2020-11-11T08:53:07.955" v="193" actId="408"/>
          <ac:picMkLst>
            <pc:docMk/>
            <pc:sldMk cId="1476430173" sldId="260"/>
            <ac:picMk id="8" creationId="{12AE1ED3-5D1B-FB4D-A727-57DA39310E15}"/>
          </ac:picMkLst>
        </pc:picChg>
        <pc:picChg chg="mod">
          <ac:chgData name="Ivan Damnjanovic" userId="ac64187cd8522d98" providerId="LiveId" clId="{F04E2284-E310-E248-8C15-DA3CE4ECF19F}" dt="2020-11-11T08:53:07.955" v="193" actId="408"/>
          <ac:picMkLst>
            <pc:docMk/>
            <pc:sldMk cId="1476430173" sldId="260"/>
            <ac:picMk id="40" creationId="{4A6ADEA3-092C-034C-9118-B0DBE8B5B9EA}"/>
          </ac:picMkLst>
        </pc:picChg>
        <pc:picChg chg="mod">
          <ac:chgData name="Ivan Damnjanovic" userId="ac64187cd8522d98" providerId="LiveId" clId="{F04E2284-E310-E248-8C15-DA3CE4ECF19F}" dt="2020-11-11T08:53:07.955" v="193" actId="408"/>
          <ac:picMkLst>
            <pc:docMk/>
            <pc:sldMk cId="1476430173" sldId="260"/>
            <ac:picMk id="41" creationId="{84F26CD3-A82B-2A4C-A37B-048221E753B3}"/>
          </ac:picMkLst>
        </pc:picChg>
        <pc:picChg chg="del">
          <ac:chgData name="Ivan Damnjanovic" userId="ac64187cd8522d98" providerId="LiveId" clId="{F04E2284-E310-E248-8C15-DA3CE4ECF19F}" dt="2020-11-11T08:24:57.495" v="1" actId="478"/>
          <ac:picMkLst>
            <pc:docMk/>
            <pc:sldMk cId="1476430173" sldId="260"/>
            <ac:picMk id="50" creationId="{4C25B665-2CA4-8D47-B659-381249E1DFB8}"/>
          </ac:picMkLst>
        </pc:picChg>
      </pc:sldChg>
      <pc:sldChg chg="addSp delSp modSp add mod ord">
        <pc:chgData name="Ivan Damnjanovic" userId="ac64187cd8522d98" providerId="LiveId" clId="{F04E2284-E310-E248-8C15-DA3CE4ECF19F}" dt="2020-11-16T17:37:05.811" v="340" actId="1076"/>
        <pc:sldMkLst>
          <pc:docMk/>
          <pc:sldMk cId="[redacted]" sldId="260"/>
        </pc:sldMkLst>
        <pc:spChg chg="mod">
          <ac:chgData name="Ivan Damnjanovic" userId="ac64187cd8522d98" providerId="LiveId" clId="{F04E2284-E310-E248-8C15-DA3CE4ECF19F}" dt="2020-11-16T17:37:05.811" v="340" actId="1076"/>
          <ac:spMkLst>
            <pc:docMk/>
            <pc:sldMk cId="[redacted]" sldId="260"/>
            <ac:spMk id="2" creationId="{3FB4609F-9DB0-7846-9537-304B63E4281E}"/>
          </ac:spMkLst>
        </pc:spChg>
        <pc:spChg chg="del">
          <ac:chgData name="Ivan Damnjanovic" userId="ac64187cd8522d98" providerId="LiveId" clId="{F04E2284-E310-E248-8C15-DA3CE4ECF19F}" dt="2020-11-16T17:36:47.305" v="338" actId="478"/>
          <ac:spMkLst>
            <pc:docMk/>
            <pc:sldMk cId="[redacted]" sldId="260"/>
            <ac:spMk id="37" creationId="{2DBCA708-9B07-1046-BCC5-1C02D22540BD}"/>
          </ac:spMkLst>
        </pc:spChg>
        <pc:spChg chg="mod">
          <ac:chgData name="Ivan Damnjanovic" userId="ac64187cd8522d98" providerId="LiveId" clId="{F04E2284-E310-E248-8C15-DA3CE4ECF19F}" dt="2020-11-16T17:37:05.811" v="340" actId="1076"/>
          <ac:spMkLst>
            <pc:docMk/>
            <pc:sldMk cId="[redacted]" sldId="260"/>
            <ac:spMk id="1009" creationId="{00000000-0000-0000-0000-000000000000}"/>
          </ac:spMkLst>
        </pc:spChg>
        <pc:spChg chg="mod">
          <ac:chgData name="Ivan Damnjanovic" userId="ac64187cd8522d98" providerId="LiveId" clId="{F04E2284-E310-E248-8C15-DA3CE4ECF19F}" dt="2020-11-16T17:37:05.811" v="340" actId="1076"/>
          <ac:spMkLst>
            <pc:docMk/>
            <pc:sldMk cId="[redacted]" sldId="260"/>
            <ac:spMk id="1010" creationId="{00000000-0000-0000-0000-000000000000}"/>
          </ac:spMkLst>
        </pc:spChg>
        <pc:spChg chg="mod">
          <ac:chgData name="Ivan Damnjanovic" userId="ac64187cd8522d98" providerId="LiveId" clId="{F04E2284-E310-E248-8C15-DA3CE4ECF19F}" dt="2020-11-16T17:37:05.811" v="340" actId="1076"/>
          <ac:spMkLst>
            <pc:docMk/>
            <pc:sldMk cId="[redacted]" sldId="260"/>
            <ac:spMk id="1016" creationId="{00000000-0000-0000-0000-000000000000}"/>
          </ac:spMkLst>
        </pc:spChg>
        <pc:spChg chg="del">
          <ac:chgData name="Ivan Damnjanovic" userId="ac64187cd8522d98" providerId="LiveId" clId="{F04E2284-E310-E248-8C15-DA3CE4ECF19F}" dt="2020-11-16T17:36:49.842" v="339" actId="478"/>
          <ac:spMkLst>
            <pc:docMk/>
            <pc:sldMk cId="[redacted]" sldId="260"/>
            <ac:spMk id="1021" creationId="{00000000-0000-0000-0000-000000000000}"/>
          </ac:spMkLst>
        </pc:spChg>
        <pc:spChg chg="mod">
          <ac:chgData name="Ivan Damnjanovic" userId="ac64187cd8522d98" providerId="LiveId" clId="{F04E2284-E310-E248-8C15-DA3CE4ECF19F}" dt="2020-11-16T17:37:05.811" v="340" actId="1076"/>
          <ac:spMkLst>
            <pc:docMk/>
            <pc:sldMk cId="[redacted]" sldId="260"/>
            <ac:spMk id="1025" creationId="{00000000-0000-0000-0000-000000000000}"/>
          </ac:spMkLst>
        </pc:spChg>
        <pc:spChg chg="mod">
          <ac:chgData name="Ivan Damnjanovic" userId="ac64187cd8522d98" providerId="LiveId" clId="{F04E2284-E310-E248-8C15-DA3CE4ECF19F}" dt="2020-11-16T17:37:05.811" v="340" actId="1076"/>
          <ac:spMkLst>
            <pc:docMk/>
            <pc:sldMk cId="[redacted]" sldId="260"/>
            <ac:spMk id="1026" creationId="{00000000-0000-0000-0000-000000000000}"/>
          </ac:spMkLst>
        </pc:spChg>
        <pc:spChg chg="mod">
          <ac:chgData name="Ivan Damnjanovic" userId="ac64187cd8522d98" providerId="LiveId" clId="{F04E2284-E310-E248-8C15-DA3CE4ECF19F}" dt="2020-11-16T17:37:05.811" v="340" actId="1076"/>
          <ac:spMkLst>
            <pc:docMk/>
            <pc:sldMk cId="[redacted]" sldId="260"/>
            <ac:spMk id="1027" creationId="{00000000-0000-0000-0000-000000000000}"/>
          </ac:spMkLst>
        </pc:spChg>
        <pc:spChg chg="del">
          <ac:chgData name="Ivan Damnjanovic" userId="ac64187cd8522d98" providerId="LiveId" clId="{F04E2284-E310-E248-8C15-DA3CE4ECF19F}" dt="2020-11-16T17:36:49.842" v="339" actId="478"/>
          <ac:spMkLst>
            <pc:docMk/>
            <pc:sldMk cId="[redacted]" sldId="260"/>
            <ac:spMk id="1028" creationId="{00000000-0000-0000-0000-000000000000}"/>
          </ac:spMkLst>
        </pc:spChg>
        <pc:grpChg chg="add del">
          <ac:chgData name="Ivan Damnjanovic" userId="ac64187cd8522d98" providerId="LiveId" clId="{F04E2284-E310-E248-8C15-DA3CE4ECF19F}" dt="2020-11-16T17:36:45.098" v="337" actId="478"/>
          <ac:grpSpMkLst>
            <pc:docMk/>
            <pc:sldMk cId="[redacted]" sldId="260"/>
            <ac:grpSpMk id="1000" creationId="{00000000-0000-0000-0000-000000000000}"/>
          </ac:grpSpMkLst>
        </pc:grpChg>
        <pc:grpChg chg="add del mod">
          <ac:chgData name="Ivan Damnjanovic" userId="ac64187cd8522d98" providerId="LiveId" clId="{F04E2284-E310-E248-8C15-DA3CE4ECF19F}" dt="2020-11-16T17:37:05.811" v="340" actId="1076"/>
          <ac:grpSpMkLst>
            <pc:docMk/>
            <pc:sldMk cId="[redacted]" sldId="260"/>
            <ac:grpSpMk id="1003" creationId="{00000000-0000-0000-0000-000000000000}"/>
          </ac:grpSpMkLst>
        </pc:grpChg>
        <pc:grpChg chg="mod">
          <ac:chgData name="Ivan Damnjanovic" userId="ac64187cd8522d98" providerId="LiveId" clId="{F04E2284-E310-E248-8C15-DA3CE4ECF19F}" dt="2020-11-16T17:37:05.811" v="340" actId="1076"/>
          <ac:grpSpMkLst>
            <pc:docMk/>
            <pc:sldMk cId="[redacted]" sldId="260"/>
            <ac:grpSpMk id="1006" creationId="{00000000-0000-0000-0000-000000000000}"/>
          </ac:grpSpMkLst>
        </pc:grpChg>
        <pc:grpChg chg="mod">
          <ac:chgData name="Ivan Damnjanovic" userId="ac64187cd8522d98" providerId="LiveId" clId="{F04E2284-E310-E248-8C15-DA3CE4ECF19F}" dt="2020-11-16T17:37:05.811" v="340" actId="1076"/>
          <ac:grpSpMkLst>
            <pc:docMk/>
            <pc:sldMk cId="[redacted]" sldId="260"/>
            <ac:grpSpMk id="1013" creationId="{00000000-0000-0000-0000-000000000000}"/>
          </ac:grpSpMkLst>
        </pc:grpChg>
        <pc:picChg chg="mod">
          <ac:chgData name="Ivan Damnjanovic" userId="ac64187cd8522d98" providerId="LiveId" clId="{F04E2284-E310-E248-8C15-DA3CE4ECF19F}" dt="2020-11-16T17:37:05.811" v="340" actId="1076"/>
          <ac:picMkLst>
            <pc:docMk/>
            <pc:sldMk cId="[redacted]" sldId="260"/>
            <ac:picMk id="4" creationId="{236DB9D6-F1E8-B145-85C8-57C4C589915D}"/>
          </ac:picMkLst>
        </pc:picChg>
        <pc:picChg chg="mod">
          <ac:chgData name="Ivan Damnjanovic" userId="ac64187cd8522d98" providerId="LiveId" clId="{F04E2284-E310-E248-8C15-DA3CE4ECF19F}" dt="2020-11-16T17:37:05.811" v="340" actId="1076"/>
          <ac:picMkLst>
            <pc:docMk/>
            <pc:sldMk cId="[redacted]" sldId="260"/>
            <ac:picMk id="6" creationId="{00D12B80-307F-0640-87D0-7A5E7162F107}"/>
          </ac:picMkLst>
        </pc:picChg>
        <pc:picChg chg="mod">
          <ac:chgData name="Ivan Damnjanovic" userId="ac64187cd8522d98" providerId="LiveId" clId="{F04E2284-E310-E248-8C15-DA3CE4ECF19F}" dt="2020-11-16T17:37:05.811" v="340" actId="1076"/>
          <ac:picMkLst>
            <pc:docMk/>
            <pc:sldMk cId="[redacted]" sldId="260"/>
            <ac:picMk id="8" creationId="{12AE1ED3-5D1B-FB4D-A727-57DA39310E15}"/>
          </ac:picMkLst>
        </pc:picChg>
        <pc:picChg chg="mod">
          <ac:chgData name="Ivan Damnjanovic" userId="ac64187cd8522d98" providerId="LiveId" clId="{F04E2284-E310-E248-8C15-DA3CE4ECF19F}" dt="2020-11-16T17:37:05.811" v="340" actId="1076"/>
          <ac:picMkLst>
            <pc:docMk/>
            <pc:sldMk cId="[redacted]" sldId="260"/>
            <ac:picMk id="40" creationId="{4A6ADEA3-092C-034C-9118-B0DBE8B5B9EA}"/>
          </ac:picMkLst>
        </pc:picChg>
        <pc:picChg chg="mod">
          <ac:chgData name="Ivan Damnjanovic" userId="ac64187cd8522d98" providerId="LiveId" clId="{F04E2284-E310-E248-8C15-DA3CE4ECF19F}" dt="2020-11-16T17:37:05.811" v="340" actId="1076"/>
          <ac:picMkLst>
            <pc:docMk/>
            <pc:sldMk cId="[redacted]" sldId="260"/>
            <ac:picMk id="41" creationId="{84F26CD3-A82B-2A4C-A37B-048221E753B3}"/>
          </ac:picMkLst>
        </pc:picChg>
        <pc:picChg chg="del">
          <ac:chgData name="Ivan Damnjanovic" userId="ac64187cd8522d98" providerId="LiveId" clId="{F04E2284-E310-E248-8C15-DA3CE4ECF19F}" dt="2020-11-16T17:36:49.842" v="339" actId="478"/>
          <ac:picMkLst>
            <pc:docMk/>
            <pc:sldMk cId="[redacted]" sldId="260"/>
            <ac:picMk id="50" creationId="{4C25B665-2CA4-8D47-B659-381249E1DFB8}"/>
          </ac:picMkLst>
        </pc:picChg>
      </pc:sldChg>
      <pc:sldChg chg="modSp mod">
        <pc:chgData name="Ivan Damnjanovic" userId="ac64187cd8522d98" providerId="LiveId" clId="{F04E2284-E310-E248-8C15-DA3CE4ECF19F}" dt="2020-11-11T08:51:53.732" v="187" actId="20577"/>
        <pc:sldMkLst>
          <pc:docMk/>
          <pc:sldMk cId="1938571380" sldId="275"/>
        </pc:sldMkLst>
        <pc:spChg chg="mod">
          <ac:chgData name="Ivan Damnjanovic" userId="ac64187cd8522d98" providerId="LiveId" clId="{F04E2284-E310-E248-8C15-DA3CE4ECF19F}" dt="2020-11-11T08:51:49.563" v="184" actId="58"/>
          <ac:spMkLst>
            <pc:docMk/>
            <pc:sldMk cId="1938571380" sldId="275"/>
            <ac:spMk id="20" creationId="{3DB04968-39C5-044E-A08A-C7FB5CD3A472}"/>
          </ac:spMkLst>
        </pc:spChg>
        <pc:spChg chg="mod">
          <ac:chgData name="Ivan Damnjanovic" userId="ac64187cd8522d98" providerId="LiveId" clId="{F04E2284-E310-E248-8C15-DA3CE4ECF19F}" dt="2020-11-11T08:51:50.781" v="185" actId="20577"/>
          <ac:spMkLst>
            <pc:docMk/>
            <pc:sldMk cId="1938571380" sldId="275"/>
            <ac:spMk id="24" creationId="{9A908442-93DD-674C-858F-8E18CFAF1853}"/>
          </ac:spMkLst>
        </pc:spChg>
        <pc:spChg chg="mod">
          <ac:chgData name="Ivan Damnjanovic" userId="ac64187cd8522d98" providerId="LiveId" clId="{F04E2284-E310-E248-8C15-DA3CE4ECF19F}" dt="2020-11-11T08:51:51.972" v="186" actId="20577"/>
          <ac:spMkLst>
            <pc:docMk/>
            <pc:sldMk cId="1938571380" sldId="275"/>
            <ac:spMk id="1117" creationId="{7B3F4A6E-E070-43EE-8652-5E5A546477CE}"/>
          </ac:spMkLst>
        </pc:spChg>
        <pc:spChg chg="mod">
          <ac:chgData name="Ivan Damnjanovic" userId="ac64187cd8522d98" providerId="LiveId" clId="{F04E2284-E310-E248-8C15-DA3CE4ECF19F}" dt="2020-11-11T08:51:53.732" v="187" actId="20577"/>
          <ac:spMkLst>
            <pc:docMk/>
            <pc:sldMk cId="1938571380" sldId="275"/>
            <ac:spMk id="1121" creationId="{BE61C158-6DE0-4DA6-A206-0D7422C50FA4}"/>
          </ac:spMkLst>
        </pc:spChg>
      </pc:sldChg>
      <pc:sldChg chg="addSp delSp modSp add del mod">
        <pc:chgData name="Ivan Damnjanovic" userId="ac64187cd8522d98" providerId="LiveId" clId="{F04E2284-E310-E248-8C15-DA3CE4ECF19F}" dt="2020-11-16T17:36:09.873" v="323" actId="2696"/>
        <pc:sldMkLst>
          <pc:docMk/>
          <pc:sldMk cId="1198535693" sldId="315"/>
        </pc:sldMkLst>
        <pc:spChg chg="add del mod">
          <ac:chgData name="Ivan Damnjanovic" userId="ac64187cd8522d98" providerId="LiveId" clId="{F04E2284-E310-E248-8C15-DA3CE4ECF19F}" dt="2020-11-11T08:57:36.235" v="220" actId="931"/>
          <ac:spMkLst>
            <pc:docMk/>
            <pc:sldMk cId="1198535693" sldId="315"/>
            <ac:spMk id="4" creationId="{DAC6369F-BC25-2D43-931F-093559B5B283}"/>
          </ac:spMkLst>
        </pc:spChg>
        <pc:picChg chg="add mod modCrop">
          <ac:chgData name="Ivan Damnjanovic" userId="ac64187cd8522d98" providerId="LiveId" clId="{F04E2284-E310-E248-8C15-DA3CE4ECF19F}" dt="2020-11-11T08:58:00.868" v="232" actId="732"/>
          <ac:picMkLst>
            <pc:docMk/>
            <pc:sldMk cId="1198535693" sldId="315"/>
            <ac:picMk id="7" creationId="{3C36FFD3-D6B4-7C4C-8F57-D361D029FEA9}"/>
          </ac:picMkLst>
        </pc:picChg>
        <pc:picChg chg="del">
          <ac:chgData name="Ivan Damnjanovic" userId="ac64187cd8522d98" providerId="LiveId" clId="{F04E2284-E310-E248-8C15-DA3CE4ECF19F}" dt="2020-11-11T08:57:25.768" v="219" actId="478"/>
          <ac:picMkLst>
            <pc:docMk/>
            <pc:sldMk cId="1198535693" sldId="315"/>
            <ac:picMk id="82" creationId="{CE6442E0-A2C0-447A-9A06-C06FFA2B4D46}"/>
          </ac:picMkLst>
        </pc:picChg>
      </pc:sldChg>
      <pc:sldChg chg="modSp mod">
        <pc:chgData name="Ivan Damnjanovic" userId="ac64187cd8522d98" providerId="LiveId" clId="{F04E2284-E310-E248-8C15-DA3CE4ECF19F}" dt="2020-11-11T09:41:08.596" v="270" actId="20577"/>
        <pc:sldMkLst>
          <pc:docMk/>
          <pc:sldMk cId="[redacted]" sldId="316"/>
        </pc:sldMkLst>
        <pc:spChg chg="mod">
          <ac:chgData name="Ivan Damnjanovic" userId="ac64187cd8522d98" providerId="LiveId" clId="{F04E2284-E310-E248-8C15-DA3CE4ECF19F}" dt="2020-11-11T08:53:34.502" v="204" actId="404"/>
          <ac:spMkLst>
            <pc:docMk/>
            <pc:sldMk cId="[redacted]" sldId="316"/>
            <ac:spMk id="3" creationId="{96C91798-36A7-A745-AFAE-0D471968FB21}"/>
          </ac:spMkLst>
        </pc:spChg>
        <pc:spChg chg="mod">
          <ac:chgData name="Ivan Damnjanovic" userId="ac64187cd8522d98" providerId="LiveId" clId="{F04E2284-E310-E248-8C15-DA3CE4ECF19F}" dt="2020-11-11T09:41:08.596" v="270" actId="20577"/>
          <ac:spMkLst>
            <pc:docMk/>
            <pc:sldMk cId="[redacted]" sldId="316"/>
            <ac:spMk id="169" creationId="{00000000-0000-0000-0000-000000000000}"/>
          </ac:spMkLst>
        </pc:spChg>
      </pc:sldChg>
      <pc:sldChg chg="modSp mod">
        <pc:chgData name="Ivan Damnjanovic" userId="ac64187cd8522d98" providerId="LiveId" clId="{F04E2284-E310-E248-8C15-DA3CE4ECF19F}" dt="2020-11-11T08:34:47.328" v="152" actId="20577"/>
        <pc:sldMkLst>
          <pc:docMk/>
          <pc:sldMk cId="[redacted]" sldId="339"/>
        </pc:sldMkLst>
        <pc:spChg chg="mod">
          <ac:chgData name="Ivan Damnjanovic" userId="ac64187cd8522d98" providerId="LiveId" clId="{F04E2284-E310-E248-8C15-DA3CE4ECF19F}" dt="2020-11-11T08:34:47.328" v="152" actId="20577"/>
          <ac:spMkLst>
            <pc:docMk/>
            <pc:sldMk cId="[redacted]" sldId="339"/>
            <ac:spMk id="6" creationId="{8A9A674A-E934-41FC-A6B0-B25E4FB57122}"/>
          </ac:spMkLst>
        </pc:spChg>
      </pc:sldChg>
      <pc:sldChg chg="modSp mod">
        <pc:chgData name="Ivan Damnjanovic" userId="ac64187cd8522d98" providerId="LiveId" clId="{F04E2284-E310-E248-8C15-DA3CE4ECF19F}" dt="2020-11-11T08:59:22.478" v="269" actId="20577"/>
        <pc:sldMkLst>
          <pc:docMk/>
          <pc:sldMk cId="1575612198" sldId="346"/>
        </pc:sldMkLst>
        <pc:spChg chg="mod">
          <ac:chgData name="Ivan Damnjanovic" userId="ac64187cd8522d98" providerId="LiveId" clId="{F04E2284-E310-E248-8C15-DA3CE4ECF19F}" dt="2020-11-11T08:59:22.478" v="269" actId="20577"/>
          <ac:spMkLst>
            <pc:docMk/>
            <pc:sldMk cId="1575612198" sldId="346"/>
            <ac:spMk id="2" creationId="{ED2795B0-35B3-1D40-A27B-D18CC3F07C66}"/>
          </ac:spMkLst>
        </pc:spChg>
      </pc:sldChg>
      <pc:sldChg chg="modSp mod">
        <pc:chgData name="Ivan Damnjanovic" userId="ac64187cd8522d98" providerId="LiveId" clId="{F04E2284-E310-E248-8C15-DA3CE4ECF19F}" dt="2020-11-11T08:54:26.080" v="218" actId="208"/>
        <pc:sldMkLst>
          <pc:docMk/>
          <pc:sldMk cId="[redacted]" sldId="351"/>
        </pc:sldMkLst>
        <pc:spChg chg="mod">
          <ac:chgData name="Ivan Damnjanovic" userId="ac64187cd8522d98" providerId="LiveId" clId="{F04E2284-E310-E248-8C15-DA3CE4ECF19F}" dt="2020-11-11T08:54:26.080" v="218" actId="208"/>
          <ac:spMkLst>
            <pc:docMk/>
            <pc:sldMk cId="[redacted]" sldId="351"/>
            <ac:spMk id="14" creationId="{0FBA1071-FD05-C542-9CEB-22C4E71E66FE}"/>
          </ac:spMkLst>
        </pc:spChg>
        <pc:spChg chg="mod">
          <ac:chgData name="Ivan Damnjanovic" userId="ac64187cd8522d98" providerId="LiveId" clId="{F04E2284-E310-E248-8C15-DA3CE4ECF19F}" dt="2020-11-11T08:54:26.080" v="218" actId="208"/>
          <ac:spMkLst>
            <pc:docMk/>
            <pc:sldMk cId="[redacted]" sldId="351"/>
            <ac:spMk id="15" creationId="{AB285D44-9850-0548-8B10-045650F0BC08}"/>
          </ac:spMkLst>
        </pc:spChg>
        <pc:spChg chg="mod">
          <ac:chgData name="Ivan Damnjanovic" userId="ac64187cd8522d98" providerId="LiveId" clId="{F04E2284-E310-E248-8C15-DA3CE4ECF19F}" dt="2020-11-11T08:54:26.080" v="218" actId="208"/>
          <ac:spMkLst>
            <pc:docMk/>
            <pc:sldMk cId="[redacted]" sldId="351"/>
            <ac:spMk id="16" creationId="{2E8D30B6-C499-2440-A763-60979156EB24}"/>
          </ac:spMkLst>
        </pc:spChg>
        <pc:spChg chg="mod">
          <ac:chgData name="Ivan Damnjanovic" userId="ac64187cd8522d98" providerId="LiveId" clId="{F04E2284-E310-E248-8C15-DA3CE4ECF19F}" dt="2020-11-11T08:54:26.080" v="218" actId="208"/>
          <ac:spMkLst>
            <pc:docMk/>
            <pc:sldMk cId="[redacted]" sldId="351"/>
            <ac:spMk id="17" creationId="{0B09FD90-7FE9-0B44-B48C-BDE645DDFDCD}"/>
          </ac:spMkLst>
        </pc:spChg>
        <pc:spChg chg="mod">
          <ac:chgData name="Ivan Damnjanovic" userId="ac64187cd8522d98" providerId="LiveId" clId="{F04E2284-E310-E248-8C15-DA3CE4ECF19F}" dt="2020-11-11T08:54:26.080" v="218" actId="208"/>
          <ac:spMkLst>
            <pc:docMk/>
            <pc:sldMk cId="[redacted]" sldId="351"/>
            <ac:spMk id="18" creationId="{3407B411-3530-DD47-B5F2-A9B7E2FE5F81}"/>
          </ac:spMkLst>
        </pc:spChg>
        <pc:picChg chg="mod">
          <ac:chgData name="Ivan Damnjanovic" userId="ac64187cd8522d98" providerId="LiveId" clId="{F04E2284-E310-E248-8C15-DA3CE4ECF19F}" dt="2020-11-11T08:54:15.117" v="215" actId="207"/>
          <ac:picMkLst>
            <pc:docMk/>
            <pc:sldMk cId="[redacted]" sldId="351"/>
            <ac:picMk id="5" creationId="{0254257A-8845-0E42-9651-37F42D1BBD71}"/>
          </ac:picMkLst>
        </pc:picChg>
      </pc:sldChg>
      <pc:sldChg chg="modSp mod">
        <pc:chgData name="Ivan Damnjanovic" userId="ac64187cd8522d98" providerId="LiveId" clId="{F04E2284-E310-E248-8C15-DA3CE4ECF19F}" dt="2020-11-11T08:58:49.806" v="257" actId="1036"/>
        <pc:sldMkLst>
          <pc:docMk/>
          <pc:sldMk cId="[redacted]" sldId="352"/>
        </pc:sldMkLst>
        <pc:spChg chg="mod">
          <ac:chgData name="Ivan Damnjanovic" userId="ac64187cd8522d98" providerId="LiveId" clId="{F04E2284-E310-E248-8C15-DA3CE4ECF19F}" dt="2020-11-11T08:58:49.806" v="257" actId="1036"/>
          <ac:spMkLst>
            <pc:docMk/>
            <pc:sldMk cId="[redacted]" sldId="352"/>
            <ac:spMk id="13" creationId="{D01E86D6-2B05-C64E-86F7-C19B07A9A77A}"/>
          </ac:spMkLst>
        </pc:spChg>
        <pc:spChg chg="mod">
          <ac:chgData name="Ivan Damnjanovic" userId="ac64187cd8522d98" providerId="LiveId" clId="{F04E2284-E310-E248-8C15-DA3CE4ECF19F}" dt="2020-11-11T08:58:49.806" v="257" actId="1036"/>
          <ac:spMkLst>
            <pc:docMk/>
            <pc:sldMk cId="[redacted]" sldId="352"/>
            <ac:spMk id="14" creationId="{FE5596DB-362B-ED4E-84A4-8C1861515A8D}"/>
          </ac:spMkLst>
        </pc:spChg>
        <pc:spChg chg="mod">
          <ac:chgData name="Ivan Damnjanovic" userId="ac64187cd8522d98" providerId="LiveId" clId="{F04E2284-E310-E248-8C15-DA3CE4ECF19F}" dt="2020-11-11T08:58:49.806" v="257" actId="1036"/>
          <ac:spMkLst>
            <pc:docMk/>
            <pc:sldMk cId="[redacted]" sldId="352"/>
            <ac:spMk id="15" creationId="{FDC2A86A-1690-A74F-A19E-ADBAE0B3A299}"/>
          </ac:spMkLst>
        </pc:spChg>
      </pc:sldChg>
      <pc:sldChg chg="addSp delSp modSp add del mod addAnim delAnim modAnim">
        <pc:chgData name="Ivan Damnjanovic" userId="ac64187cd8522d98" providerId="LiveId" clId="{F04E2284-E310-E248-8C15-DA3CE4ECF19F}" dt="2020-11-16T17:36:12.896" v="331" actId="14100"/>
        <pc:sldMkLst>
          <pc:docMk/>
          <pc:sldMk cId="1604695994" sldId="353"/>
        </pc:sldMkLst>
        <pc:spChg chg="add del mod">
          <ac:chgData name="Ivan Damnjanovic" userId="ac64187cd8522d98" providerId="LiveId" clId="{F04E2284-E310-E248-8C15-DA3CE4ECF19F}" dt="2020-11-16T14:53:45.652" v="306" actId="478"/>
          <ac:spMkLst>
            <pc:docMk/>
            <pc:sldMk cId="1604695994" sldId="353"/>
            <ac:spMk id="4" creationId="{DE483628-E4CC-4B4B-85D9-6FEED2D97046}"/>
          </ac:spMkLst>
        </pc:spChg>
        <pc:picChg chg="add del mod">
          <ac:chgData name="Ivan Damnjanovic" userId="ac64187cd8522d98" providerId="LiveId" clId="{F04E2284-E310-E248-8C15-DA3CE4ECF19F}" dt="2020-11-16T17:36:12.896" v="331" actId="14100"/>
          <ac:picMkLst>
            <pc:docMk/>
            <pc:sldMk cId="1604695994" sldId="353"/>
            <ac:picMk id="5" creationId="{B6249620-FF0E-DD4C-89CF-E991C739BBD6}"/>
          </ac:picMkLst>
        </pc:picChg>
        <pc:picChg chg="del">
          <ac:chgData name="Ivan Damnjanovic" userId="ac64187cd8522d98" providerId="LiveId" clId="{F04E2284-E310-E248-8C15-DA3CE4ECF19F}" dt="2020-11-16T14:46:35.253" v="274" actId="478"/>
          <ac:picMkLst>
            <pc:docMk/>
            <pc:sldMk cId="1604695994" sldId="353"/>
            <ac:picMk id="7" creationId="{3C36FFD3-D6B4-7C4C-8F57-D361D029FEA9}"/>
          </ac:picMkLst>
        </pc:picChg>
        <pc:picChg chg="add mod modCrop">
          <ac:chgData name="Ivan Damnjanovic" userId="ac64187cd8522d98" providerId="LiveId" clId="{F04E2284-E310-E248-8C15-DA3CE4ECF19F}" dt="2020-11-16T17:36:11.571" v="327"/>
          <ac:picMkLst>
            <pc:docMk/>
            <pc:sldMk cId="1604695994" sldId="353"/>
            <ac:picMk id="8" creationId="{9DFF8552-5BB1-3E4F-8920-D5DBE4E39EAE}"/>
          </ac:picMkLst>
        </pc:picChg>
        <pc:picChg chg="mod">
          <ac:chgData name="Ivan Damnjanovic" userId="ac64187cd8522d98" providerId="LiveId" clId="{F04E2284-E310-E248-8C15-DA3CE4ECF19F}" dt="2020-11-16T14:53:49.178" v="312" actId="14100"/>
          <ac:picMkLst>
            <pc:docMk/>
            <pc:sldMk cId="1604695994" sldId="353"/>
            <ac:picMk id="59" creationId="{44557717-AA78-481E-897A-EBD811D4435D}"/>
          </ac:picMkLst>
        </pc:picChg>
      </pc:sldChg>
      <pc:sldMasterChg chg="addSldLayout delSldLayout">
        <pc:chgData name="Ivan Damnjanovic" userId="ac64187cd8522d98" providerId="LiveId" clId="{F04E2284-E310-E248-8C15-DA3CE4ECF19F}" dt="2020-11-16T17:36:09.396" v="322" actId="2696"/>
        <pc:sldMasterMkLst>
          <pc:docMk/>
          <pc:sldMasterMk cId="1082210236" sldId="[redacted]"/>
        </pc:sldMasterMkLst>
        <pc:sldLayoutChg chg="add del">
          <pc:chgData name="Ivan Damnjanovic" userId="ac64187cd8522d98" providerId="LiveId" clId="{F04E2284-E310-E248-8C15-DA3CE4ECF19F}" dt="2020-11-16T17:36:09.396" v="322" actId="2696"/>
          <pc:sldLayoutMkLst>
            <pc:docMk/>
            <pc:sldMasterMk cId="1082210236" sldId="[redacted]"/>
            <pc:sldLayoutMk cId="785029419" sldId="[redacted]"/>
          </pc:sldLayoutMkLst>
        </pc:sldLayoutChg>
      </pc:sldMasterChg>
    </pc:docChg>
  </pc:docChgLst>
  <pc:docChgLst>
    <pc:chgData name="Ivan Damnjanovic" userId="ac64187cd8522d98" providerId="LiveId" clId="{91E3140C-1B53-B14B-BC23-ECF64BB0199F}"/>
    <pc:docChg chg="undo redo custSel addSld delSld modSld sldOrd modMainMaster modNotesMaster">
      <pc:chgData name="Ivan Damnjanovic" userId="ac64187cd8522d98" providerId="LiveId" clId="{91E3140C-1B53-B14B-BC23-ECF64BB0199F}" dt="2020-11-10T11:44:44.907" v="4674" actId="20577"/>
      <pc:docMkLst>
        <pc:docMk/>
      </pc:docMkLst>
      <pc:sldChg chg="modSp">
        <pc:chgData name="Ivan Damnjanovic" userId="ac64187cd8522d98" providerId="LiveId" clId="{91E3140C-1B53-B14B-BC23-ECF64BB0199F}" dt="2020-11-10T08:53:56.200" v="191"/>
        <pc:sldMkLst>
          <pc:docMk/>
          <pc:sldMk cId="[redacted]" sldId="256"/>
        </pc:sldMkLst>
        <pc:spChg chg="mod">
          <ac:chgData name="Ivan Damnjanovic" userId="ac64187cd8522d98" providerId="LiveId" clId="{91E3140C-1B53-B14B-BC23-ECF64BB0199F}" dt="2020-11-10T08:53:56.200" v="191"/>
          <ac:spMkLst>
            <pc:docMk/>
            <pc:sldMk cId="[redacted]" sldId="256"/>
            <ac:spMk id="6" creationId="{DA0BE4FC-E249-4118-8CDC-104C4F90FA99}"/>
          </ac:spMkLst>
        </pc:spChg>
        <pc:spChg chg="mod">
          <ac:chgData name="Ivan Damnjanovic" userId="ac64187cd8522d98" providerId="LiveId" clId="{91E3140C-1B53-B14B-BC23-ECF64BB0199F}" dt="2020-11-10T08:53:56.200" v="191"/>
          <ac:spMkLst>
            <pc:docMk/>
            <pc:sldMk cId="[redacted]" sldId="256"/>
            <ac:spMk id="7" creationId="{55EB3C09-B204-400D-AE74-F4633E5D1BF6}"/>
          </ac:spMkLst>
        </pc:spChg>
        <pc:spChg chg="mod">
          <ac:chgData name="Ivan Damnjanovic" userId="ac64187cd8522d98" providerId="LiveId" clId="{91E3140C-1B53-B14B-BC23-ECF64BB0199F}" dt="2020-11-10T08:53:56.200" v="191"/>
          <ac:spMkLst>
            <pc:docMk/>
            <pc:sldMk cId="[redacted]" sldId="256"/>
            <ac:spMk id="8" creationId="{5AEDAA89-2EDC-4940-908D-F4F13997DE4D}"/>
          </ac:spMkLst>
        </pc:spChg>
        <pc:spChg chg="mod">
          <ac:chgData name="Ivan Damnjanovic" userId="ac64187cd8522d98" providerId="LiveId" clId="{91E3140C-1B53-B14B-BC23-ECF64BB0199F}" dt="2020-11-10T08:53:56.200" v="191"/>
          <ac:spMkLst>
            <pc:docMk/>
            <pc:sldMk cId="[redacted]" sldId="256"/>
            <ac:spMk id="9" creationId="{A7B952A6-2FF0-4FE4-9335-2E660CAD6F4C}"/>
          </ac:spMkLst>
        </pc:spChg>
        <pc:spChg chg="mod">
          <ac:chgData name="Ivan Damnjanovic" userId="ac64187cd8522d98" providerId="LiveId" clId="{91E3140C-1B53-B14B-BC23-ECF64BB0199F}" dt="2020-11-10T08:53:56.200" v="191"/>
          <ac:spMkLst>
            <pc:docMk/>
            <pc:sldMk cId="[redacted]" sldId="256"/>
            <ac:spMk id="10" creationId="{C1E3601C-F2C6-49E9-89A7-AEAF5213F83A}"/>
          </ac:spMkLst>
        </pc:spChg>
        <pc:spChg chg="mod">
          <ac:chgData name="Ivan Damnjanovic" userId="ac64187cd8522d98" providerId="LiveId" clId="{91E3140C-1B53-B14B-BC23-ECF64BB0199F}" dt="2020-11-10T08:53:56.200" v="191"/>
          <ac:spMkLst>
            <pc:docMk/>
            <pc:sldMk cId="[redacted]" sldId="256"/>
            <ac:spMk id="11" creationId="{D78C6FF3-7A07-4CE1-806E-F86A50C1D310}"/>
          </ac:spMkLst>
        </pc:spChg>
        <pc:spChg chg="mod">
          <ac:chgData name="Ivan Damnjanovic" userId="ac64187cd8522d98" providerId="LiveId" clId="{91E3140C-1B53-B14B-BC23-ECF64BB0199F}" dt="2020-11-10T08:53:56.200" v="191"/>
          <ac:spMkLst>
            <pc:docMk/>
            <pc:sldMk cId="[redacted]" sldId="256"/>
            <ac:spMk id="13" creationId="{701A1714-B275-453F-B17D-8C979553C5B2}"/>
          </ac:spMkLst>
        </pc:spChg>
        <pc:spChg chg="mod">
          <ac:chgData name="Ivan Damnjanovic" userId="ac64187cd8522d98" providerId="LiveId" clId="{91E3140C-1B53-B14B-BC23-ECF64BB0199F}" dt="2020-11-10T08:53:56.200" v="191"/>
          <ac:spMkLst>
            <pc:docMk/>
            <pc:sldMk cId="[redacted]" sldId="256"/>
            <ac:spMk id="14" creationId="{7D5FEB2B-C37D-4740-BC67-4BA2C198E7E8}"/>
          </ac:spMkLst>
        </pc:spChg>
        <pc:spChg chg="mod">
          <ac:chgData name="Ivan Damnjanovic" userId="ac64187cd8522d98" providerId="LiveId" clId="{91E3140C-1B53-B14B-BC23-ECF64BB0199F}" dt="2020-11-10T08:53:56.200" v="191"/>
          <ac:spMkLst>
            <pc:docMk/>
            <pc:sldMk cId="[redacted]" sldId="256"/>
            <ac:spMk id="15" creationId="{DF2AEB8D-D654-4621-844C-3C11F5A26A01}"/>
          </ac:spMkLst>
        </pc:spChg>
        <pc:spChg chg="mod">
          <ac:chgData name="Ivan Damnjanovic" userId="ac64187cd8522d98" providerId="LiveId" clId="{91E3140C-1B53-B14B-BC23-ECF64BB0199F}" dt="2020-11-10T08:53:56.200" v="191"/>
          <ac:spMkLst>
            <pc:docMk/>
            <pc:sldMk cId="[redacted]" sldId="256"/>
            <ac:spMk id="16" creationId="{7D8C20A4-77D2-4510-8BF3-A7F865E4AD9A}"/>
          </ac:spMkLst>
        </pc:spChg>
        <pc:spChg chg="mod">
          <ac:chgData name="Ivan Damnjanovic" userId="ac64187cd8522d98" providerId="LiveId" clId="{91E3140C-1B53-B14B-BC23-ECF64BB0199F}" dt="2020-11-10T08:53:56.200" v="191"/>
          <ac:spMkLst>
            <pc:docMk/>
            <pc:sldMk cId="[redacted]" sldId="256"/>
            <ac:spMk id="18" creationId="{C0522BFE-3F6A-4D00-9354-C9B1640C029A}"/>
          </ac:spMkLst>
        </pc:spChg>
        <pc:spChg chg="mod">
          <ac:chgData name="Ivan Damnjanovic" userId="ac64187cd8522d98" providerId="LiveId" clId="{91E3140C-1B53-B14B-BC23-ECF64BB0199F}" dt="2020-11-10T08:53:56.200" v="191"/>
          <ac:spMkLst>
            <pc:docMk/>
            <pc:sldMk cId="[redacted]" sldId="256"/>
            <ac:spMk id="19" creationId="{D89E3CD7-9086-446F-9391-D2770EB46090}"/>
          </ac:spMkLst>
        </pc:spChg>
        <pc:spChg chg="mod">
          <ac:chgData name="Ivan Damnjanovic" userId="ac64187cd8522d98" providerId="LiveId" clId="{91E3140C-1B53-B14B-BC23-ECF64BB0199F}" dt="2020-11-10T08:53:56.200" v="191"/>
          <ac:spMkLst>
            <pc:docMk/>
            <pc:sldMk cId="[redacted]" sldId="256"/>
            <ac:spMk id="20" creationId="{5F67EBAA-20C0-4BD5-BA48-726EDA4A78D0}"/>
          </ac:spMkLst>
        </pc:spChg>
        <pc:spChg chg="mod">
          <ac:chgData name="Ivan Damnjanovic" userId="ac64187cd8522d98" providerId="LiveId" clId="{91E3140C-1B53-B14B-BC23-ECF64BB0199F}" dt="2020-11-10T08:53:56.200" v="191"/>
          <ac:spMkLst>
            <pc:docMk/>
            <pc:sldMk cId="[redacted]" sldId="256"/>
            <ac:spMk id="21" creationId="{BAD38D0B-BF4A-460F-8411-CE9D51C91629}"/>
          </ac:spMkLst>
        </pc:spChg>
        <pc:spChg chg="mod">
          <ac:chgData name="Ivan Damnjanovic" userId="ac64187cd8522d98" providerId="LiveId" clId="{91E3140C-1B53-B14B-BC23-ECF64BB0199F}" dt="2020-11-10T08:53:56.200" v="191"/>
          <ac:spMkLst>
            <pc:docMk/>
            <pc:sldMk cId="[redacted]" sldId="256"/>
            <ac:spMk id="22" creationId="{58C187B5-B513-4FD6-B2D4-77BB2F8EE81C}"/>
          </ac:spMkLst>
        </pc:spChg>
        <pc:spChg chg="mod">
          <ac:chgData name="Ivan Damnjanovic" userId="ac64187cd8522d98" providerId="LiveId" clId="{91E3140C-1B53-B14B-BC23-ECF64BB0199F}" dt="2020-11-10T08:53:56.200" v="191"/>
          <ac:spMkLst>
            <pc:docMk/>
            <pc:sldMk cId="[redacted]" sldId="256"/>
            <ac:spMk id="25" creationId="{4963B90B-F6AA-47B5-A122-4215B6665540}"/>
          </ac:spMkLst>
        </pc:spChg>
        <pc:spChg chg="mod">
          <ac:chgData name="Ivan Damnjanovic" userId="ac64187cd8522d98" providerId="LiveId" clId="{91E3140C-1B53-B14B-BC23-ECF64BB0199F}" dt="2020-11-10T08:53:56.200" v="191"/>
          <ac:spMkLst>
            <pc:docMk/>
            <pc:sldMk cId="[redacted]" sldId="256"/>
            <ac:spMk id="26" creationId="{22951845-37F1-43F7-85FC-F98449620568}"/>
          </ac:spMkLst>
        </pc:spChg>
        <pc:spChg chg="mod">
          <ac:chgData name="Ivan Damnjanovic" userId="ac64187cd8522d98" providerId="LiveId" clId="{91E3140C-1B53-B14B-BC23-ECF64BB0199F}" dt="2020-11-10T08:53:56.200" v="191"/>
          <ac:spMkLst>
            <pc:docMk/>
            <pc:sldMk cId="[redacted]" sldId="256"/>
            <ac:spMk id="32" creationId="{9E7A7763-7818-4DDC-BC05-47B0FBF9EDB8}"/>
          </ac:spMkLst>
        </pc:spChg>
        <pc:spChg chg="mod">
          <ac:chgData name="Ivan Damnjanovic" userId="ac64187cd8522d98" providerId="LiveId" clId="{91E3140C-1B53-B14B-BC23-ECF64BB0199F}" dt="2020-11-10T08:53:56.200" v="191"/>
          <ac:spMkLst>
            <pc:docMk/>
            <pc:sldMk cId="[redacted]" sldId="256"/>
            <ac:spMk id="41" creationId="{DDFD568A-8E81-4AB7-BF0D-7FFB45CEE9DB}"/>
          </ac:spMkLst>
        </pc:spChg>
        <pc:spChg chg="mod">
          <ac:chgData name="Ivan Damnjanovic" userId="ac64187cd8522d98" providerId="LiveId" clId="{91E3140C-1B53-B14B-BC23-ECF64BB0199F}" dt="2020-11-10T08:53:56.200" v="191"/>
          <ac:spMkLst>
            <pc:docMk/>
            <pc:sldMk cId="[redacted]" sldId="256"/>
            <ac:spMk id="48" creationId="{370E5F52-70E3-48CB-B497-66DD4C96C7D3}"/>
          </ac:spMkLst>
        </pc:spChg>
        <pc:spChg chg="mod">
          <ac:chgData name="Ivan Damnjanovic" userId="ac64187cd8522d98" providerId="LiveId" clId="{91E3140C-1B53-B14B-BC23-ECF64BB0199F}" dt="2020-11-10T08:53:56.200" v="191"/>
          <ac:spMkLst>
            <pc:docMk/>
            <pc:sldMk cId="[redacted]" sldId="256"/>
            <ac:spMk id="49" creationId="{F9DE2464-4D85-4453-B698-75D676F33865}"/>
          </ac:spMkLst>
        </pc:spChg>
        <pc:spChg chg="mod">
          <ac:chgData name="Ivan Damnjanovic" userId="ac64187cd8522d98" providerId="LiveId" clId="{91E3140C-1B53-B14B-BC23-ECF64BB0199F}" dt="2020-11-10T08:53:56.200" v="191"/>
          <ac:spMkLst>
            <pc:docMk/>
            <pc:sldMk cId="[redacted]" sldId="256"/>
            <ac:spMk id="50" creationId="{23FB01A5-728A-4A3C-AB4D-BCA7FC61063B}"/>
          </ac:spMkLst>
        </pc:spChg>
        <pc:spChg chg="mod">
          <ac:chgData name="Ivan Damnjanovic" userId="ac64187cd8522d98" providerId="LiveId" clId="{91E3140C-1B53-B14B-BC23-ECF64BB0199F}" dt="2020-11-10T08:53:56.200" v="191"/>
          <ac:spMkLst>
            <pc:docMk/>
            <pc:sldMk cId="[redacted]" sldId="256"/>
            <ac:spMk id="51" creationId="{1EACAF30-0929-48B7-8DD1-1190B209BA89}"/>
          </ac:spMkLst>
        </pc:spChg>
        <pc:spChg chg="mod">
          <ac:chgData name="Ivan Damnjanovic" userId="ac64187cd8522d98" providerId="LiveId" clId="{91E3140C-1B53-B14B-BC23-ECF64BB0199F}" dt="2020-11-10T08:53:56.200" v="191"/>
          <ac:spMkLst>
            <pc:docMk/>
            <pc:sldMk cId="[redacted]" sldId="256"/>
            <ac:spMk id="53" creationId="{97C99107-C4F8-4C92-9F7A-10DCF9A5ACD2}"/>
          </ac:spMkLst>
        </pc:spChg>
        <pc:spChg chg="mod">
          <ac:chgData name="Ivan Damnjanovic" userId="ac64187cd8522d98" providerId="LiveId" clId="{91E3140C-1B53-B14B-BC23-ECF64BB0199F}" dt="2020-11-10T08:53:56.200" v="191"/>
          <ac:spMkLst>
            <pc:docMk/>
            <pc:sldMk cId="[redacted]" sldId="256"/>
            <ac:spMk id="54" creationId="{B36A5D5D-1212-4972-88F2-ACA4F24ABC0B}"/>
          </ac:spMkLst>
        </pc:spChg>
        <pc:spChg chg="mod">
          <ac:chgData name="Ivan Damnjanovic" userId="ac64187cd8522d98" providerId="LiveId" clId="{91E3140C-1B53-B14B-BC23-ECF64BB0199F}" dt="2020-11-10T08:53:56.200" v="191"/>
          <ac:spMkLst>
            <pc:docMk/>
            <pc:sldMk cId="[redacted]" sldId="256"/>
            <ac:spMk id="55" creationId="{5813AF68-4B88-49DC-8D5F-19741244B69F}"/>
          </ac:spMkLst>
        </pc:spChg>
        <pc:spChg chg="mod">
          <ac:chgData name="Ivan Damnjanovic" userId="ac64187cd8522d98" providerId="LiveId" clId="{91E3140C-1B53-B14B-BC23-ECF64BB0199F}" dt="2020-11-10T08:53:56.200" v="191"/>
          <ac:spMkLst>
            <pc:docMk/>
            <pc:sldMk cId="[redacted]" sldId="256"/>
            <ac:spMk id="57" creationId="{9901E08C-E238-4FB9-A622-274942CB80FD}"/>
          </ac:spMkLst>
        </pc:spChg>
        <pc:spChg chg="mod">
          <ac:chgData name="Ivan Damnjanovic" userId="ac64187cd8522d98" providerId="LiveId" clId="{91E3140C-1B53-B14B-BC23-ECF64BB0199F}" dt="2020-11-10T08:53:56.200" v="191"/>
          <ac:spMkLst>
            <pc:docMk/>
            <pc:sldMk cId="[redacted]" sldId="256"/>
            <ac:spMk id="63" creationId="{111D1371-80CE-4D92-AD42-1CD94C8B430F}"/>
          </ac:spMkLst>
        </pc:spChg>
        <pc:spChg chg="mod">
          <ac:chgData name="Ivan Damnjanovic" userId="ac64187cd8522d98" providerId="LiveId" clId="{91E3140C-1B53-B14B-BC23-ECF64BB0199F}" dt="2020-11-10T08:53:56.200" v="191"/>
          <ac:spMkLst>
            <pc:docMk/>
            <pc:sldMk cId="[redacted]" sldId="256"/>
            <ac:spMk id="64" creationId="{E218BE3B-E994-44D2-8724-0F39BEC2B403}"/>
          </ac:spMkLst>
        </pc:spChg>
        <pc:spChg chg="mod">
          <ac:chgData name="Ivan Damnjanovic" userId="ac64187cd8522d98" providerId="LiveId" clId="{91E3140C-1B53-B14B-BC23-ECF64BB0199F}" dt="2020-11-10T08:53:56.200" v="191"/>
          <ac:spMkLst>
            <pc:docMk/>
            <pc:sldMk cId="[redacted]" sldId="256"/>
            <ac:spMk id="65" creationId="{A1875776-4C74-43F2-AEEC-816CFBAEB717}"/>
          </ac:spMkLst>
        </pc:spChg>
        <pc:spChg chg="mod">
          <ac:chgData name="Ivan Damnjanovic" userId="ac64187cd8522d98" providerId="LiveId" clId="{91E3140C-1B53-B14B-BC23-ECF64BB0199F}" dt="2020-11-10T08:53:56.200" v="191"/>
          <ac:spMkLst>
            <pc:docMk/>
            <pc:sldMk cId="[redacted]" sldId="256"/>
            <ac:spMk id="78" creationId="{4020148D-809B-406F-8AE9-6378531A50FF}"/>
          </ac:spMkLst>
        </pc:spChg>
        <pc:spChg chg="mod">
          <ac:chgData name="Ivan Damnjanovic" userId="ac64187cd8522d98" providerId="LiveId" clId="{91E3140C-1B53-B14B-BC23-ECF64BB0199F}" dt="2020-11-10T08:53:56.200" v="191"/>
          <ac:spMkLst>
            <pc:docMk/>
            <pc:sldMk cId="[redacted]" sldId="256"/>
            <ac:spMk id="79" creationId="{34989CAA-40F1-4EFA-A879-220B2D5F2A65}"/>
          </ac:spMkLst>
        </pc:spChg>
        <pc:spChg chg="mod">
          <ac:chgData name="Ivan Damnjanovic" userId="ac64187cd8522d98" providerId="LiveId" clId="{91E3140C-1B53-B14B-BC23-ECF64BB0199F}" dt="2020-11-10T08:53:56.200" v="191"/>
          <ac:spMkLst>
            <pc:docMk/>
            <pc:sldMk cId="[redacted]" sldId="256"/>
            <ac:spMk id="94" creationId="{42248E57-1982-4C77-B7B6-98067B11D1D0}"/>
          </ac:spMkLst>
        </pc:spChg>
        <pc:spChg chg="mod">
          <ac:chgData name="Ivan Damnjanovic" userId="ac64187cd8522d98" providerId="LiveId" clId="{91E3140C-1B53-B14B-BC23-ECF64BB0199F}" dt="2020-11-10T08:53:56.200" v="191"/>
          <ac:spMkLst>
            <pc:docMk/>
            <pc:sldMk cId="[redacted]" sldId="256"/>
            <ac:spMk id="95" creationId="{39B599B4-A601-4066-891E-478B8C92F598}"/>
          </ac:spMkLst>
        </pc:spChg>
        <pc:spChg chg="mod">
          <ac:chgData name="Ivan Damnjanovic" userId="ac64187cd8522d98" providerId="LiveId" clId="{91E3140C-1B53-B14B-BC23-ECF64BB0199F}" dt="2020-11-10T08:53:56.200" v="191"/>
          <ac:spMkLst>
            <pc:docMk/>
            <pc:sldMk cId="[redacted]" sldId="256"/>
            <ac:spMk id="100" creationId="{995C44F4-8747-4DF8-9E05-01180D885AC4}"/>
          </ac:spMkLst>
        </pc:spChg>
        <pc:spChg chg="mod">
          <ac:chgData name="Ivan Damnjanovic" userId="ac64187cd8522d98" providerId="LiveId" clId="{91E3140C-1B53-B14B-BC23-ECF64BB0199F}" dt="2020-11-10T08:53:56.200" v="191"/>
          <ac:spMkLst>
            <pc:docMk/>
            <pc:sldMk cId="[redacted]" sldId="256"/>
            <ac:spMk id="101" creationId="{7F62F606-8377-4849-9C8A-FBF71850764F}"/>
          </ac:spMkLst>
        </pc:spChg>
        <pc:spChg chg="mod">
          <ac:chgData name="Ivan Damnjanovic" userId="ac64187cd8522d98" providerId="LiveId" clId="{91E3140C-1B53-B14B-BC23-ECF64BB0199F}" dt="2020-11-10T08:53:56.200" v="191"/>
          <ac:spMkLst>
            <pc:docMk/>
            <pc:sldMk cId="[redacted]" sldId="256"/>
            <ac:spMk id="104" creationId="{1E5F006B-92DF-4EC3-8936-C7F3F8C6EE74}"/>
          </ac:spMkLst>
        </pc:spChg>
        <pc:spChg chg="mod">
          <ac:chgData name="Ivan Damnjanovic" userId="ac64187cd8522d98" providerId="LiveId" clId="{91E3140C-1B53-B14B-BC23-ECF64BB0199F}" dt="2020-11-10T08:53:56.200" v="191"/>
          <ac:spMkLst>
            <pc:docMk/>
            <pc:sldMk cId="[redacted]" sldId="256"/>
            <ac:spMk id="108" creationId="{7ACC092D-78DF-43A4-A6FD-9333EE17D3AB}"/>
          </ac:spMkLst>
        </pc:spChg>
        <pc:spChg chg="mod">
          <ac:chgData name="Ivan Damnjanovic" userId="ac64187cd8522d98" providerId="LiveId" clId="{91E3140C-1B53-B14B-BC23-ECF64BB0199F}" dt="2020-11-10T08:53:56.200" v="191"/>
          <ac:spMkLst>
            <pc:docMk/>
            <pc:sldMk cId="[redacted]" sldId="256"/>
            <ac:spMk id="109" creationId="{380BCF0F-69DE-4BB7-9095-FBC6E0843EFE}"/>
          </ac:spMkLst>
        </pc:spChg>
        <pc:spChg chg="mod">
          <ac:chgData name="Ivan Damnjanovic" userId="ac64187cd8522d98" providerId="LiveId" clId="{91E3140C-1B53-B14B-BC23-ECF64BB0199F}" dt="2020-11-10T08:53:56.200" v="191"/>
          <ac:spMkLst>
            <pc:docMk/>
            <pc:sldMk cId="[redacted]" sldId="256"/>
            <ac:spMk id="110" creationId="{6B579CB2-7678-49F4-88A7-4999A20A95CE}"/>
          </ac:spMkLst>
        </pc:spChg>
        <pc:spChg chg="mod">
          <ac:chgData name="Ivan Damnjanovic" userId="ac64187cd8522d98" providerId="LiveId" clId="{91E3140C-1B53-B14B-BC23-ECF64BB0199F}" dt="2020-11-10T08:53:56.200" v="191"/>
          <ac:spMkLst>
            <pc:docMk/>
            <pc:sldMk cId="[redacted]" sldId="256"/>
            <ac:spMk id="111" creationId="{18CAAF9A-FB00-4319-B3BB-3C400040CB09}"/>
          </ac:spMkLst>
        </pc:spChg>
        <pc:spChg chg="mod">
          <ac:chgData name="Ivan Damnjanovic" userId="ac64187cd8522d98" providerId="LiveId" clId="{91E3140C-1B53-B14B-BC23-ECF64BB0199F}" dt="2020-11-10T08:53:56.200" v="191"/>
          <ac:spMkLst>
            <pc:docMk/>
            <pc:sldMk cId="[redacted]" sldId="256"/>
            <ac:spMk id="112" creationId="{A7EF2380-4836-42E9-AFD0-6A2BFF259481}"/>
          </ac:spMkLst>
        </pc:spChg>
        <pc:spChg chg="mod">
          <ac:chgData name="Ivan Damnjanovic" userId="ac64187cd8522d98" providerId="LiveId" clId="{91E3140C-1B53-B14B-BC23-ECF64BB0199F}" dt="2020-11-10T08:53:56.200" v="191"/>
          <ac:spMkLst>
            <pc:docMk/>
            <pc:sldMk cId="[redacted]" sldId="256"/>
            <ac:spMk id="113" creationId="{4F340D06-58A4-4370-A1F7-8F744B68750F}"/>
          </ac:spMkLst>
        </pc:spChg>
        <pc:spChg chg="mod">
          <ac:chgData name="Ivan Damnjanovic" userId="ac64187cd8522d98" providerId="LiveId" clId="{91E3140C-1B53-B14B-BC23-ECF64BB0199F}" dt="2020-11-10T08:53:56.200" v="191"/>
          <ac:spMkLst>
            <pc:docMk/>
            <pc:sldMk cId="[redacted]" sldId="256"/>
            <ac:spMk id="114" creationId="{5CFD9798-531C-4A05-998B-5C6D65916ECC}"/>
          </ac:spMkLst>
        </pc:spChg>
        <pc:spChg chg="mod">
          <ac:chgData name="Ivan Damnjanovic" userId="ac64187cd8522d98" providerId="LiveId" clId="{91E3140C-1B53-B14B-BC23-ECF64BB0199F}" dt="2020-11-10T08:53:56.200" v="191"/>
          <ac:spMkLst>
            <pc:docMk/>
            <pc:sldMk cId="[redacted]" sldId="256"/>
            <ac:spMk id="115" creationId="{7AA26C9D-42AB-46CF-80C1-C70767C9E73D}"/>
          </ac:spMkLst>
        </pc:spChg>
        <pc:spChg chg="mod">
          <ac:chgData name="Ivan Damnjanovic" userId="ac64187cd8522d98" providerId="LiveId" clId="{91E3140C-1B53-B14B-BC23-ECF64BB0199F}" dt="2020-11-10T08:53:56.200" v="191"/>
          <ac:spMkLst>
            <pc:docMk/>
            <pc:sldMk cId="[redacted]" sldId="256"/>
            <ac:spMk id="116" creationId="{E72CB72B-FD85-4DC3-8F3B-C107D1D8265B}"/>
          </ac:spMkLst>
        </pc:spChg>
        <pc:spChg chg="mod">
          <ac:chgData name="Ivan Damnjanovic" userId="ac64187cd8522d98" providerId="LiveId" clId="{91E3140C-1B53-B14B-BC23-ECF64BB0199F}" dt="2020-11-10T08:53:56.200" v="191"/>
          <ac:spMkLst>
            <pc:docMk/>
            <pc:sldMk cId="[redacted]" sldId="256"/>
            <ac:spMk id="117" creationId="{B9151E3B-F894-4AB0-AA0E-EEC36F29EFF1}"/>
          </ac:spMkLst>
        </pc:spChg>
        <pc:spChg chg="mod">
          <ac:chgData name="Ivan Damnjanovic" userId="ac64187cd8522d98" providerId="LiveId" clId="{91E3140C-1B53-B14B-BC23-ECF64BB0199F}" dt="2020-11-10T08:53:56.200" v="191"/>
          <ac:spMkLst>
            <pc:docMk/>
            <pc:sldMk cId="[redacted]" sldId="256"/>
            <ac:spMk id="118" creationId="{B0752B23-2A48-45EA-8029-E73055306DBE}"/>
          </ac:spMkLst>
        </pc:spChg>
        <pc:spChg chg="mod">
          <ac:chgData name="Ivan Damnjanovic" userId="ac64187cd8522d98" providerId="LiveId" clId="{91E3140C-1B53-B14B-BC23-ECF64BB0199F}" dt="2020-11-10T08:53:56.200" v="191"/>
          <ac:spMkLst>
            <pc:docMk/>
            <pc:sldMk cId="[redacted]" sldId="256"/>
            <ac:spMk id="119" creationId="{638608FF-F4D3-4A4C-88BF-AB40047AEBAF}"/>
          </ac:spMkLst>
        </pc:spChg>
        <pc:spChg chg="mod">
          <ac:chgData name="Ivan Damnjanovic" userId="ac64187cd8522d98" providerId="LiveId" clId="{91E3140C-1B53-B14B-BC23-ECF64BB0199F}" dt="2020-11-10T08:53:56.200" v="191"/>
          <ac:spMkLst>
            <pc:docMk/>
            <pc:sldMk cId="[redacted]" sldId="256"/>
            <ac:spMk id="120" creationId="{E8C2A47E-5451-469D-9593-BE466AF3261F}"/>
          </ac:spMkLst>
        </pc:spChg>
        <pc:spChg chg="mod">
          <ac:chgData name="Ivan Damnjanovic" userId="ac64187cd8522d98" providerId="LiveId" clId="{91E3140C-1B53-B14B-BC23-ECF64BB0199F}" dt="2020-11-10T08:53:56.200" v="191"/>
          <ac:spMkLst>
            <pc:docMk/>
            <pc:sldMk cId="[redacted]" sldId="256"/>
            <ac:spMk id="121" creationId="{86CE580B-9297-481E-8EFD-111C8EB1DA22}"/>
          </ac:spMkLst>
        </pc:spChg>
        <pc:spChg chg="mod">
          <ac:chgData name="Ivan Damnjanovic" userId="ac64187cd8522d98" providerId="LiveId" clId="{91E3140C-1B53-B14B-BC23-ECF64BB0199F}" dt="2020-11-10T08:53:56.200" v="191"/>
          <ac:spMkLst>
            <pc:docMk/>
            <pc:sldMk cId="[redacted]" sldId="256"/>
            <ac:spMk id="122" creationId="{2474B05D-C381-4F0F-A16F-E35DC5850724}"/>
          </ac:spMkLst>
        </pc:spChg>
        <pc:spChg chg="mod">
          <ac:chgData name="Ivan Damnjanovic" userId="ac64187cd8522d98" providerId="LiveId" clId="{91E3140C-1B53-B14B-BC23-ECF64BB0199F}" dt="2020-11-10T08:53:56.200" v="191"/>
          <ac:spMkLst>
            <pc:docMk/>
            <pc:sldMk cId="[redacted]" sldId="256"/>
            <ac:spMk id="123" creationId="{BD3AF008-5BDE-4A4F-9174-5B51298F6F20}"/>
          </ac:spMkLst>
        </pc:spChg>
        <pc:spChg chg="mod">
          <ac:chgData name="Ivan Damnjanovic" userId="ac64187cd8522d98" providerId="LiveId" clId="{91E3140C-1B53-B14B-BC23-ECF64BB0199F}" dt="2020-11-10T08:53:56.200" v="191"/>
          <ac:spMkLst>
            <pc:docMk/>
            <pc:sldMk cId="[redacted]" sldId="256"/>
            <ac:spMk id="124" creationId="{F57B656B-D254-4308-8FFF-3E5521C28F19}"/>
          </ac:spMkLst>
        </pc:spChg>
        <pc:spChg chg="mod">
          <ac:chgData name="Ivan Damnjanovic" userId="ac64187cd8522d98" providerId="LiveId" clId="{91E3140C-1B53-B14B-BC23-ECF64BB0199F}" dt="2020-11-10T08:53:56.200" v="191"/>
          <ac:spMkLst>
            <pc:docMk/>
            <pc:sldMk cId="[redacted]" sldId="256"/>
            <ac:spMk id="125" creationId="{A8C92B49-0F94-4570-B79E-A18D73B7745C}"/>
          </ac:spMkLst>
        </pc:spChg>
        <pc:spChg chg="mod">
          <ac:chgData name="Ivan Damnjanovic" userId="ac64187cd8522d98" providerId="LiveId" clId="{91E3140C-1B53-B14B-BC23-ECF64BB0199F}" dt="2020-11-10T08:53:56.200" v="191"/>
          <ac:spMkLst>
            <pc:docMk/>
            <pc:sldMk cId="[redacted]" sldId="256"/>
            <ac:spMk id="126" creationId="{8AC761C4-41DA-438E-A81C-7D1D96456964}"/>
          </ac:spMkLst>
        </pc:spChg>
        <pc:spChg chg="mod">
          <ac:chgData name="Ivan Damnjanovic" userId="ac64187cd8522d98" providerId="LiveId" clId="{91E3140C-1B53-B14B-BC23-ECF64BB0199F}" dt="2020-11-10T08:53:56.200" v="191"/>
          <ac:spMkLst>
            <pc:docMk/>
            <pc:sldMk cId="[redacted]" sldId="256"/>
            <ac:spMk id="127" creationId="{FC8B8D8F-A2F4-448D-8077-D07A23B344D6}"/>
          </ac:spMkLst>
        </pc:spChg>
        <pc:spChg chg="mod">
          <ac:chgData name="Ivan Damnjanovic" userId="ac64187cd8522d98" providerId="LiveId" clId="{91E3140C-1B53-B14B-BC23-ECF64BB0199F}" dt="2020-11-10T08:53:56.200" v="191"/>
          <ac:spMkLst>
            <pc:docMk/>
            <pc:sldMk cId="[redacted]" sldId="256"/>
            <ac:spMk id="128" creationId="{EC505487-3EA0-467C-97AC-0095AD99C644}"/>
          </ac:spMkLst>
        </pc:spChg>
        <pc:spChg chg="mod">
          <ac:chgData name="Ivan Damnjanovic" userId="ac64187cd8522d98" providerId="LiveId" clId="{91E3140C-1B53-B14B-BC23-ECF64BB0199F}" dt="2020-11-10T08:53:56.200" v="191"/>
          <ac:spMkLst>
            <pc:docMk/>
            <pc:sldMk cId="[redacted]" sldId="256"/>
            <ac:spMk id="129" creationId="{3649AF7F-34F7-4872-B653-BF3744860CBD}"/>
          </ac:spMkLst>
        </pc:spChg>
        <pc:spChg chg="mod">
          <ac:chgData name="Ivan Damnjanovic" userId="ac64187cd8522d98" providerId="LiveId" clId="{91E3140C-1B53-B14B-BC23-ECF64BB0199F}" dt="2020-11-10T08:53:56.200" v="191"/>
          <ac:spMkLst>
            <pc:docMk/>
            <pc:sldMk cId="[redacted]" sldId="256"/>
            <ac:spMk id="130" creationId="{64F37E16-C5C4-4E19-A59A-8D5DD503030F}"/>
          </ac:spMkLst>
        </pc:spChg>
        <pc:spChg chg="mod">
          <ac:chgData name="Ivan Damnjanovic" userId="ac64187cd8522d98" providerId="LiveId" clId="{91E3140C-1B53-B14B-BC23-ECF64BB0199F}" dt="2020-11-10T08:53:56.200" v="191"/>
          <ac:spMkLst>
            <pc:docMk/>
            <pc:sldMk cId="[redacted]" sldId="256"/>
            <ac:spMk id="131" creationId="{50705E66-353C-47B6-9C99-539997795B1B}"/>
          </ac:spMkLst>
        </pc:spChg>
        <pc:spChg chg="mod">
          <ac:chgData name="Ivan Damnjanovic" userId="ac64187cd8522d98" providerId="LiveId" clId="{91E3140C-1B53-B14B-BC23-ECF64BB0199F}" dt="2020-11-10T08:53:56.200" v="191"/>
          <ac:spMkLst>
            <pc:docMk/>
            <pc:sldMk cId="[redacted]" sldId="256"/>
            <ac:spMk id="132" creationId="{1E20D68C-2697-40F0-99FA-491651632149}"/>
          </ac:spMkLst>
        </pc:spChg>
        <pc:spChg chg="mod">
          <ac:chgData name="Ivan Damnjanovic" userId="ac64187cd8522d98" providerId="LiveId" clId="{91E3140C-1B53-B14B-BC23-ECF64BB0199F}" dt="2020-11-10T08:53:56.200" v="191"/>
          <ac:spMkLst>
            <pc:docMk/>
            <pc:sldMk cId="[redacted]" sldId="256"/>
            <ac:spMk id="133" creationId="{373B34EE-9E1B-4B70-848E-0DB23028952F}"/>
          </ac:spMkLst>
        </pc:spChg>
        <pc:spChg chg="mod">
          <ac:chgData name="Ivan Damnjanovic" userId="ac64187cd8522d98" providerId="LiveId" clId="{91E3140C-1B53-B14B-BC23-ECF64BB0199F}" dt="2020-11-10T08:53:56.200" v="191"/>
          <ac:spMkLst>
            <pc:docMk/>
            <pc:sldMk cId="[redacted]" sldId="256"/>
            <ac:spMk id="134" creationId="{2AEE5365-86DF-4FF5-83C5-177544A3439B}"/>
          </ac:spMkLst>
        </pc:spChg>
        <pc:spChg chg="mod">
          <ac:chgData name="Ivan Damnjanovic" userId="ac64187cd8522d98" providerId="LiveId" clId="{91E3140C-1B53-B14B-BC23-ECF64BB0199F}" dt="2020-11-10T08:53:56.200" v="191"/>
          <ac:spMkLst>
            <pc:docMk/>
            <pc:sldMk cId="[redacted]" sldId="256"/>
            <ac:spMk id="135" creationId="{7D5ABBF1-980E-465F-8804-DD999CDEEA67}"/>
          </ac:spMkLst>
        </pc:spChg>
        <pc:spChg chg="mod">
          <ac:chgData name="Ivan Damnjanovic" userId="ac64187cd8522d98" providerId="LiveId" clId="{91E3140C-1B53-B14B-BC23-ECF64BB0199F}" dt="2020-11-10T08:53:56.200" v="191"/>
          <ac:spMkLst>
            <pc:docMk/>
            <pc:sldMk cId="[redacted]" sldId="256"/>
            <ac:spMk id="139" creationId="{7958CCEC-22C6-4C76-B8A4-B33FCED516C2}"/>
          </ac:spMkLst>
        </pc:spChg>
        <pc:spChg chg="mod">
          <ac:chgData name="Ivan Damnjanovic" userId="ac64187cd8522d98" providerId="LiveId" clId="{91E3140C-1B53-B14B-BC23-ECF64BB0199F}" dt="2020-11-10T08:53:56.200" v="191"/>
          <ac:spMkLst>
            <pc:docMk/>
            <pc:sldMk cId="[redacted]" sldId="256"/>
            <ac:spMk id="140" creationId="{8DC821A8-A0F3-4634-8905-3308E896108F}"/>
          </ac:spMkLst>
        </pc:spChg>
        <pc:spChg chg="mod">
          <ac:chgData name="Ivan Damnjanovic" userId="ac64187cd8522d98" providerId="LiveId" clId="{91E3140C-1B53-B14B-BC23-ECF64BB0199F}" dt="2020-11-10T08:53:56.200" v="191"/>
          <ac:spMkLst>
            <pc:docMk/>
            <pc:sldMk cId="[redacted]" sldId="256"/>
            <ac:spMk id="141" creationId="{037BE0B8-165B-45E4-8F14-58CB4F668298}"/>
          </ac:spMkLst>
        </pc:spChg>
        <pc:spChg chg="mod">
          <ac:chgData name="Ivan Damnjanovic" userId="ac64187cd8522d98" providerId="LiveId" clId="{91E3140C-1B53-B14B-BC23-ECF64BB0199F}" dt="2020-11-10T08:53:56.200" v="191"/>
          <ac:spMkLst>
            <pc:docMk/>
            <pc:sldMk cId="[redacted]" sldId="256"/>
            <ac:spMk id="142" creationId="{2721A00C-E42F-4A86-AEA3-F2C50D7D0AE3}"/>
          </ac:spMkLst>
        </pc:spChg>
        <pc:spChg chg="mod">
          <ac:chgData name="Ivan Damnjanovic" userId="ac64187cd8522d98" providerId="LiveId" clId="{91E3140C-1B53-B14B-BC23-ECF64BB0199F}" dt="2020-11-10T08:53:56.200" v="191"/>
          <ac:spMkLst>
            <pc:docMk/>
            <pc:sldMk cId="[redacted]" sldId="256"/>
            <ac:spMk id="143" creationId="{630AD418-F949-447A-A2EE-907FE44B38D8}"/>
          </ac:spMkLst>
        </pc:spChg>
        <pc:spChg chg="mod">
          <ac:chgData name="Ivan Damnjanovic" userId="ac64187cd8522d98" providerId="LiveId" clId="{91E3140C-1B53-B14B-BC23-ECF64BB0199F}" dt="2020-11-10T08:53:56.200" v="191"/>
          <ac:spMkLst>
            <pc:docMk/>
            <pc:sldMk cId="[redacted]" sldId="256"/>
            <ac:spMk id="262" creationId="{21203898-75F5-43AF-8606-3E55A307715E}"/>
          </ac:spMkLst>
        </pc:spChg>
        <pc:spChg chg="mod">
          <ac:chgData name="Ivan Damnjanovic" userId="ac64187cd8522d98" providerId="LiveId" clId="{91E3140C-1B53-B14B-BC23-ECF64BB0199F}" dt="2020-11-10T08:53:56.200" v="191"/>
          <ac:spMkLst>
            <pc:docMk/>
            <pc:sldMk cId="[redacted]" sldId="256"/>
            <ac:spMk id="263" creationId="{560F1574-9085-489D-B747-5B001AD6274F}"/>
          </ac:spMkLst>
        </pc:spChg>
        <pc:spChg chg="mod">
          <ac:chgData name="Ivan Damnjanovic" userId="ac64187cd8522d98" providerId="LiveId" clId="{91E3140C-1B53-B14B-BC23-ECF64BB0199F}" dt="2020-11-10T08:53:56.200" v="191"/>
          <ac:spMkLst>
            <pc:docMk/>
            <pc:sldMk cId="[redacted]" sldId="256"/>
            <ac:spMk id="264" creationId="{1D6C1127-94E0-4957-890F-444F307AB581}"/>
          </ac:spMkLst>
        </pc:spChg>
        <pc:spChg chg="mod">
          <ac:chgData name="Ivan Damnjanovic" userId="ac64187cd8522d98" providerId="LiveId" clId="{91E3140C-1B53-B14B-BC23-ECF64BB0199F}" dt="2020-11-10T08:53:56.200" v="191"/>
          <ac:spMkLst>
            <pc:docMk/>
            <pc:sldMk cId="[redacted]" sldId="256"/>
            <ac:spMk id="265" creationId="{5108B5DD-00AC-480E-BCE3-BA53E825D431}"/>
          </ac:spMkLst>
        </pc:spChg>
        <pc:spChg chg="mod">
          <ac:chgData name="Ivan Damnjanovic" userId="ac64187cd8522d98" providerId="LiveId" clId="{91E3140C-1B53-B14B-BC23-ECF64BB0199F}" dt="2020-11-10T08:53:56.200" v="191"/>
          <ac:spMkLst>
            <pc:docMk/>
            <pc:sldMk cId="[redacted]" sldId="256"/>
            <ac:spMk id="266" creationId="{E8E2DB72-5014-4F57-AE3E-994ACD62AE58}"/>
          </ac:spMkLst>
        </pc:spChg>
        <pc:spChg chg="mod">
          <ac:chgData name="Ivan Damnjanovic" userId="ac64187cd8522d98" providerId="LiveId" clId="{91E3140C-1B53-B14B-BC23-ECF64BB0199F}" dt="2020-11-10T08:53:56.200" v="191"/>
          <ac:spMkLst>
            <pc:docMk/>
            <pc:sldMk cId="[redacted]" sldId="256"/>
            <ac:spMk id="307" creationId="{C1B5F59B-6BBB-4C27-A1C9-D58B234A7661}"/>
          </ac:spMkLst>
        </pc:spChg>
        <pc:spChg chg="mod">
          <ac:chgData name="Ivan Damnjanovic" userId="ac64187cd8522d98" providerId="LiveId" clId="{91E3140C-1B53-B14B-BC23-ECF64BB0199F}" dt="2020-11-10T08:53:56.200" v="191"/>
          <ac:spMkLst>
            <pc:docMk/>
            <pc:sldMk cId="[redacted]" sldId="256"/>
            <ac:spMk id="309" creationId="{D5FC8BB6-F6FB-476D-B484-6B5D63DE65D3}"/>
          </ac:spMkLst>
        </pc:spChg>
        <pc:spChg chg="mod">
          <ac:chgData name="Ivan Damnjanovic" userId="ac64187cd8522d98" providerId="LiveId" clId="{91E3140C-1B53-B14B-BC23-ECF64BB0199F}" dt="2020-11-10T08:53:56.200" v="191"/>
          <ac:spMkLst>
            <pc:docMk/>
            <pc:sldMk cId="[redacted]" sldId="256"/>
            <ac:spMk id="310" creationId="{5E5F9897-B5BF-45BB-9A97-C7417506C266}"/>
          </ac:spMkLst>
        </pc:spChg>
        <pc:spChg chg="mod">
          <ac:chgData name="Ivan Damnjanovic" userId="ac64187cd8522d98" providerId="LiveId" clId="{91E3140C-1B53-B14B-BC23-ECF64BB0199F}" dt="2020-11-10T08:53:56.200" v="191"/>
          <ac:spMkLst>
            <pc:docMk/>
            <pc:sldMk cId="[redacted]" sldId="256"/>
            <ac:spMk id="356" creationId="{D50EB562-9DF9-4039-9EC8-192CC851C2E8}"/>
          </ac:spMkLst>
        </pc:spChg>
        <pc:spChg chg="mod">
          <ac:chgData name="Ivan Damnjanovic" userId="ac64187cd8522d98" providerId="LiveId" clId="{91E3140C-1B53-B14B-BC23-ECF64BB0199F}" dt="2020-11-10T08:53:56.200" v="191"/>
          <ac:spMkLst>
            <pc:docMk/>
            <pc:sldMk cId="[redacted]" sldId="256"/>
            <ac:spMk id="357" creationId="{5890C0BC-2726-43EE-8B45-A1756CDA5832}"/>
          </ac:spMkLst>
        </pc:spChg>
        <pc:spChg chg="mod">
          <ac:chgData name="Ivan Damnjanovic" userId="ac64187cd8522d98" providerId="LiveId" clId="{91E3140C-1B53-B14B-BC23-ECF64BB0199F}" dt="2020-11-10T08:53:56.200" v="191"/>
          <ac:spMkLst>
            <pc:docMk/>
            <pc:sldMk cId="[redacted]" sldId="256"/>
            <ac:spMk id="359" creationId="{63D069DF-864A-4F67-B185-CF720614D9D8}"/>
          </ac:spMkLst>
        </pc:spChg>
        <pc:spChg chg="mod">
          <ac:chgData name="Ivan Damnjanovic" userId="ac64187cd8522d98" providerId="LiveId" clId="{91E3140C-1B53-B14B-BC23-ECF64BB0199F}" dt="2020-11-10T08:53:56.200" v="191"/>
          <ac:spMkLst>
            <pc:docMk/>
            <pc:sldMk cId="[redacted]" sldId="256"/>
            <ac:spMk id="360" creationId="{33D0529D-C258-4D6C-B202-542EE7BA56E0}"/>
          </ac:spMkLst>
        </pc:spChg>
        <pc:spChg chg="mod">
          <ac:chgData name="Ivan Damnjanovic" userId="ac64187cd8522d98" providerId="LiveId" clId="{91E3140C-1B53-B14B-BC23-ECF64BB0199F}" dt="2020-11-10T08:53:56.200" v="191"/>
          <ac:spMkLst>
            <pc:docMk/>
            <pc:sldMk cId="[redacted]" sldId="256"/>
            <ac:spMk id="361" creationId="{23F21052-C521-4292-929B-D40D675CDD15}"/>
          </ac:spMkLst>
        </pc:spChg>
        <pc:spChg chg="mod">
          <ac:chgData name="Ivan Damnjanovic" userId="ac64187cd8522d98" providerId="LiveId" clId="{91E3140C-1B53-B14B-BC23-ECF64BB0199F}" dt="2020-11-10T08:53:56.200" v="191"/>
          <ac:spMkLst>
            <pc:docMk/>
            <pc:sldMk cId="[redacted]" sldId="256"/>
            <ac:spMk id="362" creationId="{16E1C646-B40F-4688-885F-BCC512D92272}"/>
          </ac:spMkLst>
        </pc:spChg>
        <pc:spChg chg="mod">
          <ac:chgData name="Ivan Damnjanovic" userId="ac64187cd8522d98" providerId="LiveId" clId="{91E3140C-1B53-B14B-BC23-ECF64BB0199F}" dt="2020-11-10T08:53:56.200" v="191"/>
          <ac:spMkLst>
            <pc:docMk/>
            <pc:sldMk cId="[redacted]" sldId="256"/>
            <ac:spMk id="363" creationId="{8A7431CF-1A92-47DC-83C7-5C6299B8B3D3}"/>
          </ac:spMkLst>
        </pc:spChg>
        <pc:spChg chg="mod">
          <ac:chgData name="Ivan Damnjanovic" userId="ac64187cd8522d98" providerId="LiveId" clId="{91E3140C-1B53-B14B-BC23-ECF64BB0199F}" dt="2020-11-10T08:53:56.200" v="191"/>
          <ac:spMkLst>
            <pc:docMk/>
            <pc:sldMk cId="[redacted]" sldId="256"/>
            <ac:spMk id="364" creationId="{33C1A73F-012F-4758-B091-CB6602C945AD}"/>
          </ac:spMkLst>
        </pc:spChg>
        <pc:spChg chg="mod">
          <ac:chgData name="Ivan Damnjanovic" userId="ac64187cd8522d98" providerId="LiveId" clId="{91E3140C-1B53-B14B-BC23-ECF64BB0199F}" dt="2020-11-10T08:53:56.200" v="191"/>
          <ac:spMkLst>
            <pc:docMk/>
            <pc:sldMk cId="[redacted]" sldId="256"/>
            <ac:spMk id="365" creationId="{AB804377-27A8-4CC5-9F61-EF69A7FEDC2D}"/>
          </ac:spMkLst>
        </pc:spChg>
        <pc:spChg chg="mod">
          <ac:chgData name="Ivan Damnjanovic" userId="ac64187cd8522d98" providerId="LiveId" clId="{91E3140C-1B53-B14B-BC23-ECF64BB0199F}" dt="2020-11-10T08:53:56.200" v="191"/>
          <ac:spMkLst>
            <pc:docMk/>
            <pc:sldMk cId="[redacted]" sldId="256"/>
            <ac:spMk id="366" creationId="{8AB7A34F-77E0-4F44-85D5-EC1FCD1C005E}"/>
          </ac:spMkLst>
        </pc:spChg>
        <pc:spChg chg="mod">
          <ac:chgData name="Ivan Damnjanovic" userId="ac64187cd8522d98" providerId="LiveId" clId="{91E3140C-1B53-B14B-BC23-ECF64BB0199F}" dt="2020-11-10T08:53:56.200" v="191"/>
          <ac:spMkLst>
            <pc:docMk/>
            <pc:sldMk cId="[redacted]" sldId="256"/>
            <ac:spMk id="367" creationId="{532FC38E-3D4D-493F-9534-B4E19B1D78DA}"/>
          </ac:spMkLst>
        </pc:spChg>
        <pc:spChg chg="mod">
          <ac:chgData name="Ivan Damnjanovic" userId="ac64187cd8522d98" providerId="LiveId" clId="{91E3140C-1B53-B14B-BC23-ECF64BB0199F}" dt="2020-11-10T08:53:56.200" v="191"/>
          <ac:spMkLst>
            <pc:docMk/>
            <pc:sldMk cId="[redacted]" sldId="256"/>
            <ac:spMk id="368" creationId="{BB1C3AE0-FDAC-4527-82A3-7F67024E29B4}"/>
          </ac:spMkLst>
        </pc:spChg>
        <pc:spChg chg="mod">
          <ac:chgData name="Ivan Damnjanovic" userId="ac64187cd8522d98" providerId="LiveId" clId="{91E3140C-1B53-B14B-BC23-ECF64BB0199F}" dt="2020-11-10T08:53:56.200" v="191"/>
          <ac:spMkLst>
            <pc:docMk/>
            <pc:sldMk cId="[redacted]" sldId="256"/>
            <ac:spMk id="369" creationId="{63042967-13E2-4CA9-AD8D-EFE84F48E814}"/>
          </ac:spMkLst>
        </pc:spChg>
        <pc:spChg chg="mod">
          <ac:chgData name="Ivan Damnjanovic" userId="ac64187cd8522d98" providerId="LiveId" clId="{91E3140C-1B53-B14B-BC23-ECF64BB0199F}" dt="2020-11-10T08:53:56.200" v="191"/>
          <ac:spMkLst>
            <pc:docMk/>
            <pc:sldMk cId="[redacted]" sldId="256"/>
            <ac:spMk id="370" creationId="{47D43CB0-3885-4A86-964C-24E518FEB7BA}"/>
          </ac:spMkLst>
        </pc:spChg>
        <pc:spChg chg="mod">
          <ac:chgData name="Ivan Damnjanovic" userId="ac64187cd8522d98" providerId="LiveId" clId="{91E3140C-1B53-B14B-BC23-ECF64BB0199F}" dt="2020-11-10T08:53:56.200" v="191"/>
          <ac:spMkLst>
            <pc:docMk/>
            <pc:sldMk cId="[redacted]" sldId="256"/>
            <ac:spMk id="371" creationId="{64800A95-B7DD-4BB7-BFA6-90438D4074DD}"/>
          </ac:spMkLst>
        </pc:spChg>
        <pc:spChg chg="mod">
          <ac:chgData name="Ivan Damnjanovic" userId="ac64187cd8522d98" providerId="LiveId" clId="{91E3140C-1B53-B14B-BC23-ECF64BB0199F}" dt="2020-11-10T08:53:56.200" v="191"/>
          <ac:spMkLst>
            <pc:docMk/>
            <pc:sldMk cId="[redacted]" sldId="256"/>
            <ac:spMk id="372" creationId="{7E85A836-4772-4DD2-82E6-BC3D5D352188}"/>
          </ac:spMkLst>
        </pc:spChg>
        <pc:spChg chg="mod">
          <ac:chgData name="Ivan Damnjanovic" userId="ac64187cd8522d98" providerId="LiveId" clId="{91E3140C-1B53-B14B-BC23-ECF64BB0199F}" dt="2020-11-10T08:53:56.200" v="191"/>
          <ac:spMkLst>
            <pc:docMk/>
            <pc:sldMk cId="[redacted]" sldId="256"/>
            <ac:spMk id="373" creationId="{73B1AC75-3A44-4E21-B775-2642E72CE53B}"/>
          </ac:spMkLst>
        </pc:spChg>
        <pc:spChg chg="mod">
          <ac:chgData name="Ivan Damnjanovic" userId="ac64187cd8522d98" providerId="LiveId" clId="{91E3140C-1B53-B14B-BC23-ECF64BB0199F}" dt="2020-11-10T08:53:56.200" v="191"/>
          <ac:spMkLst>
            <pc:docMk/>
            <pc:sldMk cId="[redacted]" sldId="256"/>
            <ac:spMk id="374" creationId="{B8C516EA-925C-4BE3-B77D-6C8F9ACFD37E}"/>
          </ac:spMkLst>
        </pc:spChg>
        <pc:spChg chg="mod">
          <ac:chgData name="Ivan Damnjanovic" userId="ac64187cd8522d98" providerId="LiveId" clId="{91E3140C-1B53-B14B-BC23-ECF64BB0199F}" dt="2020-11-10T08:53:56.200" v="191"/>
          <ac:spMkLst>
            <pc:docMk/>
            <pc:sldMk cId="[redacted]" sldId="256"/>
            <ac:spMk id="375" creationId="{FB04E203-3151-47D1-BF21-7E3E8EB60E2A}"/>
          </ac:spMkLst>
        </pc:spChg>
        <pc:spChg chg="mod">
          <ac:chgData name="Ivan Damnjanovic" userId="ac64187cd8522d98" providerId="LiveId" clId="{91E3140C-1B53-B14B-BC23-ECF64BB0199F}" dt="2020-11-10T08:53:56.200" v="191"/>
          <ac:spMkLst>
            <pc:docMk/>
            <pc:sldMk cId="[redacted]" sldId="256"/>
            <ac:spMk id="376" creationId="{258A6CC8-9E30-4B8F-945A-BD18AF5D368C}"/>
          </ac:spMkLst>
        </pc:spChg>
        <pc:spChg chg="mod">
          <ac:chgData name="Ivan Damnjanovic" userId="ac64187cd8522d98" providerId="LiveId" clId="{91E3140C-1B53-B14B-BC23-ECF64BB0199F}" dt="2020-11-10T08:53:56.200" v="191"/>
          <ac:spMkLst>
            <pc:docMk/>
            <pc:sldMk cId="[redacted]" sldId="256"/>
            <ac:spMk id="377" creationId="{D57D8E5C-F9AC-455D-8D4D-FFD0B14EAAD9}"/>
          </ac:spMkLst>
        </pc:spChg>
        <pc:spChg chg="mod">
          <ac:chgData name="Ivan Damnjanovic" userId="ac64187cd8522d98" providerId="LiveId" clId="{91E3140C-1B53-B14B-BC23-ECF64BB0199F}" dt="2020-11-10T08:53:56.200" v="191"/>
          <ac:spMkLst>
            <pc:docMk/>
            <pc:sldMk cId="[redacted]" sldId="256"/>
            <ac:spMk id="378" creationId="{915A31FF-0B2D-40FA-943F-49FFA49A5500}"/>
          </ac:spMkLst>
        </pc:spChg>
        <pc:spChg chg="mod">
          <ac:chgData name="Ivan Damnjanovic" userId="ac64187cd8522d98" providerId="LiveId" clId="{91E3140C-1B53-B14B-BC23-ECF64BB0199F}" dt="2020-11-10T08:53:56.200" v="191"/>
          <ac:spMkLst>
            <pc:docMk/>
            <pc:sldMk cId="[redacted]" sldId="256"/>
            <ac:spMk id="379" creationId="{4EAADF45-6631-4B08-82E4-BFCAE6011DE8}"/>
          </ac:spMkLst>
        </pc:spChg>
        <pc:spChg chg="mod">
          <ac:chgData name="Ivan Damnjanovic" userId="ac64187cd8522d98" providerId="LiveId" clId="{91E3140C-1B53-B14B-BC23-ECF64BB0199F}" dt="2020-11-10T08:53:56.200" v="191"/>
          <ac:spMkLst>
            <pc:docMk/>
            <pc:sldMk cId="[redacted]" sldId="256"/>
            <ac:spMk id="380" creationId="{CDB6778E-4E12-4BC2-8DFB-FFDF9F944B63}"/>
          </ac:spMkLst>
        </pc:spChg>
        <pc:spChg chg="mod">
          <ac:chgData name="Ivan Damnjanovic" userId="ac64187cd8522d98" providerId="LiveId" clId="{91E3140C-1B53-B14B-BC23-ECF64BB0199F}" dt="2020-11-10T08:53:56.200" v="191"/>
          <ac:spMkLst>
            <pc:docMk/>
            <pc:sldMk cId="[redacted]" sldId="256"/>
            <ac:spMk id="381" creationId="{D1475A72-4EF5-4265-A848-B4CE35354D09}"/>
          </ac:spMkLst>
        </pc:spChg>
        <pc:spChg chg="mod">
          <ac:chgData name="Ivan Damnjanovic" userId="ac64187cd8522d98" providerId="LiveId" clId="{91E3140C-1B53-B14B-BC23-ECF64BB0199F}" dt="2020-11-10T08:53:56.200" v="191"/>
          <ac:spMkLst>
            <pc:docMk/>
            <pc:sldMk cId="[redacted]" sldId="256"/>
            <ac:spMk id="382" creationId="{4473C88C-90F1-472C-97A0-584345D72B58}"/>
          </ac:spMkLst>
        </pc:spChg>
        <pc:spChg chg="mod">
          <ac:chgData name="Ivan Damnjanovic" userId="ac64187cd8522d98" providerId="LiveId" clId="{91E3140C-1B53-B14B-BC23-ECF64BB0199F}" dt="2020-11-10T08:53:56.200" v="191"/>
          <ac:spMkLst>
            <pc:docMk/>
            <pc:sldMk cId="[redacted]" sldId="256"/>
            <ac:spMk id="383" creationId="{6091FAB6-9F3F-4928-BD4A-57A4DB7FD544}"/>
          </ac:spMkLst>
        </pc:spChg>
        <pc:spChg chg="mod">
          <ac:chgData name="Ivan Damnjanovic" userId="ac64187cd8522d98" providerId="LiveId" clId="{91E3140C-1B53-B14B-BC23-ECF64BB0199F}" dt="2020-11-10T08:53:56.200" v="191"/>
          <ac:spMkLst>
            <pc:docMk/>
            <pc:sldMk cId="[redacted]" sldId="256"/>
            <ac:spMk id="384" creationId="{F178557F-E42E-4AD9-91D2-06FE205260CC}"/>
          </ac:spMkLst>
        </pc:spChg>
        <pc:spChg chg="mod">
          <ac:chgData name="Ivan Damnjanovic" userId="ac64187cd8522d98" providerId="LiveId" clId="{91E3140C-1B53-B14B-BC23-ECF64BB0199F}" dt="2020-11-10T08:53:56.200" v="191"/>
          <ac:spMkLst>
            <pc:docMk/>
            <pc:sldMk cId="[redacted]" sldId="256"/>
            <ac:spMk id="385" creationId="{3A8FA096-1E93-4945-A628-FED1FD8D9EE4}"/>
          </ac:spMkLst>
        </pc:spChg>
        <pc:spChg chg="mod">
          <ac:chgData name="Ivan Damnjanovic" userId="ac64187cd8522d98" providerId="LiveId" clId="{91E3140C-1B53-B14B-BC23-ECF64BB0199F}" dt="2020-11-10T08:53:56.200" v="191"/>
          <ac:spMkLst>
            <pc:docMk/>
            <pc:sldMk cId="[redacted]" sldId="256"/>
            <ac:spMk id="386" creationId="{6F9AEBA0-65A9-4496-99ED-BF82A41D437B}"/>
          </ac:spMkLst>
        </pc:spChg>
        <pc:spChg chg="mod">
          <ac:chgData name="Ivan Damnjanovic" userId="ac64187cd8522d98" providerId="LiveId" clId="{91E3140C-1B53-B14B-BC23-ECF64BB0199F}" dt="2020-11-10T08:53:56.200" v="191"/>
          <ac:spMkLst>
            <pc:docMk/>
            <pc:sldMk cId="[redacted]" sldId="256"/>
            <ac:spMk id="428" creationId="{FE06C695-3AF8-4511-A827-397633C49A0A}"/>
          </ac:spMkLst>
        </pc:spChg>
        <pc:spChg chg="mod">
          <ac:chgData name="Ivan Damnjanovic" userId="ac64187cd8522d98" providerId="LiveId" clId="{91E3140C-1B53-B14B-BC23-ECF64BB0199F}" dt="2020-11-10T08:53:56.200" v="191"/>
          <ac:spMkLst>
            <pc:docMk/>
            <pc:sldMk cId="[redacted]" sldId="256"/>
            <ac:spMk id="429" creationId="{77FAC9AF-0C05-4A43-B2CE-CE6C6379F552}"/>
          </ac:spMkLst>
        </pc:spChg>
        <pc:spChg chg="mod">
          <ac:chgData name="Ivan Damnjanovic" userId="ac64187cd8522d98" providerId="LiveId" clId="{91E3140C-1B53-B14B-BC23-ECF64BB0199F}" dt="2020-11-10T08:53:56.200" v="191"/>
          <ac:spMkLst>
            <pc:docMk/>
            <pc:sldMk cId="[redacted]" sldId="256"/>
            <ac:spMk id="430" creationId="{C53AB519-76C2-429D-830D-294354209599}"/>
          </ac:spMkLst>
        </pc:spChg>
        <pc:spChg chg="mod">
          <ac:chgData name="Ivan Damnjanovic" userId="ac64187cd8522d98" providerId="LiveId" clId="{91E3140C-1B53-B14B-BC23-ECF64BB0199F}" dt="2020-11-10T08:53:56.200" v="191"/>
          <ac:spMkLst>
            <pc:docMk/>
            <pc:sldMk cId="[redacted]" sldId="256"/>
            <ac:spMk id="431" creationId="{31D2B566-79E0-4346-BFDD-750BA6C54FD2}"/>
          </ac:spMkLst>
        </pc:spChg>
        <pc:spChg chg="mod">
          <ac:chgData name="Ivan Damnjanovic" userId="ac64187cd8522d98" providerId="LiveId" clId="{91E3140C-1B53-B14B-BC23-ECF64BB0199F}" dt="2020-11-10T08:53:56.200" v="191"/>
          <ac:spMkLst>
            <pc:docMk/>
            <pc:sldMk cId="[redacted]" sldId="256"/>
            <ac:spMk id="432" creationId="{E81A3D89-CE5B-4500-82E4-01F147646262}"/>
          </ac:spMkLst>
        </pc:spChg>
        <pc:spChg chg="mod">
          <ac:chgData name="Ivan Damnjanovic" userId="ac64187cd8522d98" providerId="LiveId" clId="{91E3140C-1B53-B14B-BC23-ECF64BB0199F}" dt="2020-11-10T08:53:56.200" v="191"/>
          <ac:spMkLst>
            <pc:docMk/>
            <pc:sldMk cId="[redacted]" sldId="256"/>
            <ac:spMk id="433" creationId="{3E915323-C1F6-4011-A307-4531A07FE0FD}"/>
          </ac:spMkLst>
        </pc:spChg>
        <pc:spChg chg="mod">
          <ac:chgData name="Ivan Damnjanovic" userId="ac64187cd8522d98" providerId="LiveId" clId="{91E3140C-1B53-B14B-BC23-ECF64BB0199F}" dt="2020-11-10T08:53:56.200" v="191"/>
          <ac:spMkLst>
            <pc:docMk/>
            <pc:sldMk cId="[redacted]" sldId="256"/>
            <ac:spMk id="434" creationId="{97D27A2A-4717-482A-A951-1273C2FA2B5A}"/>
          </ac:spMkLst>
        </pc:spChg>
        <pc:spChg chg="mod">
          <ac:chgData name="Ivan Damnjanovic" userId="ac64187cd8522d98" providerId="LiveId" clId="{91E3140C-1B53-B14B-BC23-ECF64BB0199F}" dt="2020-11-10T08:53:56.200" v="191"/>
          <ac:spMkLst>
            <pc:docMk/>
            <pc:sldMk cId="[redacted]" sldId="256"/>
            <ac:spMk id="435" creationId="{4B230D0B-C07A-4EE2-A0C5-6664EEE0B669}"/>
          </ac:spMkLst>
        </pc:spChg>
        <pc:spChg chg="mod">
          <ac:chgData name="Ivan Damnjanovic" userId="ac64187cd8522d98" providerId="LiveId" clId="{91E3140C-1B53-B14B-BC23-ECF64BB0199F}" dt="2020-11-10T08:53:56.200" v="191"/>
          <ac:spMkLst>
            <pc:docMk/>
            <pc:sldMk cId="[redacted]" sldId="256"/>
            <ac:spMk id="436" creationId="{BB4755D7-C78E-4DA7-84E6-67C1CD7FDFC7}"/>
          </ac:spMkLst>
        </pc:spChg>
        <pc:spChg chg="mod">
          <ac:chgData name="Ivan Damnjanovic" userId="ac64187cd8522d98" providerId="LiveId" clId="{91E3140C-1B53-B14B-BC23-ECF64BB0199F}" dt="2020-11-10T08:53:56.200" v="191"/>
          <ac:spMkLst>
            <pc:docMk/>
            <pc:sldMk cId="[redacted]" sldId="256"/>
            <ac:spMk id="437" creationId="{74F6F84D-936A-4760-ACC4-055B64FF23DE}"/>
          </ac:spMkLst>
        </pc:spChg>
        <pc:spChg chg="mod">
          <ac:chgData name="Ivan Damnjanovic" userId="ac64187cd8522d98" providerId="LiveId" clId="{91E3140C-1B53-B14B-BC23-ECF64BB0199F}" dt="2020-11-10T08:53:56.200" v="191"/>
          <ac:spMkLst>
            <pc:docMk/>
            <pc:sldMk cId="[redacted]" sldId="256"/>
            <ac:spMk id="438" creationId="{89D65E30-885A-457F-9CA3-43FB9528B5BF}"/>
          </ac:spMkLst>
        </pc:spChg>
        <pc:spChg chg="mod">
          <ac:chgData name="Ivan Damnjanovic" userId="ac64187cd8522d98" providerId="LiveId" clId="{91E3140C-1B53-B14B-BC23-ECF64BB0199F}" dt="2020-11-10T08:53:56.200" v="191"/>
          <ac:spMkLst>
            <pc:docMk/>
            <pc:sldMk cId="[redacted]" sldId="256"/>
            <ac:spMk id="439" creationId="{07019A0F-FC42-4D5B-BF57-264B4A9045AC}"/>
          </ac:spMkLst>
        </pc:spChg>
        <pc:spChg chg="mod">
          <ac:chgData name="Ivan Damnjanovic" userId="ac64187cd8522d98" providerId="LiveId" clId="{91E3140C-1B53-B14B-BC23-ECF64BB0199F}" dt="2020-11-10T08:53:56.200" v="191"/>
          <ac:spMkLst>
            <pc:docMk/>
            <pc:sldMk cId="[redacted]" sldId="256"/>
            <ac:spMk id="440" creationId="{EB478AE6-5B32-4669-A7D5-CE7811A77EAE}"/>
          </ac:spMkLst>
        </pc:spChg>
        <pc:spChg chg="mod">
          <ac:chgData name="Ivan Damnjanovic" userId="ac64187cd8522d98" providerId="LiveId" clId="{91E3140C-1B53-B14B-BC23-ECF64BB0199F}" dt="2020-11-10T08:53:56.200" v="191"/>
          <ac:spMkLst>
            <pc:docMk/>
            <pc:sldMk cId="[redacted]" sldId="256"/>
            <ac:spMk id="441" creationId="{10856FB5-71B5-4FCF-9FA6-B2C51CDEABBB}"/>
          </ac:spMkLst>
        </pc:spChg>
        <pc:spChg chg="mod">
          <ac:chgData name="Ivan Damnjanovic" userId="ac64187cd8522d98" providerId="LiveId" clId="{91E3140C-1B53-B14B-BC23-ECF64BB0199F}" dt="2020-11-10T08:53:56.200" v="191"/>
          <ac:spMkLst>
            <pc:docMk/>
            <pc:sldMk cId="[redacted]" sldId="256"/>
            <ac:spMk id="442" creationId="{B36AD7C1-8F87-4CF7-A0E5-1C1D90DE7FF8}"/>
          </ac:spMkLst>
        </pc:spChg>
        <pc:spChg chg="mod">
          <ac:chgData name="Ivan Damnjanovic" userId="ac64187cd8522d98" providerId="LiveId" clId="{91E3140C-1B53-B14B-BC23-ECF64BB0199F}" dt="2020-11-10T08:53:56.200" v="191"/>
          <ac:spMkLst>
            <pc:docMk/>
            <pc:sldMk cId="[redacted]" sldId="256"/>
            <ac:spMk id="443" creationId="{F28DA495-1CCA-4D4A-81EA-28774C725DFA}"/>
          </ac:spMkLst>
        </pc:spChg>
        <pc:spChg chg="mod">
          <ac:chgData name="Ivan Damnjanovic" userId="ac64187cd8522d98" providerId="LiveId" clId="{91E3140C-1B53-B14B-BC23-ECF64BB0199F}" dt="2020-11-10T08:53:56.200" v="191"/>
          <ac:spMkLst>
            <pc:docMk/>
            <pc:sldMk cId="[redacted]" sldId="256"/>
            <ac:spMk id="444" creationId="{071E87B6-45C9-4A0A-93E0-9D006FBA4916}"/>
          </ac:spMkLst>
        </pc:spChg>
        <pc:spChg chg="mod">
          <ac:chgData name="Ivan Damnjanovic" userId="ac64187cd8522d98" providerId="LiveId" clId="{91E3140C-1B53-B14B-BC23-ECF64BB0199F}" dt="2020-11-10T08:53:56.200" v="191"/>
          <ac:spMkLst>
            <pc:docMk/>
            <pc:sldMk cId="[redacted]" sldId="256"/>
            <ac:spMk id="445" creationId="{8822C763-DDF6-458C-9E9C-FC[redacted]}"/>
          </ac:spMkLst>
        </pc:spChg>
        <pc:spChg chg="mod">
          <ac:chgData name="Ivan Damnjanovic" userId="ac64187cd8522d98" providerId="LiveId" clId="{91E3140C-1B53-B14B-BC23-ECF64BB0199F}" dt="2020-11-10T08:53:56.200" v="191"/>
          <ac:spMkLst>
            <pc:docMk/>
            <pc:sldMk cId="[redacted]" sldId="256"/>
            <ac:spMk id="446" creationId="{F1846E64-0F4A-4981-A955-7CE13D26F3E8}"/>
          </ac:spMkLst>
        </pc:spChg>
        <pc:spChg chg="mod">
          <ac:chgData name="Ivan Damnjanovic" userId="ac64187cd8522d98" providerId="LiveId" clId="{91E3140C-1B53-B14B-BC23-ECF64BB0199F}" dt="2020-11-10T08:53:56.200" v="191"/>
          <ac:spMkLst>
            <pc:docMk/>
            <pc:sldMk cId="[redacted]" sldId="256"/>
            <ac:spMk id="447" creationId="{D4F8241A-CA55-4F4E-AED1-1EEEE96AEB56}"/>
          </ac:spMkLst>
        </pc:spChg>
        <pc:spChg chg="mod">
          <ac:chgData name="Ivan Damnjanovic" userId="ac64187cd8522d98" providerId="LiveId" clId="{91E3140C-1B53-B14B-BC23-ECF64BB0199F}" dt="2020-11-10T08:53:56.200" v="191"/>
          <ac:spMkLst>
            <pc:docMk/>
            <pc:sldMk cId="[redacted]" sldId="256"/>
            <ac:spMk id="448" creationId="{2BB546F8-8D6F-4E5C-A8E4-C4C5D2AF980C}"/>
          </ac:spMkLst>
        </pc:spChg>
        <pc:spChg chg="mod">
          <ac:chgData name="Ivan Damnjanovic" userId="ac64187cd8522d98" providerId="LiveId" clId="{91E3140C-1B53-B14B-BC23-ECF64BB0199F}" dt="2020-11-10T08:53:56.200" v="191"/>
          <ac:spMkLst>
            <pc:docMk/>
            <pc:sldMk cId="[redacted]" sldId="256"/>
            <ac:spMk id="449" creationId="{4C4597FF-CB53-40D4-A186-8F3E4CE2CF1D}"/>
          </ac:spMkLst>
        </pc:spChg>
        <pc:spChg chg="mod">
          <ac:chgData name="Ivan Damnjanovic" userId="ac64187cd8522d98" providerId="LiveId" clId="{91E3140C-1B53-B14B-BC23-ECF64BB0199F}" dt="2020-11-10T08:53:56.200" v="191"/>
          <ac:spMkLst>
            <pc:docMk/>
            <pc:sldMk cId="[redacted]" sldId="256"/>
            <ac:spMk id="450" creationId="{51F13E0C-46F2-4215-8356-56C438E9A323}"/>
          </ac:spMkLst>
        </pc:spChg>
        <pc:spChg chg="mod">
          <ac:chgData name="Ivan Damnjanovic" userId="ac64187cd8522d98" providerId="LiveId" clId="{91E3140C-1B53-B14B-BC23-ECF64BB0199F}" dt="2020-11-10T08:53:56.200" v="191"/>
          <ac:spMkLst>
            <pc:docMk/>
            <pc:sldMk cId="[redacted]" sldId="256"/>
            <ac:spMk id="451" creationId="{5625A08C-E1C8-4FA6-9B2B-4F37C1B2E972}"/>
          </ac:spMkLst>
        </pc:spChg>
        <pc:spChg chg="mod">
          <ac:chgData name="Ivan Damnjanovic" userId="ac64187cd8522d98" providerId="LiveId" clId="{91E3140C-1B53-B14B-BC23-ECF64BB0199F}" dt="2020-11-10T08:53:56.200" v="191"/>
          <ac:spMkLst>
            <pc:docMk/>
            <pc:sldMk cId="[redacted]" sldId="256"/>
            <ac:spMk id="452" creationId="{3F781752-D22C-410C-8057-17EE3F28044D}"/>
          </ac:spMkLst>
        </pc:spChg>
        <pc:spChg chg="mod">
          <ac:chgData name="Ivan Damnjanovic" userId="ac64187cd8522d98" providerId="LiveId" clId="{91E3140C-1B53-B14B-BC23-ECF64BB0199F}" dt="2020-11-10T08:53:56.200" v="191"/>
          <ac:spMkLst>
            <pc:docMk/>
            <pc:sldMk cId="[redacted]" sldId="256"/>
            <ac:spMk id="453" creationId="{439B8E36-13E0-49BF-9E8F-99BA6F0D79C4}"/>
          </ac:spMkLst>
        </pc:spChg>
        <pc:spChg chg="mod">
          <ac:chgData name="Ivan Damnjanovic" userId="ac64187cd8522d98" providerId="LiveId" clId="{91E3140C-1B53-B14B-BC23-ECF64BB0199F}" dt="2020-11-10T08:53:56.200" v="191"/>
          <ac:spMkLst>
            <pc:docMk/>
            <pc:sldMk cId="[redacted]" sldId="256"/>
            <ac:spMk id="454" creationId="{3D86812D-B40E-4A3A-B13D-890B13453A21}"/>
          </ac:spMkLst>
        </pc:spChg>
        <pc:spChg chg="mod">
          <ac:chgData name="Ivan Damnjanovic" userId="ac64187cd8522d98" providerId="LiveId" clId="{91E3140C-1B53-B14B-BC23-ECF64BB0199F}" dt="2020-11-10T08:53:56.200" v="191"/>
          <ac:spMkLst>
            <pc:docMk/>
            <pc:sldMk cId="[redacted]" sldId="256"/>
            <ac:spMk id="455" creationId="{95811A06-C330-4DCB-A18B-DB4267A998EC}"/>
          </ac:spMkLst>
        </pc:spChg>
        <pc:spChg chg="mod">
          <ac:chgData name="Ivan Damnjanovic" userId="ac64187cd8522d98" providerId="LiveId" clId="{91E3140C-1B53-B14B-BC23-ECF64BB0199F}" dt="2020-11-10T08:53:56.200" v="191"/>
          <ac:spMkLst>
            <pc:docMk/>
            <pc:sldMk cId="[redacted]" sldId="256"/>
            <ac:spMk id="456" creationId="{A85EE8B6-01A6-46CB-A497-5C65A718FEA2}"/>
          </ac:spMkLst>
        </pc:spChg>
        <pc:spChg chg="mod">
          <ac:chgData name="Ivan Damnjanovic" userId="ac64187cd8522d98" providerId="LiveId" clId="{91E3140C-1B53-B14B-BC23-ECF64BB0199F}" dt="2020-11-10T08:53:56.200" v="191"/>
          <ac:spMkLst>
            <pc:docMk/>
            <pc:sldMk cId="[redacted]" sldId="256"/>
            <ac:spMk id="457" creationId="{40C86AD7-7590-49E1-BAB4-6E3A20572C26}"/>
          </ac:spMkLst>
        </pc:spChg>
        <pc:spChg chg="mod">
          <ac:chgData name="Ivan Damnjanovic" userId="ac64187cd8522d98" providerId="LiveId" clId="{91E3140C-1B53-B14B-BC23-ECF64BB0199F}" dt="2020-11-10T08:53:56.200" v="191"/>
          <ac:spMkLst>
            <pc:docMk/>
            <pc:sldMk cId="[redacted]" sldId="256"/>
            <ac:spMk id="458" creationId="{05D61590-8F32-4425-A2F0-CBBCEF0A126B}"/>
          </ac:spMkLst>
        </pc:spChg>
        <pc:spChg chg="mod">
          <ac:chgData name="Ivan Damnjanovic" userId="ac64187cd8522d98" providerId="LiveId" clId="{91E3140C-1B53-B14B-BC23-ECF64BB0199F}" dt="2020-11-10T08:53:56.200" v="191"/>
          <ac:spMkLst>
            <pc:docMk/>
            <pc:sldMk cId="[redacted]" sldId="256"/>
            <ac:spMk id="459" creationId="{2B8522D7-AAE5-4079-8552-E082C7398E62}"/>
          </ac:spMkLst>
        </pc:spChg>
        <pc:spChg chg="mod">
          <ac:chgData name="Ivan Damnjanovic" userId="ac64187cd8522d98" providerId="LiveId" clId="{91E3140C-1B53-B14B-BC23-ECF64BB0199F}" dt="2020-11-10T08:53:56.200" v="191"/>
          <ac:spMkLst>
            <pc:docMk/>
            <pc:sldMk cId="[redacted]" sldId="256"/>
            <ac:spMk id="460" creationId="{75855995-316B-4940-AD56-9DE3569549C5}"/>
          </ac:spMkLst>
        </pc:spChg>
        <pc:grpChg chg="mod">
          <ac:chgData name="Ivan Damnjanovic" userId="ac64187cd8522d98" providerId="LiveId" clId="{91E3140C-1B53-B14B-BC23-ECF64BB0199F}" dt="2020-11-10T08:53:56.200" v="191"/>
          <ac:grpSpMkLst>
            <pc:docMk/>
            <pc:sldMk cId="[redacted]" sldId="256"/>
            <ac:grpSpMk id="4" creationId="{DCC86869-144C-4362-8835-D83D20FAD15C}"/>
          </ac:grpSpMkLst>
        </pc:grpChg>
        <pc:grpChg chg="mod">
          <ac:chgData name="Ivan Damnjanovic" userId="ac64187cd8522d98" providerId="LiveId" clId="{91E3140C-1B53-B14B-BC23-ECF64BB0199F}" dt="2020-11-10T08:53:56.200" v="191"/>
          <ac:grpSpMkLst>
            <pc:docMk/>
            <pc:sldMk cId="[redacted]" sldId="256"/>
            <ac:grpSpMk id="23" creationId="{31595E0A-9E8E-427D-A1A2-40E46D78CDD9}"/>
          </ac:grpSpMkLst>
        </pc:grpChg>
        <pc:grpChg chg="mod">
          <ac:chgData name="Ivan Damnjanovic" userId="ac64187cd8522d98" providerId="LiveId" clId="{91E3140C-1B53-B14B-BC23-ECF64BB0199F}" dt="2020-11-10T08:53:56.200" v="191"/>
          <ac:grpSpMkLst>
            <pc:docMk/>
            <pc:sldMk cId="[redacted]" sldId="256"/>
            <ac:grpSpMk id="261" creationId="{7D1081D1-3993-492A-A293-1F93C7739B71}"/>
          </ac:grpSpMkLst>
        </pc:grpChg>
        <pc:grpChg chg="mod">
          <ac:chgData name="Ivan Damnjanovic" userId="ac64187cd8522d98" providerId="LiveId" clId="{91E3140C-1B53-B14B-BC23-ECF64BB0199F}" dt="2020-11-10T08:53:56.200" v="191"/>
          <ac:grpSpMkLst>
            <pc:docMk/>
            <pc:sldMk cId="[redacted]" sldId="256"/>
            <ac:grpSpMk id="427" creationId="{4243A657-DAF3-4492-97EF-85FC6C802AB0}"/>
          </ac:grpSpMkLst>
        </pc:grpChg>
        <pc:picChg chg="mod">
          <ac:chgData name="Ivan Damnjanovic" userId="ac64187cd8522d98" providerId="LiveId" clId="{91E3140C-1B53-B14B-BC23-ECF64BB0199F}" dt="2020-11-10T08:53:56.200" v="191"/>
          <ac:picMkLst>
            <pc:docMk/>
            <pc:sldMk cId="[redacted]" sldId="256"/>
            <ac:picMk id="17" creationId="{E2F6A26E-E6F5-5D4C-BC24-7FA44DBF6685}"/>
          </ac:picMkLst>
        </pc:picChg>
        <pc:cxnChg chg="mod">
          <ac:chgData name="Ivan Damnjanovic" userId="ac64187cd8522d98" providerId="LiveId" clId="{91E3140C-1B53-B14B-BC23-ECF64BB0199F}" dt="2020-11-10T08:53:56.200" v="191"/>
          <ac:cxnSpMkLst>
            <pc:docMk/>
            <pc:sldMk cId="[redacted]" sldId="256"/>
            <ac:cxnSpMk id="3" creationId="{A64E411C-C5F7-40EB-9FB3-2F337BAC6738}"/>
          </ac:cxnSpMkLst>
        </pc:cxnChg>
        <pc:cxnChg chg="mod">
          <ac:chgData name="Ivan Damnjanovic" userId="ac64187cd8522d98" providerId="LiveId" clId="{91E3140C-1B53-B14B-BC23-ECF64BB0199F}" dt="2020-11-10T08:53:56.200" v="191"/>
          <ac:cxnSpMkLst>
            <pc:docMk/>
            <pc:sldMk cId="[redacted]" sldId="256"/>
            <ac:cxnSpMk id="358" creationId="{FCEBB729-71CD-47ED-986C-1E732F9AAAB1}"/>
          </ac:cxnSpMkLst>
        </pc:cxnChg>
        <pc:cxnChg chg="mod">
          <ac:chgData name="Ivan Damnjanovic" userId="ac64187cd8522d98" providerId="LiveId" clId="{91E3140C-1B53-B14B-BC23-ECF64BB0199F}" dt="2020-11-10T08:53:56.200" v="191"/>
          <ac:cxnSpMkLst>
            <pc:docMk/>
            <pc:sldMk cId="[redacted]" sldId="256"/>
            <ac:cxnSpMk id="387" creationId="{F0C32599-B900-4F66-8138-3DB3C3BA4FA0}"/>
          </ac:cxnSpMkLst>
        </pc:cxnChg>
        <pc:cxnChg chg="mod">
          <ac:chgData name="Ivan Damnjanovic" userId="ac64187cd8522d98" providerId="LiveId" clId="{91E3140C-1B53-B14B-BC23-ECF64BB0199F}" dt="2020-11-10T08:53:56.200" v="191"/>
          <ac:cxnSpMkLst>
            <pc:docMk/>
            <pc:sldMk cId="[redacted]" sldId="256"/>
            <ac:cxnSpMk id="461" creationId="{7DF5540B-9671-4FF2-A550-DF6A34B616AF}"/>
          </ac:cxnSpMkLst>
        </pc:cxnChg>
      </pc:sldChg>
      <pc:sldChg chg="modSp modNotes modNotesTx">
        <pc:chgData name="Ivan Damnjanovic" userId="ac64187cd8522d98" providerId="LiveId" clId="{91E3140C-1B53-B14B-BC23-ECF64BB0199F}" dt="2020-11-10T09:40:04.273" v="1169" actId="20577"/>
        <pc:sldMkLst>
          <pc:docMk/>
          <pc:sldMk cId="[redacted]" sldId="257"/>
        </pc:sldMkLst>
        <pc:spChg chg="mod">
          <ac:chgData name="Ivan Damnjanovic" userId="ac64187cd8522d98" providerId="LiveId" clId="{91E3140C-1B53-B14B-BC23-ECF64BB0199F}" dt="2020-11-10T08:53:56.200" v="191"/>
          <ac:spMkLst>
            <pc:docMk/>
            <pc:sldMk cId="[redacted]" sldId="257"/>
            <ac:spMk id="2" creationId="{5348ABC3-8E8C-4FDD-AA32-797A4908BA56}"/>
          </ac:spMkLst>
        </pc:spChg>
        <pc:spChg chg="mod">
          <ac:chgData name="Ivan Damnjanovic" userId="ac64187cd8522d98" providerId="LiveId" clId="{91E3140C-1B53-B14B-BC23-ECF64BB0199F}" dt="2020-11-10T08:53:56.200" v="191"/>
          <ac:spMkLst>
            <pc:docMk/>
            <pc:sldMk cId="[redacted]" sldId="257"/>
            <ac:spMk id="5" creationId="{4FF3C7AF-9892-2C48-9353-A65E0CD34D60}"/>
          </ac:spMkLst>
        </pc:spChg>
        <pc:spChg chg="mod">
          <ac:chgData name="Ivan Damnjanovic" userId="ac64187cd8522d98" providerId="LiveId" clId="{91E3140C-1B53-B14B-BC23-ECF64BB0199F}" dt="2020-11-10T08:53:56.200" v="191"/>
          <ac:spMkLst>
            <pc:docMk/>
            <pc:sldMk cId="[redacted]" sldId="257"/>
            <ac:spMk id="6" creationId="{48B38AC8-6A13-48D8-A3E9-1B663F3239DA}"/>
          </ac:spMkLst>
        </pc:spChg>
        <pc:picChg chg="mod">
          <ac:chgData name="Ivan Damnjanovic" userId="ac64187cd8522d98" providerId="LiveId" clId="{91E3140C-1B53-B14B-BC23-ECF64BB0199F}" dt="2020-11-10T08:53:56.200" v="191"/>
          <ac:picMkLst>
            <pc:docMk/>
            <pc:sldMk cId="[redacted]" sldId="257"/>
            <ac:picMk id="3" creationId="{BB9886C1-B585-C542-BEA5-4433035C5BCF}"/>
          </ac:picMkLst>
        </pc:picChg>
        <pc:picChg chg="mod">
          <ac:chgData name="Ivan Damnjanovic" userId="ac64187cd8522d98" providerId="LiveId" clId="{91E3140C-1B53-B14B-BC23-ECF64BB0199F}" dt="2020-11-10T08:53:56.200" v="191"/>
          <ac:picMkLst>
            <pc:docMk/>
            <pc:sldMk cId="[redacted]" sldId="257"/>
            <ac:picMk id="1027" creationId="{695A43E0-6D70-DC4D-B04B-E0C23115E0B3}"/>
          </ac:picMkLst>
        </pc:picChg>
        <pc:picChg chg="mod">
          <ac:chgData name="Ivan Damnjanovic" userId="ac64187cd8522d98" providerId="LiveId" clId="{91E3140C-1B53-B14B-BC23-ECF64BB0199F}" dt="2020-11-10T08:53:56.200" v="191"/>
          <ac:picMkLst>
            <pc:docMk/>
            <pc:sldMk cId="[redacted]" sldId="257"/>
            <ac:picMk id="1029" creationId="{F05CB951-D72E-2E4B-ADBA-DCE50F027083}"/>
          </ac:picMkLst>
        </pc:picChg>
      </pc:sldChg>
      <pc:sldChg chg="addSp delSp modSp mod modNotes">
        <pc:chgData name="Ivan Damnjanovic" userId="ac64187cd8522d98" providerId="LiveId" clId="{91E3140C-1B53-B14B-BC23-ECF64BB0199F}" dt="2020-11-10T10:53:19.551" v="4670" actId="478"/>
        <pc:sldMkLst>
          <pc:docMk/>
          <pc:sldMk cId="1476430173" sldId="260"/>
        </pc:sldMkLst>
        <pc:spChg chg="add mod">
          <ac:chgData name="Ivan Damnjanovic" userId="ac64187cd8522d98" providerId="LiveId" clId="{91E3140C-1B53-B14B-BC23-ECF64BB0199F}" dt="2020-11-10T10:01:49.989" v="1986" actId="1076"/>
          <ac:spMkLst>
            <pc:docMk/>
            <pc:sldMk cId="1476430173" sldId="260"/>
            <ac:spMk id="2" creationId="{3FB4609F-9DB0-7846-9537-304B63E4281E}"/>
          </ac:spMkLst>
        </pc:spChg>
        <pc:spChg chg="del mod">
          <ac:chgData name="Ivan Damnjanovic" userId="ac64187cd8522d98" providerId="LiveId" clId="{91E3140C-1B53-B14B-BC23-ECF64BB0199F}" dt="2020-11-10T10:48:22.528" v="4585" actId="478"/>
          <ac:spMkLst>
            <pc:docMk/>
            <pc:sldMk cId="1476430173" sldId="260"/>
            <ac:spMk id="32" creationId="{B83E5E92-2D15-234C-828E-A7138B4E91E4}"/>
          </ac:spMkLst>
        </pc:spChg>
        <pc:spChg chg="add del mod">
          <ac:chgData name="Ivan Damnjanovic" userId="ac64187cd8522d98" providerId="LiveId" clId="{91E3140C-1B53-B14B-BC23-ECF64BB0199F}" dt="2020-11-10T10:53:19.551" v="4670" actId="478"/>
          <ac:spMkLst>
            <pc:docMk/>
            <pc:sldMk cId="1476430173" sldId="260"/>
            <ac:spMk id="35" creationId="{5C0588A3-BEBD-7B44-9937-C2A043190085}"/>
          </ac:spMkLst>
        </pc:spChg>
        <pc:spChg chg="add del mod">
          <ac:chgData name="Ivan Damnjanovic" userId="ac64187cd8522d98" providerId="LiveId" clId="{91E3140C-1B53-B14B-BC23-ECF64BB0199F}" dt="2020-11-10T10:00:33.574" v="1930"/>
          <ac:spMkLst>
            <pc:docMk/>
            <pc:sldMk cId="1476430173" sldId="260"/>
            <ac:spMk id="36" creationId="{7EF8A57F-E069-C547-BC73-F1CAF51D6549}"/>
          </ac:spMkLst>
        </pc:spChg>
        <pc:spChg chg="add mod">
          <ac:chgData name="Ivan Damnjanovic" userId="ac64187cd8522d98" providerId="LiveId" clId="{91E3140C-1B53-B14B-BC23-ECF64BB0199F}" dt="2020-11-10T10:01:37.216" v="1985" actId="554"/>
          <ac:spMkLst>
            <pc:docMk/>
            <pc:sldMk cId="1476430173" sldId="260"/>
            <ac:spMk id="37" creationId="{2DBCA708-9B07-1046-BCC5-1C02D22540BD}"/>
          </ac:spMkLst>
        </pc:spChg>
        <pc:spChg chg="mod">
          <ac:chgData name="Ivan Damnjanovic" userId="ac64187cd8522d98" providerId="LiveId" clId="{91E3140C-1B53-B14B-BC23-ECF64BB0199F}" dt="2020-11-10T08:53:56.200" v="191"/>
          <ac:spMkLst>
            <pc:docMk/>
            <pc:sldMk cId="1476430173" sldId="260"/>
            <ac:spMk id="38" creationId="{E21BC74C-6746-EE44-8DD1-B654F88D5537}"/>
          </ac:spMkLst>
        </pc:spChg>
        <pc:spChg chg="mod">
          <ac:chgData name="Ivan Damnjanovic" userId="ac64187cd8522d98" providerId="LiveId" clId="{91E3140C-1B53-B14B-BC23-ECF64BB0199F}" dt="2020-11-10T10:00:56.096" v="1934" actId="170"/>
          <ac:spMkLst>
            <pc:docMk/>
            <pc:sldMk cId="1476430173" sldId="260"/>
            <ac:spMk id="998" creationId="{00000000-0000-0000-0000-000000000000}"/>
          </ac:spMkLst>
        </pc:spChg>
        <pc:spChg chg="mod">
          <ac:chgData name="Ivan Damnjanovic" userId="ac64187cd8522d98" providerId="LiveId" clId="{91E3140C-1B53-B14B-BC23-ECF64BB0199F}" dt="2020-11-10T08:53:56.200" v="191"/>
          <ac:spMkLst>
            <pc:docMk/>
            <pc:sldMk cId="1476430173" sldId="260"/>
            <ac:spMk id="999" creationId="{00000000-0000-0000-0000-000000000000}"/>
          </ac:spMkLst>
        </pc:spChg>
        <pc:spChg chg="mod">
          <ac:chgData name="Ivan Damnjanovic" userId="ac64187cd8522d98" providerId="LiveId" clId="{91E3140C-1B53-B14B-BC23-ECF64BB0199F}" dt="2020-11-10T08:53:56.200" v="191"/>
          <ac:spMkLst>
            <pc:docMk/>
            <pc:sldMk cId="1476430173" sldId="260"/>
            <ac:spMk id="1001" creationId="{00000000-0000-0000-0000-000000000000}"/>
          </ac:spMkLst>
        </pc:spChg>
        <pc:spChg chg="mod">
          <ac:chgData name="Ivan Damnjanovic" userId="ac64187cd8522d98" providerId="LiveId" clId="{91E3140C-1B53-B14B-BC23-ECF64BB0199F}" dt="2020-11-10T08:53:56.200" v="191"/>
          <ac:spMkLst>
            <pc:docMk/>
            <pc:sldMk cId="1476430173" sldId="260"/>
            <ac:spMk id="1002" creationId="{00000000-0000-0000-0000-000000000000}"/>
          </ac:spMkLst>
        </pc:spChg>
        <pc:spChg chg="mod">
          <ac:chgData name="Ivan Damnjanovic" userId="ac64187cd8522d98" providerId="LiveId" clId="{91E3140C-1B53-B14B-BC23-ECF64BB0199F}" dt="2020-11-10T10:01:16.463" v="1939" actId="20577"/>
          <ac:spMkLst>
            <pc:docMk/>
            <pc:sldMk cId="1476430173" sldId="260"/>
            <ac:spMk id="1004" creationId="{00000000-0000-0000-0000-000000000000}"/>
          </ac:spMkLst>
        </pc:spChg>
        <pc:spChg chg="mod">
          <ac:chgData name="Ivan Damnjanovic" userId="ac64187cd8522d98" providerId="LiveId" clId="{91E3140C-1B53-B14B-BC23-ECF64BB0199F}" dt="2020-11-10T10:01:10.029" v="1936" actId="171"/>
          <ac:spMkLst>
            <pc:docMk/>
            <pc:sldMk cId="1476430173" sldId="260"/>
            <ac:spMk id="1005" creationId="{00000000-0000-0000-0000-000000000000}"/>
          </ac:spMkLst>
        </pc:spChg>
        <pc:spChg chg="mod">
          <ac:chgData name="Ivan Damnjanovic" userId="ac64187cd8522d98" providerId="LiveId" clId="{91E3140C-1B53-B14B-BC23-ECF64BB0199F}" dt="2020-11-10T08:53:56.200" v="191"/>
          <ac:spMkLst>
            <pc:docMk/>
            <pc:sldMk cId="1476430173" sldId="260"/>
            <ac:spMk id="1007" creationId="{00000000-0000-0000-0000-000000000000}"/>
          </ac:spMkLst>
        </pc:spChg>
        <pc:spChg chg="mod">
          <ac:chgData name="Ivan Damnjanovic" userId="ac64187cd8522d98" providerId="LiveId" clId="{91E3140C-1B53-B14B-BC23-ECF64BB0199F}" dt="2020-11-10T08:53:56.200" v="191"/>
          <ac:spMkLst>
            <pc:docMk/>
            <pc:sldMk cId="1476430173" sldId="260"/>
            <ac:spMk id="1008" creationId="{00000000-0000-0000-0000-000000000000}"/>
          </ac:spMkLst>
        </pc:spChg>
        <pc:spChg chg="mod">
          <ac:chgData name="Ivan Damnjanovic" userId="ac64187cd8522d98" providerId="LiveId" clId="{91E3140C-1B53-B14B-BC23-ECF64BB0199F}" dt="2020-11-10T08:53:56.200" v="191"/>
          <ac:spMkLst>
            <pc:docMk/>
            <pc:sldMk cId="1476430173" sldId="260"/>
            <ac:spMk id="1009" creationId="{00000000-0000-0000-0000-000000000000}"/>
          </ac:spMkLst>
        </pc:spChg>
        <pc:spChg chg="mod">
          <ac:chgData name="Ivan Damnjanovic" userId="ac64187cd8522d98" providerId="LiveId" clId="{91E3140C-1B53-B14B-BC23-ECF64BB0199F}" dt="2020-11-10T08:53:56.200" v="191"/>
          <ac:spMkLst>
            <pc:docMk/>
            <pc:sldMk cId="1476430173" sldId="260"/>
            <ac:spMk id="1010" creationId="{00000000-0000-0000-0000-000000000000}"/>
          </ac:spMkLst>
        </pc:spChg>
        <pc:spChg chg="mod">
          <ac:chgData name="Ivan Damnjanovic" userId="ac64187cd8522d98" providerId="LiveId" clId="{91E3140C-1B53-B14B-BC23-ECF64BB0199F}" dt="2020-11-10T08:53:56.200" v="191"/>
          <ac:spMkLst>
            <pc:docMk/>
            <pc:sldMk cId="1476430173" sldId="260"/>
            <ac:spMk id="1014" creationId="{00000000-0000-0000-0000-000000000000}"/>
          </ac:spMkLst>
        </pc:spChg>
        <pc:spChg chg="mod">
          <ac:chgData name="Ivan Damnjanovic" userId="ac64187cd8522d98" providerId="LiveId" clId="{91E3140C-1B53-B14B-BC23-ECF64BB0199F}" dt="2020-11-10T08:53:56.200" v="191"/>
          <ac:spMkLst>
            <pc:docMk/>
            <pc:sldMk cId="1476430173" sldId="260"/>
            <ac:spMk id="1015" creationId="{00000000-0000-0000-0000-000000000000}"/>
          </ac:spMkLst>
        </pc:spChg>
        <pc:spChg chg="mod">
          <ac:chgData name="Ivan Damnjanovic" userId="ac64187cd8522d98" providerId="LiveId" clId="{91E3140C-1B53-B14B-BC23-ECF64BB0199F}" dt="2020-11-10T08:53:56.200" v="191"/>
          <ac:spMkLst>
            <pc:docMk/>
            <pc:sldMk cId="1476430173" sldId="260"/>
            <ac:spMk id="1016" creationId="{00000000-0000-0000-0000-000000000000}"/>
          </ac:spMkLst>
        </pc:spChg>
        <pc:spChg chg="mod">
          <ac:chgData name="Ivan Damnjanovic" userId="ac64187cd8522d98" providerId="LiveId" clId="{91E3140C-1B53-B14B-BC23-ECF64BB0199F}" dt="2020-11-10T10:51:01.773" v="4658" actId="20577"/>
          <ac:spMkLst>
            <pc:docMk/>
            <pc:sldMk cId="1476430173" sldId="260"/>
            <ac:spMk id="1020" creationId="{00000000-0000-0000-0000-000000000000}"/>
          </ac:spMkLst>
        </pc:spChg>
        <pc:spChg chg="mod">
          <ac:chgData name="Ivan Damnjanovic" userId="ac64187cd8522d98" providerId="LiveId" clId="{91E3140C-1B53-B14B-BC23-ECF64BB0199F}" dt="2020-11-10T08:53:56.200" v="191"/>
          <ac:spMkLst>
            <pc:docMk/>
            <pc:sldMk cId="1476430173" sldId="260"/>
            <ac:spMk id="1021" creationId="{00000000-0000-0000-0000-000000000000}"/>
          </ac:spMkLst>
        </pc:spChg>
        <pc:spChg chg="mod">
          <ac:chgData name="Ivan Damnjanovic" userId="ac64187cd8522d98" providerId="LiveId" clId="{91E3140C-1B53-B14B-BC23-ECF64BB0199F}" dt="2020-11-10T10:48:18.594" v="4583" actId="1036"/>
          <ac:spMkLst>
            <pc:docMk/>
            <pc:sldMk cId="1476430173" sldId="260"/>
            <ac:spMk id="1025" creationId="{00000000-0000-0000-0000-000000000000}"/>
          </ac:spMkLst>
        </pc:spChg>
        <pc:spChg chg="mod">
          <ac:chgData name="Ivan Damnjanovic" userId="ac64187cd8522d98" providerId="LiveId" clId="{91E3140C-1B53-B14B-BC23-ECF64BB0199F}" dt="2020-11-10T10:49:07.943" v="4643" actId="20577"/>
          <ac:spMkLst>
            <pc:docMk/>
            <pc:sldMk cId="1476430173" sldId="260"/>
            <ac:spMk id="1026" creationId="{00000000-0000-0000-0000-000000000000}"/>
          </ac:spMkLst>
        </pc:spChg>
        <pc:spChg chg="mod">
          <ac:chgData name="Ivan Damnjanovic" userId="ac64187cd8522d98" providerId="LiveId" clId="{91E3140C-1B53-B14B-BC23-ECF64BB0199F}" dt="2020-11-10T10:48:18.594" v="4583" actId="1036"/>
          <ac:spMkLst>
            <pc:docMk/>
            <pc:sldMk cId="1476430173" sldId="260"/>
            <ac:spMk id="1027" creationId="{00000000-0000-0000-0000-000000000000}"/>
          </ac:spMkLst>
        </pc:spChg>
        <pc:spChg chg="mod">
          <ac:chgData name="Ivan Damnjanovic" userId="ac64187cd8522d98" providerId="LiveId" clId="{91E3140C-1B53-B14B-BC23-ECF64BB0199F}" dt="2020-11-10T10:52:03.273" v="4668" actId="20577"/>
          <ac:spMkLst>
            <pc:docMk/>
            <pc:sldMk cId="1476430173" sldId="260"/>
            <ac:spMk id="1028" creationId="{00000000-0000-0000-0000-000000000000}"/>
          </ac:spMkLst>
        </pc:spChg>
        <pc:grpChg chg="mod">
          <ac:chgData name="Ivan Damnjanovic" userId="ac64187cd8522d98" providerId="LiveId" clId="{91E3140C-1B53-B14B-BC23-ECF64BB0199F}" dt="2020-11-10T10:00:18.682" v="1926" actId="1076"/>
          <ac:grpSpMkLst>
            <pc:docMk/>
            <pc:sldMk cId="1476430173" sldId="260"/>
            <ac:grpSpMk id="1000" creationId="{00000000-0000-0000-0000-000000000000}"/>
          </ac:grpSpMkLst>
        </pc:grpChg>
        <pc:grpChg chg="mod">
          <ac:chgData name="Ivan Damnjanovic" userId="ac64187cd8522d98" providerId="LiveId" clId="{91E3140C-1B53-B14B-BC23-ECF64BB0199F}" dt="2020-11-10T10:01:03.825" v="1935" actId="171"/>
          <ac:grpSpMkLst>
            <pc:docMk/>
            <pc:sldMk cId="1476430173" sldId="260"/>
            <ac:grpSpMk id="1003" creationId="{00000000-0000-0000-0000-000000000000}"/>
          </ac:grpSpMkLst>
        </pc:grpChg>
        <pc:grpChg chg="mod">
          <ac:chgData name="Ivan Damnjanovic" userId="ac64187cd8522d98" providerId="LiveId" clId="{91E3140C-1B53-B14B-BC23-ECF64BB0199F}" dt="2020-11-10T08:53:56.200" v="191"/>
          <ac:grpSpMkLst>
            <pc:docMk/>
            <pc:sldMk cId="1476430173" sldId="260"/>
            <ac:grpSpMk id="1006" creationId="{00000000-0000-0000-0000-000000000000}"/>
          </ac:grpSpMkLst>
        </pc:grpChg>
        <pc:grpChg chg="mod">
          <ac:chgData name="Ivan Damnjanovic" userId="ac64187cd8522d98" providerId="LiveId" clId="{91E3140C-1B53-B14B-BC23-ECF64BB0199F}" dt="2020-11-10T08:53:56.200" v="191"/>
          <ac:grpSpMkLst>
            <pc:docMk/>
            <pc:sldMk cId="1476430173" sldId="260"/>
            <ac:grpSpMk id="1013" creationId="{00000000-0000-0000-0000-000000000000}"/>
          </ac:grpSpMkLst>
        </pc:grpChg>
        <pc:picChg chg="mod">
          <ac:chgData name="Ivan Damnjanovic" userId="ac64187cd8522d98" providerId="LiveId" clId="{91E3140C-1B53-B14B-BC23-ECF64BB0199F}" dt="2020-11-10T08:53:56.200" v="191"/>
          <ac:picMkLst>
            <pc:docMk/>
            <pc:sldMk cId="1476430173" sldId="260"/>
            <ac:picMk id="4" creationId="{236DB9D6-F1E8-B145-85C8-57C4C589915D}"/>
          </ac:picMkLst>
        </pc:picChg>
        <pc:picChg chg="mod">
          <ac:chgData name="Ivan Damnjanovic" userId="ac64187cd8522d98" providerId="LiveId" clId="{91E3140C-1B53-B14B-BC23-ECF64BB0199F}" dt="2020-11-10T08:53:56.200" v="191"/>
          <ac:picMkLst>
            <pc:docMk/>
            <pc:sldMk cId="1476430173" sldId="260"/>
            <ac:picMk id="6" creationId="{00D12B80-307F-0640-87D0-7A5E7162F107}"/>
          </ac:picMkLst>
        </pc:picChg>
        <pc:picChg chg="mod">
          <ac:chgData name="Ivan Damnjanovic" userId="ac64187cd8522d98" providerId="LiveId" clId="{91E3140C-1B53-B14B-BC23-ECF64BB0199F}" dt="2020-11-10T08:53:56.200" v="191"/>
          <ac:picMkLst>
            <pc:docMk/>
            <pc:sldMk cId="1476430173" sldId="260"/>
            <ac:picMk id="8" creationId="{12AE1ED3-5D1B-FB4D-A727-57DA39310E15}"/>
          </ac:picMkLst>
        </pc:picChg>
        <pc:picChg chg="add del mod">
          <ac:chgData name="Ivan Damnjanovic" userId="ac64187cd8522d98" providerId="LiveId" clId="{91E3140C-1B53-B14B-BC23-ECF64BB0199F}" dt="2020-11-10T09:37:01.249" v="903" actId="478"/>
          <ac:picMkLst>
            <pc:docMk/>
            <pc:sldMk cId="1476430173" sldId="260"/>
            <ac:picMk id="33" creationId="{341FF53A-C1AD-FC41-9381-F2D2B69EEACB}"/>
          </ac:picMkLst>
        </pc:picChg>
        <pc:picChg chg="add del mod">
          <ac:chgData name="Ivan Damnjanovic" userId="ac64187cd8522d98" providerId="LiveId" clId="{91E3140C-1B53-B14B-BC23-ECF64BB0199F}" dt="2020-11-10T09:37:00.049" v="902" actId="478"/>
          <ac:picMkLst>
            <pc:docMk/>
            <pc:sldMk cId="1476430173" sldId="260"/>
            <ac:picMk id="34" creationId="{E0B7D574-E66A-D042-8653-B0FE5A1A87DF}"/>
          </ac:picMkLst>
        </pc:picChg>
        <pc:picChg chg="mod">
          <ac:chgData name="Ivan Damnjanovic" userId="ac64187cd8522d98" providerId="LiveId" clId="{91E3140C-1B53-B14B-BC23-ECF64BB0199F}" dt="2020-11-10T10:01:37.216" v="1985" actId="554"/>
          <ac:picMkLst>
            <pc:docMk/>
            <pc:sldMk cId="1476430173" sldId="260"/>
            <ac:picMk id="40" creationId="{4A6ADEA3-092C-034C-9118-B0DBE8B5B9EA}"/>
          </ac:picMkLst>
        </pc:picChg>
        <pc:picChg chg="mod">
          <ac:chgData name="Ivan Damnjanovic" userId="ac64187cd8522d98" providerId="LiveId" clId="{91E3140C-1B53-B14B-BC23-ECF64BB0199F}" dt="2020-11-10T10:01:37.216" v="1985" actId="554"/>
          <ac:picMkLst>
            <pc:docMk/>
            <pc:sldMk cId="1476430173" sldId="260"/>
            <ac:picMk id="41" creationId="{84F26CD3-A82B-2A4C-A37B-048221E753B3}"/>
          </ac:picMkLst>
        </pc:picChg>
        <pc:picChg chg="mod">
          <ac:chgData name="Ivan Damnjanovic" userId="ac64187cd8522d98" providerId="LiveId" clId="{91E3140C-1B53-B14B-BC23-ECF64BB0199F}" dt="2020-11-10T08:53:56.200" v="191"/>
          <ac:picMkLst>
            <pc:docMk/>
            <pc:sldMk cId="1476430173" sldId="260"/>
            <ac:picMk id="50" creationId="{4C25B665-2CA4-8D47-B659-381249E1DFB8}"/>
          </ac:picMkLst>
        </pc:picChg>
      </pc:sldChg>
      <pc:sldChg chg="addSp delSp modSp mod modNotesTx">
        <pc:chgData name="Ivan Damnjanovic" userId="ac64187cd8522d98" providerId="LiveId" clId="{91E3140C-1B53-B14B-BC23-ECF64BB0199F}" dt="2020-11-10T11:44:44.907" v="4674" actId="20577"/>
        <pc:sldMkLst>
          <pc:docMk/>
          <pc:sldMk cId="1938571380" sldId="275"/>
        </pc:sldMkLst>
        <pc:spChg chg="mod">
          <ac:chgData name="Ivan Damnjanovic" userId="ac64187cd8522d98" providerId="LiveId" clId="{91E3140C-1B53-B14B-BC23-ECF64BB0199F}" dt="2020-11-10T08:53:56.200" v="191"/>
          <ac:spMkLst>
            <pc:docMk/>
            <pc:sldMk cId="1938571380" sldId="275"/>
            <ac:spMk id="2" creationId="{291D7552-059C-5C49-9DAF-B273A96407B8}"/>
          </ac:spMkLst>
        </pc:spChg>
        <pc:spChg chg="mod">
          <ac:chgData name="Ivan Damnjanovic" userId="ac64187cd8522d98" providerId="LiveId" clId="{91E3140C-1B53-B14B-BC23-ECF64BB0199F}" dt="2020-11-10T08:53:56.200" v="191"/>
          <ac:spMkLst>
            <pc:docMk/>
            <pc:sldMk cId="1938571380" sldId="275"/>
            <ac:spMk id="3" creationId="{324A352C-0521-2743-BC1D-9B14E7F2F883}"/>
          </ac:spMkLst>
        </pc:spChg>
        <pc:spChg chg="add mod">
          <ac:chgData name="Ivan Damnjanovic" userId="ac64187cd8522d98" providerId="LiveId" clId="{91E3140C-1B53-B14B-BC23-ECF64BB0199F}" dt="2020-11-10T11:44:44.907" v="4674" actId="20577"/>
          <ac:spMkLst>
            <pc:docMk/>
            <pc:sldMk cId="1938571380" sldId="275"/>
            <ac:spMk id="20" creationId="{3DB04968-39C5-044E-A08A-C7FB5CD3A472}"/>
          </ac:spMkLst>
        </pc:spChg>
        <pc:spChg chg="mod">
          <ac:chgData name="Ivan Damnjanovic" userId="ac64187cd8522d98" providerId="LiveId" clId="{91E3140C-1B53-B14B-BC23-ECF64BB0199F}" dt="2020-11-10T08:53:56.200" v="191"/>
          <ac:spMkLst>
            <pc:docMk/>
            <pc:sldMk cId="1938571380" sldId="275"/>
            <ac:spMk id="21" creationId="{3ED3C201-379D-1946-B7B9-0C[redacted]}"/>
          </ac:spMkLst>
        </pc:spChg>
        <pc:spChg chg="mod">
          <ac:chgData name="Ivan Damnjanovic" userId="ac64187cd8522d98" providerId="LiveId" clId="{91E3140C-1B53-B14B-BC23-ECF64BB0199F}" dt="2020-11-10T08:53:56.200" v="191"/>
          <ac:spMkLst>
            <pc:docMk/>
            <pc:sldMk cId="1938571380" sldId="275"/>
            <ac:spMk id="22" creationId="{E7F52E2A-1766-564B-83B4-86CA06DA4A19}"/>
          </ac:spMkLst>
        </pc:spChg>
        <pc:spChg chg="mod">
          <ac:chgData name="Ivan Damnjanovic" userId="ac64187cd8522d98" providerId="LiveId" clId="{91E3140C-1B53-B14B-BC23-ECF64BB0199F}" dt="2020-11-10T08:53:56.200" v="191"/>
          <ac:spMkLst>
            <pc:docMk/>
            <pc:sldMk cId="1938571380" sldId="275"/>
            <ac:spMk id="23" creationId="{BEEDE6D4-50A1-3042-B9FE-B436B32C9525}"/>
          </ac:spMkLst>
        </pc:spChg>
        <pc:spChg chg="add mod">
          <ac:chgData name="Ivan Damnjanovic" userId="ac64187cd8522d98" providerId="LiveId" clId="{91E3140C-1B53-B14B-BC23-ECF64BB0199F}" dt="2020-11-10T10:27:39.667" v="3777" actId="255"/>
          <ac:spMkLst>
            <pc:docMk/>
            <pc:sldMk cId="1938571380" sldId="275"/>
            <ac:spMk id="24" creationId="{9A908442-93DD-674C-858F-8E18CFAF1853}"/>
          </ac:spMkLst>
        </pc:spChg>
        <pc:spChg chg="mod">
          <ac:chgData name="Ivan Damnjanovic" userId="ac64187cd8522d98" providerId="LiveId" clId="{91E3140C-1B53-B14B-BC23-ECF64BB0199F}" dt="2020-11-10T10:27:06.083" v="3768" actId="207"/>
          <ac:spMkLst>
            <pc:docMk/>
            <pc:sldMk cId="1938571380" sldId="275"/>
            <ac:spMk id="1104" creationId="{E47514FA-4071-4E6D-95E5-017A4B39940B}"/>
          </ac:spMkLst>
        </pc:spChg>
        <pc:spChg chg="mod">
          <ac:chgData name="Ivan Damnjanovic" userId="ac64187cd8522d98" providerId="LiveId" clId="{91E3140C-1B53-B14B-BC23-ECF64BB0199F}" dt="2020-11-10T08:53:56.200" v="191"/>
          <ac:spMkLst>
            <pc:docMk/>
            <pc:sldMk cId="1938571380" sldId="275"/>
            <ac:spMk id="1105" creationId="{147A7B42-8B34-4172-8A1B-5B8827FF98F3}"/>
          </ac:spMkLst>
        </pc:spChg>
        <pc:spChg chg="del mod">
          <ac:chgData name="Ivan Damnjanovic" userId="ac64187cd8522d98" providerId="LiveId" clId="{91E3140C-1B53-B14B-BC23-ECF64BB0199F}" dt="2020-11-10T10:13:18.799" v="2290" actId="478"/>
          <ac:spMkLst>
            <pc:docMk/>
            <pc:sldMk cId="1938571380" sldId="275"/>
            <ac:spMk id="1115" creationId="{3F161317-9273-4092-A754-88648CD127F4}"/>
          </ac:spMkLst>
        </pc:spChg>
        <pc:spChg chg="mod">
          <ac:chgData name="Ivan Damnjanovic" userId="ac64187cd8522d98" providerId="LiveId" clId="{91E3140C-1B53-B14B-BC23-ECF64BB0199F}" dt="2020-11-10T08:53:56.200" v="191"/>
          <ac:spMkLst>
            <pc:docMk/>
            <pc:sldMk cId="1938571380" sldId="275"/>
            <ac:spMk id="1116" creationId="{31B97B55-0303-42D5-8527-E314E7A4F019}"/>
          </ac:spMkLst>
        </pc:spChg>
        <pc:spChg chg="add del mod">
          <ac:chgData name="Ivan Damnjanovic" userId="ac64187cd8522d98" providerId="LiveId" clId="{91E3140C-1B53-B14B-BC23-ECF64BB0199F}" dt="2020-11-10T10:27:32.188" v="3775" actId="255"/>
          <ac:spMkLst>
            <pc:docMk/>
            <pc:sldMk cId="1938571380" sldId="275"/>
            <ac:spMk id="1117" creationId="{7B3F4A6E-E070-43EE-8652-5E5A546477CE}"/>
          </ac:spMkLst>
        </pc:spChg>
        <pc:spChg chg="mod">
          <ac:chgData name="Ivan Damnjanovic" userId="ac64187cd8522d98" providerId="LiveId" clId="{91E3140C-1B53-B14B-BC23-ECF64BB0199F}" dt="2020-11-10T10:27:11.471" v="3769" actId="207"/>
          <ac:spMkLst>
            <pc:docMk/>
            <pc:sldMk cId="1938571380" sldId="275"/>
            <ac:spMk id="1118" creationId="{636D83DF-F216-4FDE-B03C-8F6E246A4908}"/>
          </ac:spMkLst>
        </pc:spChg>
        <pc:spChg chg="del mod">
          <ac:chgData name="Ivan Damnjanovic" userId="ac64187cd8522d98" providerId="LiveId" clId="{91E3140C-1B53-B14B-BC23-ECF64BB0199F}" dt="2020-11-10T10:13:22.048" v="2291" actId="478"/>
          <ac:spMkLst>
            <pc:docMk/>
            <pc:sldMk cId="1938571380" sldId="275"/>
            <ac:spMk id="1119" creationId="{9FFF2AAC-C642-460E-A36D-257E6D3515C7}"/>
          </ac:spMkLst>
        </pc:spChg>
        <pc:spChg chg="mod">
          <ac:chgData name="Ivan Damnjanovic" userId="ac64187cd8522d98" providerId="LiveId" clId="{91E3140C-1B53-B14B-BC23-ECF64BB0199F}" dt="2020-11-10T08:53:56.200" v="191"/>
          <ac:spMkLst>
            <pc:docMk/>
            <pc:sldMk cId="1938571380" sldId="275"/>
            <ac:spMk id="1120" creationId="{077CAB3F-F63A-45A3-9D04-D7092DBAAE31}"/>
          </ac:spMkLst>
        </pc:spChg>
        <pc:spChg chg="add del mod">
          <ac:chgData name="Ivan Damnjanovic" userId="ac64187cd8522d98" providerId="LiveId" clId="{91E3140C-1B53-B14B-BC23-ECF64BB0199F}" dt="2020-11-10T10:27:28.279" v="3774" actId="255"/>
          <ac:spMkLst>
            <pc:docMk/>
            <pc:sldMk cId="1938571380" sldId="275"/>
            <ac:spMk id="1121" creationId="{BE61C158-6DE0-4DA6-A206-0D7422C50FA4}"/>
          </ac:spMkLst>
        </pc:spChg>
        <pc:spChg chg="mod">
          <ac:chgData name="Ivan Damnjanovic" userId="ac64187cd8522d98" providerId="LiveId" clId="{91E3140C-1B53-B14B-BC23-ECF64BB0199F}" dt="2020-11-10T10:27:17.254" v="3772" actId="207"/>
          <ac:spMkLst>
            <pc:docMk/>
            <pc:sldMk cId="1938571380" sldId="275"/>
            <ac:spMk id="1122" creationId="{82C01406-D3FF-4A5C-9985-29CA545AF54F}"/>
          </ac:spMkLst>
        </pc:spChg>
        <pc:grpChg chg="del mod">
          <ac:chgData name="Ivan Damnjanovic" userId="ac64187cd8522d98" providerId="LiveId" clId="{91E3140C-1B53-B14B-BC23-ECF64BB0199F}" dt="2020-11-10T10:13:18.799" v="2290" actId="478"/>
          <ac:grpSpMkLst>
            <pc:docMk/>
            <pc:sldMk cId="1938571380" sldId="275"/>
            <ac:grpSpMk id="1123" creationId="{27CFE7D0-0A45-4DD3-A502-C931CF289AF7}"/>
          </ac:grpSpMkLst>
        </pc:grpChg>
        <pc:grpChg chg="add del mod">
          <ac:chgData name="Ivan Damnjanovic" userId="ac64187cd8522d98" providerId="LiveId" clId="{91E3140C-1B53-B14B-BC23-ECF64BB0199F}" dt="2020-11-10T10:13:27.776" v="2295" actId="478"/>
          <ac:grpSpMkLst>
            <pc:docMk/>
            <pc:sldMk cId="1938571380" sldId="275"/>
            <ac:grpSpMk id="1124" creationId="{186AFA60-E74E-4463-9424-969615AF598A}"/>
          </ac:grpSpMkLst>
        </pc:grpChg>
        <pc:grpChg chg="del mod">
          <ac:chgData name="Ivan Damnjanovic" userId="ac64187cd8522d98" providerId="LiveId" clId="{91E3140C-1B53-B14B-BC23-ECF64BB0199F}" dt="2020-11-10T10:13:22.048" v="2291" actId="478"/>
          <ac:grpSpMkLst>
            <pc:docMk/>
            <pc:sldMk cId="1938571380" sldId="275"/>
            <ac:grpSpMk id="1125" creationId="{05588BD8-DCB3-4DC7-BB32-E1F3E956BCF8}"/>
          </ac:grpSpMkLst>
        </pc:grpChg>
        <pc:grpChg chg="add del mod">
          <ac:chgData name="Ivan Damnjanovic" userId="ac64187cd8522d98" providerId="LiveId" clId="{91E3140C-1B53-B14B-BC23-ECF64BB0199F}" dt="2020-11-10T10:13:27.406" v="2294" actId="478"/>
          <ac:grpSpMkLst>
            <pc:docMk/>
            <pc:sldMk cId="1938571380" sldId="275"/>
            <ac:grpSpMk id="1126" creationId="{92B1912D-3E02-4179-B[redacted]C3C81}"/>
          </ac:grpSpMkLst>
        </pc:grpChg>
        <pc:grpChg chg="mod">
          <ac:chgData name="Ivan Damnjanovic" userId="ac64187cd8522d98" providerId="LiveId" clId="{91E3140C-1B53-B14B-BC23-ECF64BB0199F}" dt="2020-11-10T08:53:56.200" v="191"/>
          <ac:grpSpMkLst>
            <pc:docMk/>
            <pc:sldMk cId="1938571380" sldId="275"/>
            <ac:grpSpMk id="1178" creationId="{D896E129-3A77-41A4-A3C5-6B3BD2C30964}"/>
          </ac:grpSpMkLst>
        </pc:grpChg>
        <pc:grpChg chg="mod">
          <ac:chgData name="Ivan Damnjanovic" userId="ac64187cd8522d98" providerId="LiveId" clId="{91E3140C-1B53-B14B-BC23-ECF64BB0199F}" dt="2020-11-10T08:53:56.200" v="191"/>
          <ac:grpSpMkLst>
            <pc:docMk/>
            <pc:sldMk cId="1938571380" sldId="275"/>
            <ac:grpSpMk id="1179" creationId="{9B6590EF-89DA-4EFC-9CAA-4685A2B1A318}"/>
          </ac:grpSpMkLst>
        </pc:grpChg>
        <pc:picChg chg="mod">
          <ac:chgData name="Ivan Damnjanovic" userId="ac64187cd8522d98" providerId="LiveId" clId="{91E3140C-1B53-B14B-BC23-ECF64BB0199F}" dt="2020-11-10T08:53:56.200" v="191"/>
          <ac:picMkLst>
            <pc:docMk/>
            <pc:sldMk cId="1938571380" sldId="275"/>
            <ac:picMk id="11" creationId="{95AB5A97-4CCF-C848-930F-A8155A084CA0}"/>
          </ac:picMkLst>
        </pc:picChg>
      </pc:sldChg>
      <pc:sldChg chg="modSp mod modNotes">
        <pc:chgData name="Ivan Damnjanovic" userId="ac64187cd8522d98" providerId="LiveId" clId="{91E3140C-1B53-B14B-BC23-ECF64BB0199F}" dt="2020-11-10T09:47:53.074" v="1668" actId="14100"/>
        <pc:sldMkLst>
          <pc:docMk/>
          <pc:sldMk cId="1488476489" sldId="286"/>
        </pc:sldMkLst>
        <pc:spChg chg="mod">
          <ac:chgData name="Ivan Damnjanovic" userId="ac64187cd8522d98" providerId="LiveId" clId="{91E3140C-1B53-B14B-BC23-ECF64BB0199F}" dt="2020-11-10T08:53:56.200" v="191"/>
          <ac:spMkLst>
            <pc:docMk/>
            <pc:sldMk cId="1488476489" sldId="286"/>
            <ac:spMk id="301" creationId="{00000000-0000-0000-0000-000000000000}"/>
          </ac:spMkLst>
        </pc:spChg>
        <pc:spChg chg="mod">
          <ac:chgData name="Ivan Damnjanovic" userId="ac64187cd8522d98" providerId="LiveId" clId="{91E3140C-1B53-B14B-BC23-ECF64BB0199F}" dt="2020-11-10T08:53:56.200" v="191"/>
          <ac:spMkLst>
            <pc:docMk/>
            <pc:sldMk cId="1488476489" sldId="286"/>
            <ac:spMk id="302" creationId="{00000000-0000-0000-0000-000000000000}"/>
          </ac:spMkLst>
        </pc:spChg>
        <pc:graphicFrameChg chg="mod modGraphic">
          <ac:chgData name="Ivan Damnjanovic" userId="ac64187cd8522d98" providerId="LiveId" clId="{91E3140C-1B53-B14B-BC23-ECF64BB0199F}" dt="2020-11-10T09:47:53.074" v="1668" actId="14100"/>
          <ac:graphicFrameMkLst>
            <pc:docMk/>
            <pc:sldMk cId="1488476489" sldId="286"/>
            <ac:graphicFrameMk id="300" creationId="{00000000-0000-0000-0000-000000000000}"/>
          </ac:graphicFrameMkLst>
        </pc:graphicFrameChg>
      </pc:sldChg>
      <pc:sldChg chg="modSp">
        <pc:chgData name="Ivan Damnjanovic" userId="ac64187cd8522d98" providerId="LiveId" clId="{91E3140C-1B53-B14B-BC23-ECF64BB0199F}" dt="2020-11-10T08:53:56.200" v="191"/>
        <pc:sldMkLst>
          <pc:docMk/>
          <pc:sldMk cId="1106804064" sldId="301"/>
        </pc:sldMkLst>
        <pc:spChg chg="mod">
          <ac:chgData name="Ivan Damnjanovic" userId="ac64187cd8522d98" providerId="LiveId" clId="{91E3140C-1B53-B14B-BC23-ECF64BB0199F}" dt="2020-11-10T08:53:56.200" v="191"/>
          <ac:spMkLst>
            <pc:docMk/>
            <pc:sldMk cId="1106804064" sldId="301"/>
            <ac:spMk id="2" creationId="{F9546D62-8B26-464B-98A4-A9F1724CA334}"/>
          </ac:spMkLst>
        </pc:spChg>
        <pc:spChg chg="mod">
          <ac:chgData name="Ivan Damnjanovic" userId="ac64187cd8522d98" providerId="LiveId" clId="{91E3140C-1B53-B14B-BC23-ECF64BB0199F}" dt="2020-11-10T08:53:56.200" v="191"/>
          <ac:spMkLst>
            <pc:docMk/>
            <pc:sldMk cId="1106804064" sldId="301"/>
            <ac:spMk id="3" creationId="{2B3B5D68-9935-9D4F-97D5-E1AF4F19321A}"/>
          </ac:spMkLst>
        </pc:spChg>
        <pc:spChg chg="mod">
          <ac:chgData name="Ivan Damnjanovic" userId="ac64187cd8522d98" providerId="LiveId" clId="{91E3140C-1B53-B14B-BC23-ECF64BB0199F}" dt="2020-11-10T08:53:56.200" v="191"/>
          <ac:spMkLst>
            <pc:docMk/>
            <pc:sldMk cId="1106804064" sldId="301"/>
            <ac:spMk id="5" creationId="{023CC952-DA77-1B4A-AB42-EFBAC6A55B57}"/>
          </ac:spMkLst>
        </pc:spChg>
        <pc:picChg chg="mod">
          <ac:chgData name="Ivan Damnjanovic" userId="ac64187cd8522d98" providerId="LiveId" clId="{91E3140C-1B53-B14B-BC23-ECF64BB0199F}" dt="2020-11-10T08:53:56.200" v="191"/>
          <ac:picMkLst>
            <pc:docMk/>
            <pc:sldMk cId="1106804064" sldId="301"/>
            <ac:picMk id="9" creationId="{ED90C94B-CCD0-0845-967A-5AAF28DE7CCE}"/>
          </ac:picMkLst>
        </pc:picChg>
      </pc:sldChg>
      <pc:sldChg chg="modSp mod modNotes">
        <pc:chgData name="Ivan Damnjanovic" userId="ac64187cd8522d98" providerId="LiveId" clId="{91E3140C-1B53-B14B-BC23-ECF64BB0199F}" dt="2020-11-10T10:37:07.512" v="4031" actId="1037"/>
        <pc:sldMkLst>
          <pc:docMk/>
          <pc:sldMk cId="[redacted]" sldId="302"/>
        </pc:sldMkLst>
        <pc:spChg chg="mod">
          <ac:chgData name="Ivan Damnjanovic" userId="ac64187cd8522d98" providerId="LiveId" clId="{91E3140C-1B53-B14B-BC23-ECF64BB0199F}" dt="2020-11-10T08:53:56.200" v="191"/>
          <ac:spMkLst>
            <pc:docMk/>
            <pc:sldMk cId="[redacted]" sldId="302"/>
            <ac:spMk id="2" creationId="{30D7C4BC-0097-9F40-B994-EDD59FEAF7BC}"/>
          </ac:spMkLst>
        </pc:spChg>
        <pc:spChg chg="mod">
          <ac:chgData name="Ivan Damnjanovic" userId="ac64187cd8522d98" providerId="LiveId" clId="{91E3140C-1B53-B14B-BC23-ECF64BB0199F}" dt="2020-11-10T08:53:56.200" v="191"/>
          <ac:spMkLst>
            <pc:docMk/>
            <pc:sldMk cId="[redacted]" sldId="302"/>
            <ac:spMk id="29" creationId="{CBAB2CE6-64BF-F042-89C8-49819FF0D331}"/>
          </ac:spMkLst>
        </pc:spChg>
        <pc:graphicFrameChg chg="mod modGraphic">
          <ac:chgData name="Ivan Damnjanovic" userId="ac64187cd8522d98" providerId="LiveId" clId="{91E3140C-1B53-B14B-BC23-ECF64BB0199F}" dt="2020-11-10T10:36:59.295" v="4021" actId="14734"/>
          <ac:graphicFrameMkLst>
            <pc:docMk/>
            <pc:sldMk cId="[redacted]" sldId="302"/>
            <ac:graphicFrameMk id="3" creationId="{BE32194B-66F2-9344-9045-71D3F235B2D4}"/>
          </ac:graphicFrameMkLst>
        </pc:graphicFrameChg>
        <pc:picChg chg="mod">
          <ac:chgData name="Ivan Damnjanovic" userId="ac64187cd8522d98" providerId="LiveId" clId="{91E3140C-1B53-B14B-BC23-ECF64BB0199F}" dt="2020-11-10T10:37:07.512" v="4031" actId="1037"/>
          <ac:picMkLst>
            <pc:docMk/>
            <pc:sldMk cId="[redacted]" sldId="302"/>
            <ac:picMk id="4" creationId="{63E7D9BB-72F5-3641-8F1E-F7AE0FD18F0D}"/>
          </ac:picMkLst>
        </pc:picChg>
        <pc:picChg chg="mod">
          <ac:chgData name="Ivan Damnjanovic" userId="ac64187cd8522d98" providerId="LiveId" clId="{91E3140C-1B53-B14B-BC23-ECF64BB0199F}" dt="2020-11-10T10:37:07.512" v="4031" actId="1037"/>
          <ac:picMkLst>
            <pc:docMk/>
            <pc:sldMk cId="[redacted]" sldId="302"/>
            <ac:picMk id="5" creationId="{26FD8721-D7E9-9846-BCF1-577F3733136E}"/>
          </ac:picMkLst>
        </pc:picChg>
        <pc:picChg chg="mod">
          <ac:chgData name="Ivan Damnjanovic" userId="ac64187cd8522d98" providerId="LiveId" clId="{91E3140C-1B53-B14B-BC23-ECF64BB0199F}" dt="2020-11-10T10:37:07.512" v="4031" actId="1037"/>
          <ac:picMkLst>
            <pc:docMk/>
            <pc:sldMk cId="[redacted]" sldId="302"/>
            <ac:picMk id="6" creationId="{DBA6DAF4-CB0D-934B-935B-EEE8242964C9}"/>
          </ac:picMkLst>
        </pc:picChg>
        <pc:picChg chg="mod">
          <ac:chgData name="Ivan Damnjanovic" userId="ac64187cd8522d98" providerId="LiveId" clId="{91E3140C-1B53-B14B-BC23-ECF64BB0199F}" dt="2020-11-10T10:37:07.512" v="4031" actId="1037"/>
          <ac:picMkLst>
            <pc:docMk/>
            <pc:sldMk cId="[redacted]" sldId="302"/>
            <ac:picMk id="7" creationId="{533F4CF7-9E93-6C48-9384-754D414EEB69}"/>
          </ac:picMkLst>
        </pc:picChg>
        <pc:picChg chg="mod">
          <ac:chgData name="Ivan Damnjanovic" userId="ac64187cd8522d98" providerId="LiveId" clId="{91E3140C-1B53-B14B-BC23-ECF64BB0199F}" dt="2020-11-10T10:37:07.512" v="4031" actId="1037"/>
          <ac:picMkLst>
            <pc:docMk/>
            <pc:sldMk cId="[redacted]" sldId="302"/>
            <ac:picMk id="8" creationId="{7A6D2AB9-2C88-884B-8089-B5D365E4C5EE}"/>
          </ac:picMkLst>
        </pc:picChg>
        <pc:picChg chg="mod">
          <ac:chgData name="Ivan Damnjanovic" userId="ac64187cd8522d98" providerId="LiveId" clId="{91E3140C-1B53-B14B-BC23-ECF64BB0199F}" dt="2020-11-10T09:46:23.986" v="1548" actId="1035"/>
          <ac:picMkLst>
            <pc:docMk/>
            <pc:sldMk cId="[redacted]" sldId="302"/>
            <ac:picMk id="14" creationId="{C209BF39-F140-944B-9A10-7675C9A93A47}"/>
          </ac:picMkLst>
        </pc:picChg>
        <pc:picChg chg="mod">
          <ac:chgData name="Ivan Damnjanovic" userId="ac64187cd8522d98" providerId="LiveId" clId="{91E3140C-1B53-B14B-BC23-ECF64BB0199F}" dt="2020-11-10T09:46:23.986" v="1548" actId="1035"/>
          <ac:picMkLst>
            <pc:docMk/>
            <pc:sldMk cId="[redacted]" sldId="302"/>
            <ac:picMk id="15" creationId="{B7668DFF-EFCE-964C-9725-6E59FF010C17}"/>
          </ac:picMkLst>
        </pc:picChg>
        <pc:picChg chg="mod">
          <ac:chgData name="Ivan Damnjanovic" userId="ac64187cd8522d98" providerId="LiveId" clId="{91E3140C-1B53-B14B-BC23-ECF64BB0199F}" dt="2020-11-10T09:46:23.986" v="1548" actId="1035"/>
          <ac:picMkLst>
            <pc:docMk/>
            <pc:sldMk cId="[redacted]" sldId="302"/>
            <ac:picMk id="16" creationId="{4F40A6B9-0732-B242-9985-FDD91B03428C}"/>
          </ac:picMkLst>
        </pc:picChg>
        <pc:picChg chg="mod">
          <ac:chgData name="Ivan Damnjanovic" userId="ac64187cd8522d98" providerId="LiveId" clId="{91E3140C-1B53-B14B-BC23-ECF64BB0199F}" dt="2020-11-10T09:46:23.986" v="1548" actId="1035"/>
          <ac:picMkLst>
            <pc:docMk/>
            <pc:sldMk cId="[redacted]" sldId="302"/>
            <ac:picMk id="17" creationId="{F2B4A95F-6EBD-DA41-A5FD-E5ACBB6E4C6D}"/>
          </ac:picMkLst>
        </pc:picChg>
        <pc:picChg chg="mod">
          <ac:chgData name="Ivan Damnjanovic" userId="ac64187cd8522d98" providerId="LiveId" clId="{91E3140C-1B53-B14B-BC23-ECF64BB0199F}" dt="2020-11-10T09:46:23.986" v="1548" actId="1035"/>
          <ac:picMkLst>
            <pc:docMk/>
            <pc:sldMk cId="[redacted]" sldId="302"/>
            <ac:picMk id="18" creationId="{85591DDA-D7E0-3C44-B4CF-FF[redacted]}"/>
          </ac:picMkLst>
        </pc:picChg>
        <pc:picChg chg="mod">
          <ac:chgData name="Ivan Damnjanovic" userId="ac64187cd8522d98" providerId="LiveId" clId="{91E3140C-1B53-B14B-BC23-ECF64BB0199F}" dt="2020-11-10T09:46:23.986" v="1548" actId="1035"/>
          <ac:picMkLst>
            <pc:docMk/>
            <pc:sldMk cId="[redacted]" sldId="302"/>
            <ac:picMk id="19" creationId="{F6C4814F-C657-7041-8DF1-2918C9F18327}"/>
          </ac:picMkLst>
        </pc:picChg>
        <pc:picChg chg="mod">
          <ac:chgData name="Ivan Damnjanovic" userId="ac64187cd8522d98" providerId="LiveId" clId="{91E3140C-1B53-B14B-BC23-ECF64BB0199F}" dt="2020-11-10T09:46:23.986" v="1548" actId="1035"/>
          <ac:picMkLst>
            <pc:docMk/>
            <pc:sldMk cId="[redacted]" sldId="302"/>
            <ac:picMk id="20" creationId="{D7D24DD2-C5F8-954A-A48B-38D1653D8003}"/>
          </ac:picMkLst>
        </pc:picChg>
        <pc:picChg chg="mod">
          <ac:chgData name="Ivan Damnjanovic" userId="ac64187cd8522d98" providerId="LiveId" clId="{91E3140C-1B53-B14B-BC23-ECF64BB0199F}" dt="2020-11-10T09:46:23.986" v="1548" actId="1035"/>
          <ac:picMkLst>
            <pc:docMk/>
            <pc:sldMk cId="[redacted]" sldId="302"/>
            <ac:picMk id="21" creationId="{148AD170-3314-1C4C-9537-FE95A6AC749F}"/>
          </ac:picMkLst>
        </pc:picChg>
        <pc:picChg chg="mod">
          <ac:chgData name="Ivan Damnjanovic" userId="ac64187cd8522d98" providerId="LiveId" clId="{91E3140C-1B53-B14B-BC23-ECF64BB0199F}" dt="2020-11-10T09:46:23.986" v="1548" actId="1035"/>
          <ac:picMkLst>
            <pc:docMk/>
            <pc:sldMk cId="[redacted]" sldId="302"/>
            <ac:picMk id="22" creationId="{940BC61D-DFBD-A342-AE7D-8FF6C63C0C44}"/>
          </ac:picMkLst>
        </pc:picChg>
        <pc:picChg chg="mod">
          <ac:chgData name="Ivan Damnjanovic" userId="ac64187cd8522d98" providerId="LiveId" clId="{91E3140C-1B53-B14B-BC23-ECF64BB0199F}" dt="2020-11-10T09:46:23.986" v="1548" actId="1035"/>
          <ac:picMkLst>
            <pc:docMk/>
            <pc:sldMk cId="[redacted]" sldId="302"/>
            <ac:picMk id="23" creationId="{54A182E0-8AB9-454A-9065-8CA6BA1C5E5C}"/>
          </ac:picMkLst>
        </pc:picChg>
        <pc:picChg chg="mod">
          <ac:chgData name="Ivan Damnjanovic" userId="ac64187cd8522d98" providerId="LiveId" clId="{91E3140C-1B53-B14B-BC23-ECF64BB0199F}" dt="2020-11-10T09:46:23.986" v="1548" actId="1035"/>
          <ac:picMkLst>
            <pc:docMk/>
            <pc:sldMk cId="[redacted]" sldId="302"/>
            <ac:picMk id="24" creationId="{746E86D1-9C90-7B40-BD3D-4BE691DEF2AC}"/>
          </ac:picMkLst>
        </pc:picChg>
        <pc:picChg chg="mod">
          <ac:chgData name="Ivan Damnjanovic" userId="ac64187cd8522d98" providerId="LiveId" clId="{91E3140C-1B53-B14B-BC23-ECF64BB0199F}" dt="2020-11-10T09:46:23.986" v="1548" actId="1035"/>
          <ac:picMkLst>
            <pc:docMk/>
            <pc:sldMk cId="[redacted]" sldId="302"/>
            <ac:picMk id="25" creationId="{65EC56A0-E2B5-4941-B455-CD1CB03D4F1A}"/>
          </ac:picMkLst>
        </pc:picChg>
        <pc:picChg chg="mod">
          <ac:chgData name="Ivan Damnjanovic" userId="ac64187cd8522d98" providerId="LiveId" clId="{91E3140C-1B53-B14B-BC23-ECF64BB0199F}" dt="2020-11-10T09:46:23.986" v="1548" actId="1035"/>
          <ac:picMkLst>
            <pc:docMk/>
            <pc:sldMk cId="[redacted]" sldId="302"/>
            <ac:picMk id="26" creationId="{5002CCD6-A3D9-7346-964A-AFC700DD330B}"/>
          </ac:picMkLst>
        </pc:picChg>
        <pc:picChg chg="mod">
          <ac:chgData name="Ivan Damnjanovic" userId="ac64187cd8522d98" providerId="LiveId" clId="{91E3140C-1B53-B14B-BC23-ECF64BB0199F}" dt="2020-11-10T09:46:23.986" v="1548" actId="1035"/>
          <ac:picMkLst>
            <pc:docMk/>
            <pc:sldMk cId="[redacted]" sldId="302"/>
            <ac:picMk id="27" creationId="{A0E7BF37-27D5-3741-ADE8-E469B1041A12}"/>
          </ac:picMkLst>
        </pc:picChg>
        <pc:picChg chg="mod">
          <ac:chgData name="Ivan Damnjanovic" userId="ac64187cd8522d98" providerId="LiveId" clId="{91E3140C-1B53-B14B-BC23-ECF64BB0199F}" dt="2020-11-10T09:46:23.986" v="1548" actId="1035"/>
          <ac:picMkLst>
            <pc:docMk/>
            <pc:sldMk cId="[redacted]" sldId="302"/>
            <ac:picMk id="28" creationId="{60444719-8585-2D47-BBCC-93CB2E9C81B5}"/>
          </ac:picMkLst>
        </pc:picChg>
      </pc:sldChg>
      <pc:sldChg chg="modSp modNotes">
        <pc:chgData name="Ivan Damnjanovic" userId="ac64187cd8522d98" providerId="LiveId" clId="{91E3140C-1B53-B14B-BC23-ECF64BB0199F}" dt="2020-11-10T08:53:56.200" v="191"/>
        <pc:sldMkLst>
          <pc:docMk/>
          <pc:sldMk cId="193669708" sldId="304"/>
        </pc:sldMkLst>
        <pc:spChg chg="mod">
          <ac:chgData name="Ivan Damnjanovic" userId="ac64187cd8522d98" providerId="LiveId" clId="{91E3140C-1B53-B14B-BC23-ECF64BB0199F}" dt="2020-11-10T08:53:56.200" v="191"/>
          <ac:spMkLst>
            <pc:docMk/>
            <pc:sldMk cId="193669708" sldId="304"/>
            <ac:spMk id="50" creationId="{6BD5D73F-7A0F-394A-A198-71E36F7694B2}"/>
          </ac:spMkLst>
        </pc:spChg>
        <pc:spChg chg="mod">
          <ac:chgData name="Ivan Damnjanovic" userId="ac64187cd8522d98" providerId="LiveId" clId="{91E3140C-1B53-B14B-BC23-ECF64BB0199F}" dt="2020-11-10T08:53:56.200" v="191"/>
          <ac:spMkLst>
            <pc:docMk/>
            <pc:sldMk cId="193669708" sldId="304"/>
            <ac:spMk id="257" creationId="{00000000-0000-0000-0000-000000000000}"/>
          </ac:spMkLst>
        </pc:spChg>
        <pc:spChg chg="mod">
          <ac:chgData name="Ivan Damnjanovic" userId="ac64187cd8522d98" providerId="LiveId" clId="{91E3140C-1B53-B14B-BC23-ECF64BB0199F}" dt="2020-11-10T08:53:56.200" v="191"/>
          <ac:spMkLst>
            <pc:docMk/>
            <pc:sldMk cId="193669708" sldId="304"/>
            <ac:spMk id="258" creationId="{00000000-0000-0000-0000-000000000000}"/>
          </ac:spMkLst>
        </pc:spChg>
        <pc:spChg chg="mod">
          <ac:chgData name="Ivan Damnjanovic" userId="ac64187cd8522d98" providerId="LiveId" clId="{91E3140C-1B53-B14B-BC23-ECF64BB0199F}" dt="2020-11-10T08:53:56.200" v="191"/>
          <ac:spMkLst>
            <pc:docMk/>
            <pc:sldMk cId="193669708" sldId="304"/>
            <ac:spMk id="259" creationId="{00000000-0000-0000-0000-000000000000}"/>
          </ac:spMkLst>
        </pc:spChg>
        <pc:spChg chg="mod">
          <ac:chgData name="Ivan Damnjanovic" userId="ac64187cd8522d98" providerId="LiveId" clId="{91E3140C-1B53-B14B-BC23-ECF64BB0199F}" dt="2020-11-10T08:53:56.200" v="191"/>
          <ac:spMkLst>
            <pc:docMk/>
            <pc:sldMk cId="193669708" sldId="304"/>
            <ac:spMk id="260" creationId="{00000000-0000-0000-0000-000000000000}"/>
          </ac:spMkLst>
        </pc:spChg>
        <pc:spChg chg="mod">
          <ac:chgData name="Ivan Damnjanovic" userId="ac64187cd8522d98" providerId="LiveId" clId="{91E3140C-1B53-B14B-BC23-ECF64BB0199F}" dt="2020-11-10T08:53:56.200" v="191"/>
          <ac:spMkLst>
            <pc:docMk/>
            <pc:sldMk cId="193669708" sldId="304"/>
            <ac:spMk id="261" creationId="{00000000-0000-0000-0000-000000000000}"/>
          </ac:spMkLst>
        </pc:spChg>
        <pc:spChg chg="mod">
          <ac:chgData name="Ivan Damnjanovic" userId="ac64187cd8522d98" providerId="LiveId" clId="{91E3140C-1B53-B14B-BC23-ECF64BB0199F}" dt="2020-11-10T08:53:56.200" v="191"/>
          <ac:spMkLst>
            <pc:docMk/>
            <pc:sldMk cId="193669708" sldId="304"/>
            <ac:spMk id="262" creationId="{00000000-0000-0000-0000-000000000000}"/>
          </ac:spMkLst>
        </pc:spChg>
        <pc:spChg chg="mod">
          <ac:chgData name="Ivan Damnjanovic" userId="ac64187cd8522d98" providerId="LiveId" clId="{91E3140C-1B53-B14B-BC23-ECF64BB0199F}" dt="2020-11-10T08:53:56.200" v="191"/>
          <ac:spMkLst>
            <pc:docMk/>
            <pc:sldMk cId="193669708" sldId="304"/>
            <ac:spMk id="263" creationId="{00000000-0000-0000-0000-000000000000}"/>
          </ac:spMkLst>
        </pc:spChg>
        <pc:spChg chg="mod">
          <ac:chgData name="Ivan Damnjanovic" userId="ac64187cd8522d98" providerId="LiveId" clId="{91E3140C-1B53-B14B-BC23-ECF64BB0199F}" dt="2020-11-10T08:53:56.200" v="191"/>
          <ac:spMkLst>
            <pc:docMk/>
            <pc:sldMk cId="193669708" sldId="304"/>
            <ac:spMk id="267" creationId="{00000000-0000-0000-0000-000000000000}"/>
          </ac:spMkLst>
        </pc:spChg>
        <pc:spChg chg="mod">
          <ac:chgData name="Ivan Damnjanovic" userId="ac64187cd8522d98" providerId="LiveId" clId="{91E3140C-1B53-B14B-BC23-ECF64BB0199F}" dt="2020-11-10T08:53:56.200" v="191"/>
          <ac:spMkLst>
            <pc:docMk/>
            <pc:sldMk cId="193669708" sldId="304"/>
            <ac:spMk id="268" creationId="{00000000-0000-0000-0000-000000000000}"/>
          </ac:spMkLst>
        </pc:spChg>
        <pc:spChg chg="mod">
          <ac:chgData name="Ivan Damnjanovic" userId="ac64187cd8522d98" providerId="LiveId" clId="{91E3140C-1B53-B14B-BC23-ECF64BB0199F}" dt="2020-11-10T08:53:56.200" v="191"/>
          <ac:spMkLst>
            <pc:docMk/>
            <pc:sldMk cId="193669708" sldId="304"/>
            <ac:spMk id="269" creationId="{00000000-0000-0000-0000-000000000000}"/>
          </ac:spMkLst>
        </pc:spChg>
        <pc:spChg chg="mod">
          <ac:chgData name="Ivan Damnjanovic" userId="ac64187cd8522d98" providerId="LiveId" clId="{91E3140C-1B53-B14B-BC23-ECF64BB0199F}" dt="2020-11-10T08:53:56.200" v="191"/>
          <ac:spMkLst>
            <pc:docMk/>
            <pc:sldMk cId="193669708" sldId="304"/>
            <ac:spMk id="270" creationId="{00000000-0000-0000-0000-000000000000}"/>
          </ac:spMkLst>
        </pc:spChg>
        <pc:spChg chg="mod">
          <ac:chgData name="Ivan Damnjanovic" userId="ac64187cd8522d98" providerId="LiveId" clId="{91E3140C-1B53-B14B-BC23-ECF64BB0199F}" dt="2020-11-10T08:53:56.200" v="191"/>
          <ac:spMkLst>
            <pc:docMk/>
            <pc:sldMk cId="193669708" sldId="304"/>
            <ac:spMk id="271" creationId="{00000000-0000-0000-0000-000000000000}"/>
          </ac:spMkLst>
        </pc:spChg>
        <pc:spChg chg="mod">
          <ac:chgData name="Ivan Damnjanovic" userId="ac64187cd8522d98" providerId="LiveId" clId="{91E3140C-1B53-B14B-BC23-ECF64BB0199F}" dt="2020-11-10T08:53:56.200" v="191"/>
          <ac:spMkLst>
            <pc:docMk/>
            <pc:sldMk cId="193669708" sldId="304"/>
            <ac:spMk id="272" creationId="{00000000-0000-0000-0000-000000000000}"/>
          </ac:spMkLst>
        </pc:spChg>
        <pc:spChg chg="mod">
          <ac:chgData name="Ivan Damnjanovic" userId="ac64187cd8522d98" providerId="LiveId" clId="{91E3140C-1B53-B14B-BC23-ECF64BB0199F}" dt="2020-11-10T08:53:56.200" v="191"/>
          <ac:spMkLst>
            <pc:docMk/>
            <pc:sldMk cId="193669708" sldId="304"/>
            <ac:spMk id="273" creationId="{00000000-0000-0000-0000-000000000000}"/>
          </ac:spMkLst>
        </pc:spChg>
        <pc:spChg chg="mod">
          <ac:chgData name="Ivan Damnjanovic" userId="ac64187cd8522d98" providerId="LiveId" clId="{91E3140C-1B53-B14B-BC23-ECF64BB0199F}" dt="2020-11-10T08:53:56.200" v="191"/>
          <ac:spMkLst>
            <pc:docMk/>
            <pc:sldMk cId="193669708" sldId="304"/>
            <ac:spMk id="274" creationId="{00000000-0000-0000-0000-000000000000}"/>
          </ac:spMkLst>
        </pc:spChg>
        <pc:spChg chg="mod">
          <ac:chgData name="Ivan Damnjanovic" userId="ac64187cd8522d98" providerId="LiveId" clId="{91E3140C-1B53-B14B-BC23-ECF64BB0199F}" dt="2020-11-10T08:53:56.200" v="191"/>
          <ac:spMkLst>
            <pc:docMk/>
            <pc:sldMk cId="193669708" sldId="304"/>
            <ac:spMk id="275" creationId="{00000000-0000-0000-0000-000000000000}"/>
          </ac:spMkLst>
        </pc:spChg>
        <pc:spChg chg="mod">
          <ac:chgData name="Ivan Damnjanovic" userId="ac64187cd8522d98" providerId="LiveId" clId="{91E3140C-1B53-B14B-BC23-ECF64BB0199F}" dt="2020-11-10T08:53:56.200" v="191"/>
          <ac:spMkLst>
            <pc:docMk/>
            <pc:sldMk cId="193669708" sldId="304"/>
            <ac:spMk id="276" creationId="{00000000-0000-0000-0000-000000000000}"/>
          </ac:spMkLst>
        </pc:spChg>
        <pc:spChg chg="mod">
          <ac:chgData name="Ivan Damnjanovic" userId="ac64187cd8522d98" providerId="LiveId" clId="{91E3140C-1B53-B14B-BC23-ECF64BB0199F}" dt="2020-11-10T08:53:56.200" v="191"/>
          <ac:spMkLst>
            <pc:docMk/>
            <pc:sldMk cId="193669708" sldId="304"/>
            <ac:spMk id="277" creationId="{00000000-0000-0000-0000-000000000000}"/>
          </ac:spMkLst>
        </pc:spChg>
        <pc:spChg chg="mod">
          <ac:chgData name="Ivan Damnjanovic" userId="ac64187cd8522d98" providerId="LiveId" clId="{91E3140C-1B53-B14B-BC23-ECF64BB0199F}" dt="2020-11-10T08:53:56.200" v="191"/>
          <ac:spMkLst>
            <pc:docMk/>
            <pc:sldMk cId="193669708" sldId="304"/>
            <ac:spMk id="278" creationId="{00000000-0000-0000-0000-000000000000}"/>
          </ac:spMkLst>
        </pc:spChg>
        <pc:spChg chg="mod">
          <ac:chgData name="Ivan Damnjanovic" userId="ac64187cd8522d98" providerId="LiveId" clId="{91E3140C-1B53-B14B-BC23-ECF64BB0199F}" dt="2020-11-10T08:53:56.200" v="191"/>
          <ac:spMkLst>
            <pc:docMk/>
            <pc:sldMk cId="193669708" sldId="304"/>
            <ac:spMk id="279" creationId="{00000000-0000-0000-0000-000000000000}"/>
          </ac:spMkLst>
        </pc:spChg>
        <pc:spChg chg="mod">
          <ac:chgData name="Ivan Damnjanovic" userId="ac64187cd8522d98" providerId="LiveId" clId="{91E3140C-1B53-B14B-BC23-ECF64BB0199F}" dt="2020-11-10T08:53:56.200" v="191"/>
          <ac:spMkLst>
            <pc:docMk/>
            <pc:sldMk cId="193669708" sldId="304"/>
            <ac:spMk id="280" creationId="{00000000-0000-0000-0000-000000000000}"/>
          </ac:spMkLst>
        </pc:spChg>
        <pc:spChg chg="mod">
          <ac:chgData name="Ivan Damnjanovic" userId="ac64187cd8522d98" providerId="LiveId" clId="{91E3140C-1B53-B14B-BC23-ECF64BB0199F}" dt="2020-11-10T08:53:56.200" v="191"/>
          <ac:spMkLst>
            <pc:docMk/>
            <pc:sldMk cId="193669708" sldId="304"/>
            <ac:spMk id="281" creationId="{00000000-0000-0000-0000-000000000000}"/>
          </ac:spMkLst>
        </pc:spChg>
        <pc:spChg chg="mod">
          <ac:chgData name="Ivan Damnjanovic" userId="ac64187cd8522d98" providerId="LiveId" clId="{91E3140C-1B53-B14B-BC23-ECF64BB0199F}" dt="2020-11-10T08:53:56.200" v="191"/>
          <ac:spMkLst>
            <pc:docMk/>
            <pc:sldMk cId="193669708" sldId="304"/>
            <ac:spMk id="282" creationId="{00000000-0000-0000-0000-000000000000}"/>
          </ac:spMkLst>
        </pc:spChg>
        <pc:spChg chg="mod">
          <ac:chgData name="Ivan Damnjanovic" userId="ac64187cd8522d98" providerId="LiveId" clId="{91E3140C-1B53-B14B-BC23-ECF64BB0199F}" dt="2020-11-10T08:53:56.200" v="191"/>
          <ac:spMkLst>
            <pc:docMk/>
            <pc:sldMk cId="193669708" sldId="304"/>
            <ac:spMk id="283" creationId="{00000000-0000-0000-0000-000000000000}"/>
          </ac:spMkLst>
        </pc:spChg>
        <pc:spChg chg="mod">
          <ac:chgData name="Ivan Damnjanovic" userId="ac64187cd8522d98" providerId="LiveId" clId="{91E3140C-1B53-B14B-BC23-ECF64BB0199F}" dt="2020-11-10T08:53:56.200" v="191"/>
          <ac:spMkLst>
            <pc:docMk/>
            <pc:sldMk cId="193669708" sldId="304"/>
            <ac:spMk id="284" creationId="{00000000-0000-0000-0000-000000000000}"/>
          </ac:spMkLst>
        </pc:spChg>
        <pc:spChg chg="mod">
          <ac:chgData name="Ivan Damnjanovic" userId="ac64187cd8522d98" providerId="LiveId" clId="{91E3140C-1B53-B14B-BC23-ECF64BB0199F}" dt="2020-11-10T08:53:56.200" v="191"/>
          <ac:spMkLst>
            <pc:docMk/>
            <pc:sldMk cId="193669708" sldId="304"/>
            <ac:spMk id="285" creationId="{00000000-0000-0000-0000-000000000000}"/>
          </ac:spMkLst>
        </pc:spChg>
        <pc:spChg chg="mod">
          <ac:chgData name="Ivan Damnjanovic" userId="ac64187cd8522d98" providerId="LiveId" clId="{91E3140C-1B53-B14B-BC23-ECF64BB0199F}" dt="2020-11-10T08:53:56.200" v="191"/>
          <ac:spMkLst>
            <pc:docMk/>
            <pc:sldMk cId="193669708" sldId="304"/>
            <ac:spMk id="286" creationId="{00000000-0000-0000-0000-000000000000}"/>
          </ac:spMkLst>
        </pc:spChg>
        <pc:spChg chg="mod">
          <ac:chgData name="Ivan Damnjanovic" userId="ac64187cd8522d98" providerId="LiveId" clId="{91E3140C-1B53-B14B-BC23-ECF64BB0199F}" dt="2020-11-10T08:53:56.200" v="191"/>
          <ac:spMkLst>
            <pc:docMk/>
            <pc:sldMk cId="193669708" sldId="304"/>
            <ac:spMk id="287" creationId="{00000000-0000-0000-0000-000000000000}"/>
          </ac:spMkLst>
        </pc:spChg>
        <pc:spChg chg="mod">
          <ac:chgData name="Ivan Damnjanovic" userId="ac64187cd8522d98" providerId="LiveId" clId="{91E3140C-1B53-B14B-BC23-ECF64BB0199F}" dt="2020-11-10T08:53:56.200" v="191"/>
          <ac:spMkLst>
            <pc:docMk/>
            <pc:sldMk cId="193669708" sldId="304"/>
            <ac:spMk id="288" creationId="{00000000-0000-0000-0000-000000000000}"/>
          </ac:spMkLst>
        </pc:spChg>
        <pc:spChg chg="mod">
          <ac:chgData name="Ivan Damnjanovic" userId="ac64187cd8522d98" providerId="LiveId" clId="{91E3140C-1B53-B14B-BC23-ECF64BB0199F}" dt="2020-11-10T08:53:56.200" v="191"/>
          <ac:spMkLst>
            <pc:docMk/>
            <pc:sldMk cId="193669708" sldId="304"/>
            <ac:spMk id="289" creationId="{00000000-0000-0000-0000-000000000000}"/>
          </ac:spMkLst>
        </pc:spChg>
        <pc:spChg chg="mod">
          <ac:chgData name="Ivan Damnjanovic" userId="ac64187cd8522d98" providerId="LiveId" clId="{91E3140C-1B53-B14B-BC23-ECF64BB0199F}" dt="2020-11-10T08:53:56.200" v="191"/>
          <ac:spMkLst>
            <pc:docMk/>
            <pc:sldMk cId="193669708" sldId="304"/>
            <ac:spMk id="290" creationId="{00000000-0000-0000-0000-000000000000}"/>
          </ac:spMkLst>
        </pc:spChg>
        <pc:spChg chg="mod">
          <ac:chgData name="Ivan Damnjanovic" userId="ac64187cd8522d98" providerId="LiveId" clId="{91E3140C-1B53-B14B-BC23-ECF64BB0199F}" dt="2020-11-10T08:53:56.200" v="191"/>
          <ac:spMkLst>
            <pc:docMk/>
            <pc:sldMk cId="193669708" sldId="304"/>
            <ac:spMk id="291" creationId="{00000000-0000-0000-0000-000000000000}"/>
          </ac:spMkLst>
        </pc:spChg>
        <pc:spChg chg="mod">
          <ac:chgData name="Ivan Damnjanovic" userId="ac64187cd8522d98" providerId="LiveId" clId="{91E3140C-1B53-B14B-BC23-ECF64BB0199F}" dt="2020-11-10T08:53:56.200" v="191"/>
          <ac:spMkLst>
            <pc:docMk/>
            <pc:sldMk cId="193669708" sldId="304"/>
            <ac:spMk id="292" creationId="{00000000-0000-0000-0000-000000000000}"/>
          </ac:spMkLst>
        </pc:spChg>
        <pc:spChg chg="mod">
          <ac:chgData name="Ivan Damnjanovic" userId="ac64187cd8522d98" providerId="LiveId" clId="{91E3140C-1B53-B14B-BC23-ECF64BB0199F}" dt="2020-11-10T08:53:56.200" v="191"/>
          <ac:spMkLst>
            <pc:docMk/>
            <pc:sldMk cId="193669708" sldId="304"/>
            <ac:spMk id="293" creationId="{00000000-0000-0000-0000-000000000000}"/>
          </ac:spMkLst>
        </pc:spChg>
        <pc:spChg chg="mod">
          <ac:chgData name="Ivan Damnjanovic" userId="ac64187cd8522d98" providerId="LiveId" clId="{91E3140C-1B53-B14B-BC23-ECF64BB0199F}" dt="2020-11-10T08:53:56.200" v="191"/>
          <ac:spMkLst>
            <pc:docMk/>
            <pc:sldMk cId="193669708" sldId="304"/>
            <ac:spMk id="296" creationId="{00000000-0000-0000-0000-000000000000}"/>
          </ac:spMkLst>
        </pc:spChg>
        <pc:spChg chg="mod">
          <ac:chgData name="Ivan Damnjanovic" userId="ac64187cd8522d98" providerId="LiveId" clId="{91E3140C-1B53-B14B-BC23-ECF64BB0199F}" dt="2020-11-10T08:53:56.200" v="191"/>
          <ac:spMkLst>
            <pc:docMk/>
            <pc:sldMk cId="193669708" sldId="304"/>
            <ac:spMk id="297" creationId="{00000000-0000-0000-0000-000000000000}"/>
          </ac:spMkLst>
        </pc:spChg>
        <pc:spChg chg="mod">
          <ac:chgData name="Ivan Damnjanovic" userId="ac64187cd8522d98" providerId="LiveId" clId="{91E3140C-1B53-B14B-BC23-ECF64BB0199F}" dt="2020-11-10T08:53:56.200" v="191"/>
          <ac:spMkLst>
            <pc:docMk/>
            <pc:sldMk cId="193669708" sldId="304"/>
            <ac:spMk id="298" creationId="{00000000-0000-0000-0000-000000000000}"/>
          </ac:spMkLst>
        </pc:spChg>
        <pc:spChg chg="mod">
          <ac:chgData name="Ivan Damnjanovic" userId="ac64187cd8522d98" providerId="LiveId" clId="{91E3140C-1B53-B14B-BC23-ECF64BB0199F}" dt="2020-11-10T08:53:56.200" v="191"/>
          <ac:spMkLst>
            <pc:docMk/>
            <pc:sldMk cId="193669708" sldId="304"/>
            <ac:spMk id="299" creationId="{00000000-0000-0000-0000-000000000000}"/>
          </ac:spMkLst>
        </pc:spChg>
        <pc:spChg chg="mod">
          <ac:chgData name="Ivan Damnjanovic" userId="ac64187cd8522d98" providerId="LiveId" clId="{91E3140C-1B53-B14B-BC23-ECF64BB0199F}" dt="2020-11-10T08:53:56.200" v="191"/>
          <ac:spMkLst>
            <pc:docMk/>
            <pc:sldMk cId="193669708" sldId="304"/>
            <ac:spMk id="300" creationId="{00000000-0000-0000-0000-000000000000}"/>
          </ac:spMkLst>
        </pc:spChg>
        <pc:spChg chg="mod">
          <ac:chgData name="Ivan Damnjanovic" userId="ac64187cd8522d98" providerId="LiveId" clId="{91E3140C-1B53-B14B-BC23-ECF64BB0199F}" dt="2020-11-10T08:53:56.200" v="191"/>
          <ac:spMkLst>
            <pc:docMk/>
            <pc:sldMk cId="193669708" sldId="304"/>
            <ac:spMk id="301" creationId="{00000000-0000-0000-0000-000000000000}"/>
          </ac:spMkLst>
        </pc:spChg>
        <pc:spChg chg="mod">
          <ac:chgData name="Ivan Damnjanovic" userId="ac64187cd8522d98" providerId="LiveId" clId="{91E3140C-1B53-B14B-BC23-ECF64BB0199F}" dt="2020-11-10T08:53:56.200" v="191"/>
          <ac:spMkLst>
            <pc:docMk/>
            <pc:sldMk cId="193669708" sldId="304"/>
            <ac:spMk id="302" creationId="{00000000-0000-0000-0000-000000000000}"/>
          </ac:spMkLst>
        </pc:spChg>
        <pc:spChg chg="mod">
          <ac:chgData name="Ivan Damnjanovic" userId="ac64187cd8522d98" providerId="LiveId" clId="{91E3140C-1B53-B14B-BC23-ECF64BB0199F}" dt="2020-11-10T08:53:56.200" v="191"/>
          <ac:spMkLst>
            <pc:docMk/>
            <pc:sldMk cId="193669708" sldId="304"/>
            <ac:spMk id="303" creationId="{00000000-0000-0000-0000-000000000000}"/>
          </ac:spMkLst>
        </pc:spChg>
        <pc:picChg chg="mod">
          <ac:chgData name="Ivan Damnjanovic" userId="ac64187cd8522d98" providerId="LiveId" clId="{91E3140C-1B53-B14B-BC23-ECF64BB0199F}" dt="2020-11-10T08:53:56.200" v="191"/>
          <ac:picMkLst>
            <pc:docMk/>
            <pc:sldMk cId="193669708" sldId="304"/>
            <ac:picMk id="294" creationId="{00000000-0000-0000-0000-000000000000}"/>
          </ac:picMkLst>
        </pc:picChg>
        <pc:picChg chg="mod">
          <ac:chgData name="Ivan Damnjanovic" userId="ac64187cd8522d98" providerId="LiveId" clId="{91E3140C-1B53-B14B-BC23-ECF64BB0199F}" dt="2020-11-10T08:53:56.200" v="191"/>
          <ac:picMkLst>
            <pc:docMk/>
            <pc:sldMk cId="193669708" sldId="304"/>
            <ac:picMk id="295" creationId="{00000000-0000-0000-0000-000000000000}"/>
          </ac:picMkLst>
        </pc:picChg>
        <pc:picChg chg="mod">
          <ac:chgData name="Ivan Damnjanovic" userId="ac64187cd8522d98" providerId="LiveId" clId="{91E3140C-1B53-B14B-BC23-ECF64BB0199F}" dt="2020-11-10T08:53:56.200" v="191"/>
          <ac:picMkLst>
            <pc:docMk/>
            <pc:sldMk cId="193669708" sldId="304"/>
            <ac:picMk id="304" creationId="{00000000-0000-0000-0000-000000000000}"/>
          </ac:picMkLst>
        </pc:picChg>
        <pc:cxnChg chg="mod">
          <ac:chgData name="Ivan Damnjanovic" userId="ac64187cd8522d98" providerId="LiveId" clId="{91E3140C-1B53-B14B-BC23-ECF64BB0199F}" dt="2020-11-10T08:53:56.200" v="191"/>
          <ac:cxnSpMkLst>
            <pc:docMk/>
            <pc:sldMk cId="193669708" sldId="304"/>
            <ac:cxnSpMk id="264" creationId="{00000000-0000-0000-0000-000000000000}"/>
          </ac:cxnSpMkLst>
        </pc:cxnChg>
        <pc:cxnChg chg="mod">
          <ac:chgData name="Ivan Damnjanovic" userId="ac64187cd8522d98" providerId="LiveId" clId="{91E3140C-1B53-B14B-BC23-ECF64BB0199F}" dt="2020-11-10T08:53:56.200" v="191"/>
          <ac:cxnSpMkLst>
            <pc:docMk/>
            <pc:sldMk cId="193669708" sldId="304"/>
            <ac:cxnSpMk id="265" creationId="{00000000-0000-0000-0000-000000000000}"/>
          </ac:cxnSpMkLst>
        </pc:cxnChg>
        <pc:cxnChg chg="mod">
          <ac:chgData name="Ivan Damnjanovic" userId="ac64187cd8522d98" providerId="LiveId" clId="{91E3140C-1B53-B14B-BC23-ECF64BB0199F}" dt="2020-11-10T08:53:56.200" v="191"/>
          <ac:cxnSpMkLst>
            <pc:docMk/>
            <pc:sldMk cId="193669708" sldId="304"/>
            <ac:cxnSpMk id="266" creationId="{00000000-0000-0000-0000-000000000000}"/>
          </ac:cxnSpMkLst>
        </pc:cxnChg>
      </pc:sldChg>
      <pc:sldChg chg="modSp mod modNotes modNotesTx">
        <pc:chgData name="Ivan Damnjanovic" userId="ac64187cd8522d98" providerId="LiveId" clId="{91E3140C-1B53-B14B-BC23-ECF64BB0199F}" dt="2020-11-10T11:44:06.861" v="4672" actId="14100"/>
        <pc:sldMkLst>
          <pc:docMk/>
          <pc:sldMk cId="1198535693" sldId="315"/>
        </pc:sldMkLst>
        <pc:spChg chg="mod">
          <ac:chgData name="Ivan Damnjanovic" userId="ac64187cd8522d98" providerId="LiveId" clId="{91E3140C-1B53-B14B-BC23-ECF64BB0199F}" dt="2020-11-10T08:53:56.200" v="191"/>
          <ac:spMkLst>
            <pc:docMk/>
            <pc:sldMk cId="1198535693" sldId="315"/>
            <ac:spMk id="3" creationId="{240B5048-FF8E-6A47-A1FA-144FCF86A749}"/>
          </ac:spMkLst>
        </pc:spChg>
        <pc:spChg chg="mod">
          <ac:chgData name="Ivan Damnjanovic" userId="ac64187cd8522d98" providerId="LiveId" clId="{91E3140C-1B53-B14B-BC23-ECF64BB0199F}" dt="2020-11-10T08:53:56.200" v="191"/>
          <ac:spMkLst>
            <pc:docMk/>
            <pc:sldMk cId="1198535693" sldId="315"/>
            <ac:spMk id="6" creationId="{16D46A63-4E94-4AE9-9D95-AD4304F2FC10}"/>
          </ac:spMkLst>
        </pc:spChg>
        <pc:spChg chg="mod">
          <ac:chgData name="Ivan Damnjanovic" userId="ac64187cd8522d98" providerId="LiveId" clId="{91E3140C-1B53-B14B-BC23-ECF64BB0199F}" dt="2020-11-10T08:53:56.200" v="191"/>
          <ac:spMkLst>
            <pc:docMk/>
            <pc:sldMk cId="1198535693" sldId="315"/>
            <ac:spMk id="32" creationId="{D459B1F3-1225-49D5-8231-1313FEBB7008}"/>
          </ac:spMkLst>
        </pc:spChg>
        <pc:spChg chg="mod">
          <ac:chgData name="Ivan Damnjanovic" userId="ac64187cd8522d98" providerId="LiveId" clId="{91E3140C-1B53-B14B-BC23-ECF64BB0199F}" dt="2020-11-10T11:44:06.861" v="4672" actId="14100"/>
          <ac:spMkLst>
            <pc:docMk/>
            <pc:sldMk cId="1198535693" sldId="315"/>
            <ac:spMk id="33" creationId="{5979E82E-E95E-4116-B566-4CD31FFF63B4}"/>
          </ac:spMkLst>
        </pc:spChg>
        <pc:spChg chg="mod">
          <ac:chgData name="Ivan Damnjanovic" userId="ac64187cd8522d98" providerId="LiveId" clId="{91E3140C-1B53-B14B-BC23-ECF64BB0199F}" dt="2020-11-10T08:53:56.200" v="191"/>
          <ac:spMkLst>
            <pc:docMk/>
            <pc:sldMk cId="1198535693" sldId="315"/>
            <ac:spMk id="63" creationId="{B689AC35-AF76-46C2-AAF1-1C309FACC2C9}"/>
          </ac:spMkLst>
        </pc:spChg>
        <pc:spChg chg="mod">
          <ac:chgData name="Ivan Damnjanovic" userId="ac64187cd8522d98" providerId="LiveId" clId="{91E3140C-1B53-B14B-BC23-ECF64BB0199F}" dt="2020-11-10T08:53:56.200" v="191"/>
          <ac:spMkLst>
            <pc:docMk/>
            <pc:sldMk cId="1198535693" sldId="315"/>
            <ac:spMk id="64" creationId="{AC30A684-4120-4B77-B255-925341D4D896}"/>
          </ac:spMkLst>
        </pc:spChg>
        <pc:spChg chg="mod">
          <ac:chgData name="Ivan Damnjanovic" userId="ac64187cd8522d98" providerId="LiveId" clId="{91E3140C-1B53-B14B-BC23-ECF64BB0199F}" dt="2020-11-10T08:53:56.200" v="191"/>
          <ac:spMkLst>
            <pc:docMk/>
            <pc:sldMk cId="1198535693" sldId="315"/>
            <ac:spMk id="65" creationId="{3F733AF1-878E-417C-88E3-AAB2BFA38B1F}"/>
          </ac:spMkLst>
        </pc:spChg>
        <pc:spChg chg="mod">
          <ac:chgData name="Ivan Damnjanovic" userId="ac64187cd8522d98" providerId="LiveId" clId="{91E3140C-1B53-B14B-BC23-ECF64BB0199F}" dt="2020-11-10T08:53:56.200" v="191"/>
          <ac:spMkLst>
            <pc:docMk/>
            <pc:sldMk cId="1198535693" sldId="315"/>
            <ac:spMk id="68" creationId="{7451B2B2-09D9-4603-8AA8-655A661512D6}"/>
          </ac:spMkLst>
        </pc:spChg>
        <pc:spChg chg="mod">
          <ac:chgData name="Ivan Damnjanovic" userId="ac64187cd8522d98" providerId="LiveId" clId="{91E3140C-1B53-B14B-BC23-ECF64BB0199F}" dt="2020-11-10T08:53:56.200" v="191"/>
          <ac:spMkLst>
            <pc:docMk/>
            <pc:sldMk cId="1198535693" sldId="315"/>
            <ac:spMk id="70" creationId="{3D6291DF-2C2A-4C4E-8869-E6A652CB54C1}"/>
          </ac:spMkLst>
        </pc:spChg>
        <pc:spChg chg="mod">
          <ac:chgData name="Ivan Damnjanovic" userId="ac64187cd8522d98" providerId="LiveId" clId="{91E3140C-1B53-B14B-BC23-ECF64BB0199F}" dt="2020-11-10T08:53:56.200" v="191"/>
          <ac:spMkLst>
            <pc:docMk/>
            <pc:sldMk cId="1198535693" sldId="315"/>
            <ac:spMk id="71" creationId="{4160D073-BD79-4D1D-90DA-273DFEDED3CB}"/>
          </ac:spMkLst>
        </pc:spChg>
        <pc:spChg chg="mod">
          <ac:chgData name="Ivan Damnjanovic" userId="ac64187cd8522d98" providerId="LiveId" clId="{91E3140C-1B53-B14B-BC23-ECF64BB0199F}" dt="2020-11-10T08:53:56.200" v="191"/>
          <ac:spMkLst>
            <pc:docMk/>
            <pc:sldMk cId="1198535693" sldId="315"/>
            <ac:spMk id="73" creationId="{4B89FE6A-AC5A-4511-9DC3-B9D03D4531AA}"/>
          </ac:spMkLst>
        </pc:spChg>
        <pc:spChg chg="mod">
          <ac:chgData name="Ivan Damnjanovic" userId="ac64187cd8522d98" providerId="LiveId" clId="{91E3140C-1B53-B14B-BC23-ECF64BB0199F}" dt="2020-11-10T08:53:56.200" v="191"/>
          <ac:spMkLst>
            <pc:docMk/>
            <pc:sldMk cId="1198535693" sldId="315"/>
            <ac:spMk id="75" creationId="{0DE4CA8B-7749-485A-BEE0-22E0E6D771E0}"/>
          </ac:spMkLst>
        </pc:spChg>
        <pc:spChg chg="mod">
          <ac:chgData name="Ivan Damnjanovic" userId="ac64187cd8522d98" providerId="LiveId" clId="{91E3140C-1B53-B14B-BC23-ECF64BB0199F}" dt="2020-11-10T08:53:56.200" v="191"/>
          <ac:spMkLst>
            <pc:docMk/>
            <pc:sldMk cId="1198535693" sldId="315"/>
            <ac:spMk id="76" creationId="{C36AFE49-2D3D-4BB5-889A-25AD6052FF38}"/>
          </ac:spMkLst>
        </pc:spChg>
        <pc:grpChg chg="mod">
          <ac:chgData name="Ivan Damnjanovic" userId="ac64187cd8522d98" providerId="LiveId" clId="{91E3140C-1B53-B14B-BC23-ECF64BB0199F}" dt="2020-11-10T08:53:56.200" v="191"/>
          <ac:grpSpMkLst>
            <pc:docMk/>
            <pc:sldMk cId="1198535693" sldId="315"/>
            <ac:grpSpMk id="27" creationId="{11222F9B-7526-42EA-B115-B2ACC83773A1}"/>
          </ac:grpSpMkLst>
        </pc:grpChg>
        <pc:grpChg chg="mod">
          <ac:chgData name="Ivan Damnjanovic" userId="ac64187cd8522d98" providerId="LiveId" clId="{91E3140C-1B53-B14B-BC23-ECF64BB0199F}" dt="2020-11-10T08:53:56.200" v="191"/>
          <ac:grpSpMkLst>
            <pc:docMk/>
            <pc:sldMk cId="1198535693" sldId="315"/>
            <ac:grpSpMk id="45" creationId="{A54D7476-AAD8-4DA4-BFBF-076A3516ECB3}"/>
          </ac:grpSpMkLst>
        </pc:grpChg>
        <pc:grpChg chg="mod">
          <ac:chgData name="Ivan Damnjanovic" userId="ac64187cd8522d98" providerId="LiveId" clId="{91E3140C-1B53-B14B-BC23-ECF64BB0199F}" dt="2020-11-10T08:53:56.200" v="191"/>
          <ac:grpSpMkLst>
            <pc:docMk/>
            <pc:sldMk cId="1198535693" sldId="315"/>
            <ac:grpSpMk id="46" creationId="{A3A9B559-AC8A-4B7C-A91D-E0F7678050B0}"/>
          </ac:grpSpMkLst>
        </pc:grpChg>
        <pc:grpChg chg="mod">
          <ac:chgData name="Ivan Damnjanovic" userId="ac64187cd8522d98" providerId="LiveId" clId="{91E3140C-1B53-B14B-BC23-ECF64BB0199F}" dt="2020-11-10T08:53:56.200" v="191"/>
          <ac:grpSpMkLst>
            <pc:docMk/>
            <pc:sldMk cId="1198535693" sldId="315"/>
            <ac:grpSpMk id="67" creationId="{6220EA56-16BF-4049-85FA-D7583AD17405}"/>
          </ac:grpSpMkLst>
        </pc:grpChg>
        <pc:grpChg chg="mod">
          <ac:chgData name="Ivan Damnjanovic" userId="ac64187cd8522d98" providerId="LiveId" clId="{91E3140C-1B53-B14B-BC23-ECF64BB0199F}" dt="2020-11-10T08:53:56.200" v="191"/>
          <ac:grpSpMkLst>
            <pc:docMk/>
            <pc:sldMk cId="1198535693" sldId="315"/>
            <ac:grpSpMk id="69" creationId="{62E8A053-DA03-4F6C-8902-9EF6BCE4B2A2}"/>
          </ac:grpSpMkLst>
        </pc:grpChg>
        <pc:grpChg chg="mod">
          <ac:chgData name="Ivan Damnjanovic" userId="ac64187cd8522d98" providerId="LiveId" clId="{91E3140C-1B53-B14B-BC23-ECF64BB0199F}" dt="2020-11-10T08:53:56.200" v="191"/>
          <ac:grpSpMkLst>
            <pc:docMk/>
            <pc:sldMk cId="1198535693" sldId="315"/>
            <ac:grpSpMk id="72" creationId="{26D63B00-289C-4CD5-89D9-B020C1E8227F}"/>
          </ac:grpSpMkLst>
        </pc:grpChg>
        <pc:grpChg chg="mod">
          <ac:chgData name="Ivan Damnjanovic" userId="ac64187cd8522d98" providerId="LiveId" clId="{91E3140C-1B53-B14B-BC23-ECF64BB0199F}" dt="2020-11-10T08:53:56.200" v="191"/>
          <ac:grpSpMkLst>
            <pc:docMk/>
            <pc:sldMk cId="1198535693" sldId="315"/>
            <ac:grpSpMk id="74" creationId="{44379DEB-F594-47FB-9C50-FF7116C8BF5F}"/>
          </ac:grpSpMkLst>
        </pc:grpChg>
        <pc:picChg chg="mod">
          <ac:chgData name="Ivan Damnjanovic" userId="ac64187cd8522d98" providerId="LiveId" clId="{91E3140C-1B53-B14B-BC23-ECF64BB0199F}" dt="2020-11-10T08:53:56.200" v="191"/>
          <ac:picMkLst>
            <pc:docMk/>
            <pc:sldMk cId="1198535693" sldId="315"/>
            <ac:picMk id="59" creationId="{44557717-AA78-481E-897A-EBD811D4435D}"/>
          </ac:picMkLst>
        </pc:picChg>
        <pc:picChg chg="mod">
          <ac:chgData name="Ivan Damnjanovic" userId="ac64187cd8522d98" providerId="LiveId" clId="{91E3140C-1B53-B14B-BC23-ECF64BB0199F}" dt="2020-11-10T08:53:56.200" v="191"/>
          <ac:picMkLst>
            <pc:docMk/>
            <pc:sldMk cId="1198535693" sldId="315"/>
            <ac:picMk id="82" creationId="{CE6442E0-A2C0-447A-9A06-C06FFA2B4D46}"/>
          </ac:picMkLst>
        </pc:picChg>
        <pc:cxnChg chg="mod">
          <ac:chgData name="Ivan Damnjanovic" userId="ac64187cd8522d98" providerId="LiveId" clId="{91E3140C-1B53-B14B-BC23-ECF64BB0199F}" dt="2020-11-10T08:53:56.200" v="191"/>
          <ac:cxnSpMkLst>
            <pc:docMk/>
            <pc:sldMk cId="1198535693" sldId="315"/>
            <ac:cxnSpMk id="77" creationId="{B7D1EC07-2D4C-4801-BE71-1440CE669CFD}"/>
          </ac:cxnSpMkLst>
        </pc:cxnChg>
        <pc:cxnChg chg="mod">
          <ac:chgData name="Ivan Damnjanovic" userId="ac64187cd8522d98" providerId="LiveId" clId="{91E3140C-1B53-B14B-BC23-ECF64BB0199F}" dt="2020-11-10T08:53:56.200" v="191"/>
          <ac:cxnSpMkLst>
            <pc:docMk/>
            <pc:sldMk cId="1198535693" sldId="315"/>
            <ac:cxnSpMk id="79" creationId="{72F0BBBE-50A4-45C2-A9C8-1F605C379C37}"/>
          </ac:cxnSpMkLst>
        </pc:cxnChg>
      </pc:sldChg>
      <pc:sldChg chg="modSp ord modNotes modNotesTx">
        <pc:chgData name="Ivan Damnjanovic" userId="ac64187cd8522d98" providerId="LiveId" clId="{91E3140C-1B53-B14B-BC23-ECF64BB0199F}" dt="2020-11-10T09:41:31.345" v="1313" actId="20577"/>
        <pc:sldMkLst>
          <pc:docMk/>
          <pc:sldMk cId="[redacted]" sldId="316"/>
        </pc:sldMkLst>
        <pc:spChg chg="mod">
          <ac:chgData name="Ivan Damnjanovic" userId="ac64187cd8522d98" providerId="LiveId" clId="{91E3140C-1B53-B14B-BC23-ECF64BB0199F}" dt="2020-11-10T08:53:56.200" v="191"/>
          <ac:spMkLst>
            <pc:docMk/>
            <pc:sldMk cId="[redacted]" sldId="316"/>
            <ac:spMk id="3" creationId="{96C91798-36A7-A745-AFAE-0D471968FB21}"/>
          </ac:spMkLst>
        </pc:spChg>
        <pc:spChg chg="mod">
          <ac:chgData name="Ivan Damnjanovic" userId="ac64187cd8522d98" providerId="LiveId" clId="{91E3140C-1B53-B14B-BC23-ECF64BB0199F}" dt="2020-11-10T08:53:56.200" v="191"/>
          <ac:spMkLst>
            <pc:docMk/>
            <pc:sldMk cId="[redacted]" sldId="316"/>
            <ac:spMk id="4" creationId="{F6FAF644-EC05-FE4D-ACA6-4701F3418458}"/>
          </ac:spMkLst>
        </pc:spChg>
        <pc:spChg chg="mod">
          <ac:chgData name="Ivan Damnjanovic" userId="ac64187cd8522d98" providerId="LiveId" clId="{91E3140C-1B53-B14B-BC23-ECF64BB0199F}" dt="2020-11-10T08:53:56.200" v="191"/>
          <ac:spMkLst>
            <pc:docMk/>
            <pc:sldMk cId="[redacted]" sldId="316"/>
            <ac:spMk id="169" creationId="{00000000-0000-0000-0000-000000000000}"/>
          </ac:spMkLst>
        </pc:spChg>
      </pc:sldChg>
      <pc:sldChg chg="addSp modSp mod">
        <pc:chgData name="Ivan Damnjanovic" userId="ac64187cd8522d98" providerId="LiveId" clId="{91E3140C-1B53-B14B-BC23-ECF64BB0199F}" dt="2020-11-10T10:39:13.413" v="4124" actId="20577"/>
        <pc:sldMkLst>
          <pc:docMk/>
          <pc:sldMk cId="[redacted]" sldId="339"/>
        </pc:sldMkLst>
        <pc:spChg chg="add mod">
          <ac:chgData name="Ivan Damnjanovic" userId="ac64187cd8522d98" providerId="LiveId" clId="{91E3140C-1B53-B14B-BC23-ECF64BB0199F}" dt="2020-11-10T10:37:51.061" v="4077" actId="1076"/>
          <ac:spMkLst>
            <pc:docMk/>
            <pc:sldMk cId="[redacted]" sldId="339"/>
            <ac:spMk id="2" creationId="{CF37EA23-0A53-A743-A330-CC3D675EF4E3}"/>
          </ac:spMkLst>
        </pc:spChg>
        <pc:spChg chg="mod">
          <ac:chgData name="Ivan Damnjanovic" userId="ac64187cd8522d98" providerId="LiveId" clId="{91E3140C-1B53-B14B-BC23-ECF64BB0199F}" dt="2020-11-10T10:39:13.413" v="4124" actId="20577"/>
          <ac:spMkLst>
            <pc:docMk/>
            <pc:sldMk cId="[redacted]" sldId="339"/>
            <ac:spMk id="6" creationId="{8A9A674A-E934-41FC-A6B0-B25E4FB57122}"/>
          </ac:spMkLst>
        </pc:spChg>
        <pc:picChg chg="mod">
          <ac:chgData name="Ivan Damnjanovic" userId="ac64187cd8522d98" providerId="LiveId" clId="{91E3140C-1B53-B14B-BC23-ECF64BB0199F}" dt="2020-11-10T08:53:56.200" v="191"/>
          <ac:picMkLst>
            <pc:docMk/>
            <pc:sldMk cId="[redacted]" sldId="339"/>
            <ac:picMk id="3" creationId="{07EFB5AD-E5F6-C14F-BA4C-304D7107331E}"/>
          </ac:picMkLst>
        </pc:picChg>
      </pc:sldChg>
      <pc:sldChg chg="delSp modSp del mod modNotes modNotesTx">
        <pc:chgData name="Ivan Damnjanovic" userId="ac64187cd8522d98" providerId="LiveId" clId="{91E3140C-1B53-B14B-BC23-ECF64BB0199F}" dt="2020-11-10T09:56:16.540" v="1761" actId="2696"/>
        <pc:sldMkLst>
          <pc:docMk/>
          <pc:sldMk cId="1151085403" sldId="344"/>
        </pc:sldMkLst>
        <pc:spChg chg="mod">
          <ac:chgData name="Ivan Damnjanovic" userId="ac64187cd8522d98" providerId="LiveId" clId="{91E3140C-1B53-B14B-BC23-ECF64BB0199F}" dt="2020-11-10T08:53:56.200" v="191"/>
          <ac:spMkLst>
            <pc:docMk/>
            <pc:sldMk cId="1151085403" sldId="344"/>
            <ac:spMk id="6" creationId="{07995164-3ECE-B44E-9A8C-A9137222E9FD}"/>
          </ac:spMkLst>
        </pc:spChg>
        <pc:spChg chg="del mod">
          <ac:chgData name="Ivan Damnjanovic" userId="ac64187cd8522d98" providerId="LiveId" clId="{91E3140C-1B53-B14B-BC23-ECF64BB0199F}" dt="2020-11-10T09:55:29.176" v="1757" actId="478"/>
          <ac:spMkLst>
            <pc:docMk/>
            <pc:sldMk cId="1151085403" sldId="344"/>
            <ac:spMk id="8" creationId="{8F739204-B3E9-5B43-BAFE-346A65F19D02}"/>
          </ac:spMkLst>
        </pc:spChg>
        <pc:spChg chg="mod">
          <ac:chgData name="Ivan Damnjanovic" userId="ac64187cd8522d98" providerId="LiveId" clId="{91E3140C-1B53-B14B-BC23-ECF64BB0199F}" dt="2020-11-10T08:53:56.200" v="191"/>
          <ac:spMkLst>
            <pc:docMk/>
            <pc:sldMk cId="1151085403" sldId="344"/>
            <ac:spMk id="117" creationId="{00000000-0000-0000-0000-000000000000}"/>
          </ac:spMkLst>
        </pc:spChg>
        <pc:picChg chg="mod">
          <ac:chgData name="Ivan Damnjanovic" userId="ac64187cd8522d98" providerId="LiveId" clId="{91E3140C-1B53-B14B-BC23-ECF64BB0199F}" dt="2020-11-10T08:53:56.200" v="191"/>
          <ac:picMkLst>
            <pc:docMk/>
            <pc:sldMk cId="1151085403" sldId="344"/>
            <ac:picMk id="4" creationId="{3E0EDAEF-00CD-2143-86EA-BF63AC266CA0}"/>
          </ac:picMkLst>
        </pc:picChg>
      </pc:sldChg>
      <pc:sldChg chg="modSp del modNotes">
        <pc:chgData name="Ivan Damnjanovic" userId="ac64187cd8522d98" providerId="LiveId" clId="{91E3140C-1B53-B14B-BC23-ECF64BB0199F}" dt="2020-11-10T09:47:12.166" v="1662" actId="2696"/>
        <pc:sldMkLst>
          <pc:docMk/>
          <pc:sldMk cId="427404093" sldId="345"/>
        </pc:sldMkLst>
        <pc:spChg chg="mod">
          <ac:chgData name="Ivan Damnjanovic" userId="ac64187cd8522d98" providerId="LiveId" clId="{91E3140C-1B53-B14B-BC23-ECF64BB0199F}" dt="2020-11-10T08:53:56.200" v="191"/>
          <ac:spMkLst>
            <pc:docMk/>
            <pc:sldMk cId="427404093" sldId="345"/>
            <ac:spMk id="2" creationId="{803552ED-780B-BF4D-926D-55232410A9EC}"/>
          </ac:spMkLst>
        </pc:spChg>
        <pc:spChg chg="mod">
          <ac:chgData name="Ivan Damnjanovic" userId="ac64187cd8522d98" providerId="LiveId" clId="{91E3140C-1B53-B14B-BC23-ECF64BB0199F}" dt="2020-11-10T08:53:56.200" v="191"/>
          <ac:spMkLst>
            <pc:docMk/>
            <pc:sldMk cId="427404093" sldId="345"/>
            <ac:spMk id="5" creationId="{DC8EA47E-6DF6-A743-BF9E-1DC54DD47AF9}"/>
          </ac:spMkLst>
        </pc:spChg>
        <pc:spChg chg="mod">
          <ac:chgData name="Ivan Damnjanovic" userId="ac64187cd8522d98" providerId="LiveId" clId="{91E3140C-1B53-B14B-BC23-ECF64BB0199F}" dt="2020-11-10T08:53:56.200" v="191"/>
          <ac:spMkLst>
            <pc:docMk/>
            <pc:sldMk cId="427404093" sldId="345"/>
            <ac:spMk id="246" creationId="{00000000-0000-0000-0000-000000000000}"/>
          </ac:spMkLst>
        </pc:spChg>
      </pc:sldChg>
      <pc:sldChg chg="modSp mod">
        <pc:chgData name="Ivan Damnjanovic" userId="ac64187cd8522d98" providerId="LiveId" clId="{91E3140C-1B53-B14B-BC23-ECF64BB0199F}" dt="2020-11-10T10:40:59.336" v="4266" actId="1076"/>
        <pc:sldMkLst>
          <pc:docMk/>
          <pc:sldMk cId="1575612198" sldId="346"/>
        </pc:sldMkLst>
        <pc:spChg chg="mod">
          <ac:chgData name="Ivan Damnjanovic" userId="ac64187cd8522d98" providerId="LiveId" clId="{91E3140C-1B53-B14B-BC23-ECF64BB0199F}" dt="2020-11-10T10:40:59.336" v="4266" actId="1076"/>
          <ac:spMkLst>
            <pc:docMk/>
            <pc:sldMk cId="1575612198" sldId="346"/>
            <ac:spMk id="2" creationId="{ED2795B0-35B3-1D40-A27B-D18CC3F07C66}"/>
          </ac:spMkLst>
        </pc:spChg>
        <pc:spChg chg="mod">
          <ac:chgData name="Ivan Damnjanovic" userId="ac64187cd8522d98" providerId="LiveId" clId="{91E3140C-1B53-B14B-BC23-ECF64BB0199F}" dt="2020-11-10T08:53:56.200" v="191"/>
          <ac:spMkLst>
            <pc:docMk/>
            <pc:sldMk cId="1575612198" sldId="346"/>
            <ac:spMk id="8" creationId="{0A88F81B-CE88-4043-AC71-DE8F38C71B98}"/>
          </ac:spMkLst>
        </pc:spChg>
        <pc:spChg chg="mod">
          <ac:chgData name="Ivan Damnjanovic" userId="ac64187cd8522d98" providerId="LiveId" clId="{91E3140C-1B53-B14B-BC23-ECF64BB0199F}" dt="2020-11-10T08:53:56.200" v="191"/>
          <ac:spMkLst>
            <pc:docMk/>
            <pc:sldMk cId="1575612198" sldId="346"/>
            <ac:spMk id="9" creationId="{DBC212AB-D923-4543-9CD9-9FDCCB1D6193}"/>
          </ac:spMkLst>
        </pc:spChg>
        <pc:picChg chg="mod">
          <ac:chgData name="Ivan Damnjanovic" userId="ac64187cd8522d98" providerId="LiveId" clId="{91E3140C-1B53-B14B-BC23-ECF64BB0199F}" dt="2020-11-10T09:55:50.312" v="1760" actId="1076"/>
          <ac:picMkLst>
            <pc:docMk/>
            <pc:sldMk cId="1575612198" sldId="346"/>
            <ac:picMk id="47" creationId="{502F3177-08F6-BB42-8DE1-5AC73297C37B}"/>
          </ac:picMkLst>
        </pc:picChg>
        <pc:picChg chg="mod">
          <ac:chgData name="Ivan Damnjanovic" userId="ac64187cd8522d98" providerId="LiveId" clId="{91E3140C-1B53-B14B-BC23-ECF64BB0199F}" dt="2020-11-10T08:53:56.200" v="191"/>
          <ac:picMkLst>
            <pc:docMk/>
            <pc:sldMk cId="1575612198" sldId="346"/>
            <ac:picMk id="49" creationId="{940A45B0-4F23-4E46-8390-528DEA093558}"/>
          </ac:picMkLst>
        </pc:picChg>
        <pc:picChg chg="mod">
          <ac:chgData name="Ivan Damnjanovic" userId="ac64187cd8522d98" providerId="LiveId" clId="{91E3140C-1B53-B14B-BC23-ECF64BB0199F}" dt="2020-11-10T08:53:56.200" v="191"/>
          <ac:picMkLst>
            <pc:docMk/>
            <pc:sldMk cId="1575612198" sldId="346"/>
            <ac:picMk id="51" creationId="{F499B3E2-31E3-FA42-B5DD-7C636C42932B}"/>
          </ac:picMkLst>
        </pc:picChg>
      </pc:sldChg>
      <pc:sldChg chg="modSp mod modNotes">
        <pc:chgData name="Ivan Damnjanovic" userId="ac64187cd8522d98" providerId="LiveId" clId="{91E3140C-1B53-B14B-BC23-ECF64BB0199F}" dt="2020-11-10T10:05:52.305" v="1987" actId="14100"/>
        <pc:sldMkLst>
          <pc:docMk/>
          <pc:sldMk cId="[redacted]" sldId="349"/>
        </pc:sldMkLst>
        <pc:spChg chg="mod">
          <ac:chgData name="Ivan Damnjanovic" userId="ac64187cd8522d98" providerId="LiveId" clId="{91E3140C-1B53-B14B-BC23-ECF64BB0199F}" dt="2020-11-10T08:53:56.200" v="191"/>
          <ac:spMkLst>
            <pc:docMk/>
            <pc:sldMk cId="[redacted]" sldId="349"/>
            <ac:spMk id="2" creationId="{113A8DE6-92B7-2A44-AA91-5F3989DB8158}"/>
          </ac:spMkLst>
        </pc:spChg>
        <pc:spChg chg="mod">
          <ac:chgData name="Ivan Damnjanovic" userId="ac64187cd8522d98" providerId="LiveId" clId="{91E3140C-1B53-B14B-BC23-ECF64BB0199F}" dt="2020-11-10T08:53:56.200" v="191"/>
          <ac:spMkLst>
            <pc:docMk/>
            <pc:sldMk cId="[redacted]" sldId="349"/>
            <ac:spMk id="3" creationId="{11CCD537-7FBE-BC4D-9C18-791444438179}"/>
          </ac:spMkLst>
        </pc:spChg>
        <pc:spChg chg="mod">
          <ac:chgData name="Ivan Damnjanovic" userId="ac64187cd8522d98" providerId="LiveId" clId="{91E3140C-1B53-B14B-BC23-ECF64BB0199F}" dt="2020-11-10T10:05:52.305" v="1987" actId="14100"/>
          <ac:spMkLst>
            <pc:docMk/>
            <pc:sldMk cId="[redacted]" sldId="349"/>
            <ac:spMk id="5" creationId="{508BF0DC-3FD8-AB47-82D2-798F6A75E8C9}"/>
          </ac:spMkLst>
        </pc:spChg>
      </pc:sldChg>
      <pc:sldChg chg="modSp del mod">
        <pc:chgData name="Ivan Damnjanovic" userId="ac64187cd8522d98" providerId="LiveId" clId="{91E3140C-1B53-B14B-BC23-ECF64BB0199F}" dt="2020-11-10T09:37:54.533" v="906" actId="2696"/>
        <pc:sldMkLst>
          <pc:docMk/>
          <pc:sldMk cId="[redacted]" sldId="350"/>
        </pc:sldMkLst>
        <pc:spChg chg="mod">
          <ac:chgData name="Ivan Damnjanovic" userId="ac64187cd8522d98" providerId="LiveId" clId="{91E3140C-1B53-B14B-BC23-ECF64BB0199F}" dt="2020-11-10T08:53:56.200" v="191"/>
          <ac:spMkLst>
            <pc:docMk/>
            <pc:sldMk cId="[redacted]" sldId="350"/>
            <ac:spMk id="4" creationId="{B99EE52E-1B3B-F542-8E98-1E85EBC6318C}"/>
          </ac:spMkLst>
        </pc:spChg>
        <pc:spChg chg="mod">
          <ac:chgData name="Ivan Damnjanovic" userId="ac64187cd8522d98" providerId="LiveId" clId="{91E3140C-1B53-B14B-BC23-ECF64BB0199F}" dt="2020-11-10T08:53:56.200" v="191"/>
          <ac:spMkLst>
            <pc:docMk/>
            <pc:sldMk cId="[redacted]" sldId="350"/>
            <ac:spMk id="5" creationId="{8BC37BE6-3E50-DF4E-8777-1A20966B0FAE}"/>
          </ac:spMkLst>
        </pc:spChg>
        <pc:spChg chg="mod">
          <ac:chgData name="Ivan Damnjanovic" userId="ac64187cd8522d98" providerId="LiveId" clId="{91E3140C-1B53-B14B-BC23-ECF64BB0199F}" dt="2020-11-10T09:37:36.775" v="904" actId="21"/>
          <ac:spMkLst>
            <pc:docMk/>
            <pc:sldMk cId="[redacted]" sldId="350"/>
            <ac:spMk id="6" creationId="{C6026ECB-3E3E-8845-AEAF-96DB10ABF420}"/>
          </ac:spMkLst>
        </pc:spChg>
        <pc:spChg chg="mod">
          <ac:chgData name="Ivan Damnjanovic" userId="ac64187cd8522d98" providerId="LiveId" clId="{91E3140C-1B53-B14B-BC23-ECF64BB0199F}" dt="2020-11-10T08:53:56.200" v="191"/>
          <ac:spMkLst>
            <pc:docMk/>
            <pc:sldMk cId="[redacted]" sldId="350"/>
            <ac:spMk id="7" creationId="{3ED2C49F-8D6C-FA49-A013-D04B084E7A35}"/>
          </ac:spMkLst>
        </pc:spChg>
        <pc:spChg chg="mod">
          <ac:chgData name="Ivan Damnjanovic" userId="ac64187cd8522d98" providerId="LiveId" clId="{91E3140C-1B53-B14B-BC23-ECF64BB0199F}" dt="2020-11-10T08:53:56.200" v="191"/>
          <ac:spMkLst>
            <pc:docMk/>
            <pc:sldMk cId="[redacted]" sldId="350"/>
            <ac:spMk id="9" creationId="{6E9050E3-ED2F-9C46-BCD7-C1AE12F5D9A8}"/>
          </ac:spMkLst>
        </pc:spChg>
        <pc:spChg chg="mod">
          <ac:chgData name="Ivan Damnjanovic" userId="ac64187cd8522d98" providerId="LiveId" clId="{91E3140C-1B53-B14B-BC23-ECF64BB0199F}" dt="2020-11-10T08:53:56.200" v="191"/>
          <ac:spMkLst>
            <pc:docMk/>
            <pc:sldMk cId="[redacted]" sldId="350"/>
            <ac:spMk id="10" creationId="{B3746A8D-72C7-BC49-87DB-67DD12A19A20}"/>
          </ac:spMkLst>
        </pc:spChg>
        <pc:spChg chg="mod">
          <ac:chgData name="Ivan Damnjanovic" userId="ac64187cd8522d98" providerId="LiveId" clId="{91E3140C-1B53-B14B-BC23-ECF64BB0199F}" dt="2020-11-10T08:53:56.200" v="191"/>
          <ac:spMkLst>
            <pc:docMk/>
            <pc:sldMk cId="[redacted]" sldId="350"/>
            <ac:spMk id="12" creationId="{261EF7A8-F669-A040-AB55-5FC21F720CBC}"/>
          </ac:spMkLst>
        </pc:spChg>
        <pc:spChg chg="mod">
          <ac:chgData name="Ivan Damnjanovic" userId="ac64187cd8522d98" providerId="LiveId" clId="{91E3140C-1B53-B14B-BC23-ECF64BB0199F}" dt="2020-11-10T08:53:56.200" v="191"/>
          <ac:spMkLst>
            <pc:docMk/>
            <pc:sldMk cId="[redacted]" sldId="350"/>
            <ac:spMk id="13" creationId="{88029429-1426-9B43-8D72-A337FB2FEE58}"/>
          </ac:spMkLst>
        </pc:spChg>
        <pc:spChg chg="mod">
          <ac:chgData name="Ivan Damnjanovic" userId="ac64187cd8522d98" providerId="LiveId" clId="{91E3140C-1B53-B14B-BC23-ECF64BB0199F}" dt="2020-11-10T08:53:56.200" v="191"/>
          <ac:spMkLst>
            <pc:docMk/>
            <pc:sldMk cId="[redacted]" sldId="350"/>
            <ac:spMk id="14" creationId="{9040AA8D-D3A8-DD4B-BBC8-CD7D3DF7A973}"/>
          </ac:spMkLst>
        </pc:spChg>
        <pc:spChg chg="mod">
          <ac:chgData name="Ivan Damnjanovic" userId="ac64187cd8522d98" providerId="LiveId" clId="{91E3140C-1B53-B14B-BC23-ECF64BB0199F}" dt="2020-11-10T08:53:56.200" v="191"/>
          <ac:spMkLst>
            <pc:docMk/>
            <pc:sldMk cId="[redacted]" sldId="350"/>
            <ac:spMk id="16" creationId="{244A2CEF-C137-5B4D-ADCB-14B5D0E4AB4D}"/>
          </ac:spMkLst>
        </pc:spChg>
        <pc:spChg chg="mod">
          <ac:chgData name="Ivan Damnjanovic" userId="ac64187cd8522d98" providerId="LiveId" clId="{91E3140C-1B53-B14B-BC23-ECF64BB0199F}" dt="2020-11-10T08:53:56.200" v="191"/>
          <ac:spMkLst>
            <pc:docMk/>
            <pc:sldMk cId="[redacted]" sldId="350"/>
            <ac:spMk id="17" creationId="{5BBF8629-96B2-A34D-B419-FEBEA3F6F4C5}"/>
          </ac:spMkLst>
        </pc:spChg>
        <pc:spChg chg="mod">
          <ac:chgData name="Ivan Damnjanovic" userId="ac64187cd8522d98" providerId="LiveId" clId="{91E3140C-1B53-B14B-BC23-ECF64BB0199F}" dt="2020-11-10T08:53:56.200" v="191"/>
          <ac:spMkLst>
            <pc:docMk/>
            <pc:sldMk cId="[redacted]" sldId="350"/>
            <ac:spMk id="27" creationId="{B221D6A9-9D39-CD43-97FA-60EE3D8C490A}"/>
          </ac:spMkLst>
        </pc:spChg>
        <pc:spChg chg="mod">
          <ac:chgData name="Ivan Damnjanovic" userId="ac64187cd8522d98" providerId="LiveId" clId="{91E3140C-1B53-B14B-BC23-ECF64BB0199F}" dt="2020-11-10T08:53:56.200" v="191"/>
          <ac:spMkLst>
            <pc:docMk/>
            <pc:sldMk cId="[redacted]" sldId="350"/>
            <ac:spMk id="28" creationId="{B5BC24F2-F38D-B947-9FC2-1DD0CFA328F4}"/>
          </ac:spMkLst>
        </pc:spChg>
        <pc:spChg chg="mod">
          <ac:chgData name="Ivan Damnjanovic" userId="ac64187cd8522d98" providerId="LiveId" clId="{91E3140C-1B53-B14B-BC23-ECF64BB0199F}" dt="2020-11-10T08:53:56.200" v="191"/>
          <ac:spMkLst>
            <pc:docMk/>
            <pc:sldMk cId="[redacted]" sldId="350"/>
            <ac:spMk id="29" creationId="{1A2289D8-5157-B048-8D81-06315F6995A3}"/>
          </ac:spMkLst>
        </pc:spChg>
        <pc:spChg chg="mod">
          <ac:chgData name="Ivan Damnjanovic" userId="ac64187cd8522d98" providerId="LiveId" clId="{91E3140C-1B53-B14B-BC23-ECF64BB0199F}" dt="2020-11-10T08:53:56.200" v="191"/>
          <ac:spMkLst>
            <pc:docMk/>
            <pc:sldMk cId="[redacted]" sldId="350"/>
            <ac:spMk id="30" creationId="{D2D3E7CD-C84A-714F-BE35-A8437329EE8F}"/>
          </ac:spMkLst>
        </pc:spChg>
      </pc:sldChg>
      <pc:sldChg chg="addSp delSp modSp mod modNotes">
        <pc:chgData name="Ivan Damnjanovic" userId="ac64187cd8522d98" providerId="LiveId" clId="{91E3140C-1B53-B14B-BC23-ECF64BB0199F}" dt="2020-11-10T11:28:54.970" v="4671" actId="20577"/>
        <pc:sldMkLst>
          <pc:docMk/>
          <pc:sldMk cId="[redacted]" sldId="351"/>
        </pc:sldMkLst>
        <pc:spChg chg="mod">
          <ac:chgData name="Ivan Damnjanovic" userId="ac64187cd8522d98" providerId="LiveId" clId="{91E3140C-1B53-B14B-BC23-ECF64BB0199F}" dt="2020-11-10T08:53:56.200" v="191"/>
          <ac:spMkLst>
            <pc:docMk/>
            <pc:sldMk cId="[redacted]" sldId="351"/>
            <ac:spMk id="2" creationId="{EE393505-CDE9-DC4C-97B1-4573CEF7E796}"/>
          </ac:spMkLst>
        </pc:spChg>
        <pc:spChg chg="mod">
          <ac:chgData name="Ivan Damnjanovic" userId="ac64187cd8522d98" providerId="LiveId" clId="{91E3140C-1B53-B14B-BC23-ECF64BB0199F}" dt="2020-11-10T09:15:33.894" v="646" actId="20577"/>
          <ac:spMkLst>
            <pc:docMk/>
            <pc:sldMk cId="[redacted]" sldId="351"/>
            <ac:spMk id="3" creationId="{81EC52A0-B39B-CD41-8A84-7440DE4707A2}"/>
          </ac:spMkLst>
        </pc:spChg>
        <pc:spChg chg="add del mod">
          <ac:chgData name="Ivan Damnjanovic" userId="ac64187cd8522d98" providerId="LiveId" clId="{91E3140C-1B53-B14B-BC23-ECF64BB0199F}" dt="2020-11-10T09:11:17.733" v="270" actId="478"/>
          <ac:spMkLst>
            <pc:docMk/>
            <pc:sldMk cId="[redacted]" sldId="351"/>
            <ac:spMk id="9" creationId="{9D8AF194-AE90-D64B-80A8-8EAABFE9E75F}"/>
          </ac:spMkLst>
        </pc:spChg>
        <pc:spChg chg="add del mod">
          <ac:chgData name="Ivan Damnjanovic" userId="ac64187cd8522d98" providerId="LiveId" clId="{91E3140C-1B53-B14B-BC23-ECF64BB0199F}" dt="2020-11-10T09:13:11.307" v="485"/>
          <ac:spMkLst>
            <pc:docMk/>
            <pc:sldMk cId="[redacted]" sldId="351"/>
            <ac:spMk id="10" creationId="{525EE2B5-1316-A844-8C3B-AA843FBDE7FA}"/>
          </ac:spMkLst>
        </pc:spChg>
        <pc:spChg chg="add del mod">
          <ac:chgData name="Ivan Damnjanovic" userId="ac64187cd8522d98" providerId="LiveId" clId="{91E3140C-1B53-B14B-BC23-ECF64BB0199F}" dt="2020-11-10T09:15:05.830" v="600" actId="478"/>
          <ac:spMkLst>
            <pc:docMk/>
            <pc:sldMk cId="[redacted]" sldId="351"/>
            <ac:spMk id="11" creationId="{683F90CD-F798-9240-B260-7F4B81C62A64}"/>
          </ac:spMkLst>
        </pc:spChg>
        <pc:spChg chg="add del mod">
          <ac:chgData name="Ivan Damnjanovic" userId="ac64187cd8522d98" providerId="LiveId" clId="{91E3140C-1B53-B14B-BC23-ECF64BB0199F}" dt="2020-11-10T09:13:42.866" v="492" actId="478"/>
          <ac:spMkLst>
            <pc:docMk/>
            <pc:sldMk cId="[redacted]" sldId="351"/>
            <ac:spMk id="12" creationId="{3EE96A11-59CE-264A-AAC6-E519C8466267}"/>
          </ac:spMkLst>
        </pc:spChg>
        <pc:spChg chg="add del mod">
          <ac:chgData name="Ivan Damnjanovic" userId="ac64187cd8522d98" providerId="LiveId" clId="{91E3140C-1B53-B14B-BC23-ECF64BB0199F}" dt="2020-11-10T09:14:31.055" v="513" actId="478"/>
          <ac:spMkLst>
            <pc:docMk/>
            <pc:sldMk cId="[redacted]" sldId="351"/>
            <ac:spMk id="13" creationId="{5895311C-48AE-BA4A-BE2B-FDBE6CD8C4DF}"/>
          </ac:spMkLst>
        </pc:spChg>
        <pc:spChg chg="add mod">
          <ac:chgData name="Ivan Damnjanovic" userId="ac64187cd8522d98" providerId="LiveId" clId="{91E3140C-1B53-B14B-BC23-ECF64BB0199F}" dt="2020-11-10T09:19:06.319" v="895" actId="20577"/>
          <ac:spMkLst>
            <pc:docMk/>
            <pc:sldMk cId="[redacted]" sldId="351"/>
            <ac:spMk id="14" creationId="{0FBA1071-FD05-C542-9CEB-22C4E71E66FE}"/>
          </ac:spMkLst>
        </pc:spChg>
        <pc:spChg chg="add mod">
          <ac:chgData name="Ivan Damnjanovic" userId="ac64187cd8522d98" providerId="LiveId" clId="{91E3140C-1B53-B14B-BC23-ECF64BB0199F}" dt="2020-11-10T09:17:36.877" v="752" actId="1076"/>
          <ac:spMkLst>
            <pc:docMk/>
            <pc:sldMk cId="[redacted]" sldId="351"/>
            <ac:spMk id="15" creationId="{AB285D44-9850-0548-8B10-045650F0BC08}"/>
          </ac:spMkLst>
        </pc:spChg>
        <pc:spChg chg="add mod">
          <ac:chgData name="Ivan Damnjanovic" userId="ac64187cd8522d98" providerId="LiveId" clId="{91E3140C-1B53-B14B-BC23-ECF64BB0199F}" dt="2020-11-10T09:17:33.683" v="750" actId="1076"/>
          <ac:spMkLst>
            <pc:docMk/>
            <pc:sldMk cId="[redacted]" sldId="351"/>
            <ac:spMk id="16" creationId="{2E8D30B6-C499-2440-A763-60979156EB24}"/>
          </ac:spMkLst>
        </pc:spChg>
        <pc:spChg chg="add mod">
          <ac:chgData name="Ivan Damnjanovic" userId="ac64187cd8522d98" providerId="LiveId" clId="{91E3140C-1B53-B14B-BC23-ECF64BB0199F}" dt="2020-11-10T09:18:52.841" v="884" actId="14100"/>
          <ac:spMkLst>
            <pc:docMk/>
            <pc:sldMk cId="[redacted]" sldId="351"/>
            <ac:spMk id="17" creationId="{0B09FD90-7FE9-0B44-B48C-BDE645DDFDCD}"/>
          </ac:spMkLst>
        </pc:spChg>
        <pc:spChg chg="add mod">
          <ac:chgData name="Ivan Damnjanovic" userId="ac64187cd8522d98" providerId="LiveId" clId="{91E3140C-1B53-B14B-BC23-ECF64BB0199F}" dt="2020-11-10T11:28:54.970" v="4671" actId="20577"/>
          <ac:spMkLst>
            <pc:docMk/>
            <pc:sldMk cId="[redacted]" sldId="351"/>
            <ac:spMk id="18" creationId="{3407B411-3530-DD47-B5F2-A9B7E2FE5F81}"/>
          </ac:spMkLst>
        </pc:spChg>
        <pc:picChg chg="add mod">
          <ac:chgData name="Ivan Damnjanovic" userId="ac64187cd8522d98" providerId="LiveId" clId="{91E3140C-1B53-B14B-BC23-ECF64BB0199F}" dt="2020-11-10T09:18:55.813" v="886" actId="1076"/>
          <ac:picMkLst>
            <pc:docMk/>
            <pc:sldMk cId="[redacted]" sldId="351"/>
            <ac:picMk id="5" creationId="{0254257A-8845-0E42-9651-37F42D1BBD71}"/>
          </ac:picMkLst>
        </pc:picChg>
        <pc:cxnChg chg="add del mod">
          <ac:chgData name="Ivan Damnjanovic" userId="ac64187cd8522d98" providerId="LiveId" clId="{91E3140C-1B53-B14B-BC23-ECF64BB0199F}" dt="2020-11-10T09:12:46.035" v="450" actId="478"/>
          <ac:cxnSpMkLst>
            <pc:docMk/>
            <pc:sldMk cId="[redacted]" sldId="351"/>
            <ac:cxnSpMk id="7" creationId="{F3C39965-C6CC-9840-96B4-6E003E83A559}"/>
          </ac:cxnSpMkLst>
        </pc:cxnChg>
      </pc:sldChg>
      <pc:sldChg chg="addSp delSp modSp new mod modClrScheme chgLayout modNotesTx">
        <pc:chgData name="Ivan Damnjanovic" userId="ac64187cd8522d98" providerId="LiveId" clId="{91E3140C-1B53-B14B-BC23-ECF64BB0199F}" dt="2020-11-10T10:34:05.611" v="4014" actId="20577"/>
        <pc:sldMkLst>
          <pc:docMk/>
          <pc:sldMk cId="[redacted]" sldId="352"/>
        </pc:sldMkLst>
        <pc:spChg chg="mod ord">
          <ac:chgData name="Ivan Damnjanovic" userId="ac64187cd8522d98" providerId="LiveId" clId="{91E3140C-1B53-B14B-BC23-ECF64BB0199F}" dt="2020-11-10T08:53:56.200" v="191"/>
          <ac:spMkLst>
            <pc:docMk/>
            <pc:sldMk cId="[redacted]" sldId="352"/>
            <ac:spMk id="2" creationId="{AF830C1A-99EF-604E-8311-80F68B597A7F}"/>
          </ac:spMkLst>
        </pc:spChg>
        <pc:spChg chg="add mod">
          <ac:chgData name="Ivan Damnjanovic" userId="ac64187cd8522d98" providerId="LiveId" clId="{91E3140C-1B53-B14B-BC23-ECF64BB0199F}" dt="2020-11-10T10:21:17.345" v="3345" actId="1036"/>
          <ac:spMkLst>
            <pc:docMk/>
            <pc:sldMk cId="[redacted]" sldId="352"/>
            <ac:spMk id="3" creationId="{39B9C2D7-A29C-AF4E-BFB7-388F62AF5B35}"/>
          </ac:spMkLst>
        </pc:spChg>
        <pc:spChg chg="add mod ord">
          <ac:chgData name="Ivan Damnjanovic" userId="ac64187cd8522d98" providerId="LiveId" clId="{91E3140C-1B53-B14B-BC23-ECF64BB0199F}" dt="2020-11-10T10:26:49.375" v="3765"/>
          <ac:spMkLst>
            <pc:docMk/>
            <pc:sldMk cId="[redacted]" sldId="352"/>
            <ac:spMk id="4" creationId="{E5B94C37-91CA-A44D-82AE-9097C68D4362}"/>
          </ac:spMkLst>
        </pc:spChg>
        <pc:spChg chg="add mod">
          <ac:chgData name="Ivan Damnjanovic" userId="ac64187cd8522d98" providerId="LiveId" clId="{91E3140C-1B53-B14B-BC23-ECF64BB0199F}" dt="2020-11-10T10:21:17.345" v="3345" actId="1036"/>
          <ac:spMkLst>
            <pc:docMk/>
            <pc:sldMk cId="[redacted]" sldId="352"/>
            <ac:spMk id="5" creationId="{1305F8B0-FE61-8143-9BD4-CADB9A5C420E}"/>
          </ac:spMkLst>
        </pc:spChg>
        <pc:spChg chg="add del mod">
          <ac:chgData name="Ivan Damnjanovic" userId="ac64187cd8522d98" providerId="LiveId" clId="{91E3140C-1B53-B14B-BC23-ECF64BB0199F}" dt="2020-11-10T10:17:33.096" v="2756" actId="478"/>
          <ac:spMkLst>
            <pc:docMk/>
            <pc:sldMk cId="[redacted]" sldId="352"/>
            <ac:spMk id="6" creationId="{5C8119A7-58F5-3343-BE7D-CC68A882B559}"/>
          </ac:spMkLst>
        </pc:spChg>
        <pc:spChg chg="add mod">
          <ac:chgData name="Ivan Damnjanovic" userId="ac64187cd8522d98" providerId="LiveId" clId="{91E3140C-1B53-B14B-BC23-ECF64BB0199F}" dt="2020-11-10T10:23:48.734" v="3664" actId="12789"/>
          <ac:spMkLst>
            <pc:docMk/>
            <pc:sldMk cId="[redacted]" sldId="352"/>
            <ac:spMk id="7" creationId="{4FBD7417-E5B7-C74D-BAEF-D522005271A1}"/>
          </ac:spMkLst>
        </pc:spChg>
        <pc:spChg chg="add mod">
          <ac:chgData name="Ivan Damnjanovic" userId="ac64187cd8522d98" providerId="LiveId" clId="{91E3140C-1B53-B14B-BC23-ECF64BB0199F}" dt="2020-11-10T10:21:17.345" v="3345" actId="1036"/>
          <ac:spMkLst>
            <pc:docMk/>
            <pc:sldMk cId="[redacted]" sldId="352"/>
            <ac:spMk id="8" creationId="{E4716F6E-C665-7F4B-A992-4DDAE482B309}"/>
          </ac:spMkLst>
        </pc:spChg>
        <pc:spChg chg="add mod">
          <ac:chgData name="Ivan Damnjanovic" userId="ac64187cd8522d98" providerId="LiveId" clId="{91E3140C-1B53-B14B-BC23-ECF64BB0199F}" dt="2020-11-10T10:21:17.345" v="3345" actId="1036"/>
          <ac:spMkLst>
            <pc:docMk/>
            <pc:sldMk cId="[redacted]" sldId="352"/>
            <ac:spMk id="9" creationId="{84F4E184-F3E1-6A49-8776-BFD55DE6C67F}"/>
          </ac:spMkLst>
        </pc:spChg>
        <pc:spChg chg="add del mod">
          <ac:chgData name="Ivan Damnjanovic" userId="ac64187cd8522d98" providerId="LiveId" clId="{91E3140C-1B53-B14B-BC23-ECF64BB0199F}" dt="2020-11-10T08:50:50.640" v="164" actId="478"/>
          <ac:spMkLst>
            <pc:docMk/>
            <pc:sldMk cId="[redacted]" sldId="352"/>
            <ac:spMk id="10" creationId="{3560BBED-B270-5B4F-8460-09BEED4F0164}"/>
          </ac:spMkLst>
        </pc:spChg>
        <pc:spChg chg="add mod">
          <ac:chgData name="Ivan Damnjanovic" userId="ac64187cd8522d98" providerId="LiveId" clId="{91E3140C-1B53-B14B-BC23-ECF64BB0199F}" dt="2020-11-10T10:21:17.345" v="3345" actId="1036"/>
          <ac:spMkLst>
            <pc:docMk/>
            <pc:sldMk cId="[redacted]" sldId="352"/>
            <ac:spMk id="11" creationId="{447C6E82-D35D-C342-A920-A5041B9BB2D7}"/>
          </ac:spMkLst>
        </pc:spChg>
        <pc:spChg chg="add del mod">
          <ac:chgData name="Ivan Damnjanovic" userId="ac64187cd8522d98" providerId="LiveId" clId="{91E3140C-1B53-B14B-BC23-ECF64BB0199F}" dt="2020-11-10T10:16:46.209" v="2685" actId="478"/>
          <ac:spMkLst>
            <pc:docMk/>
            <pc:sldMk cId="[redacted]" sldId="352"/>
            <ac:spMk id="12" creationId="{870D655F-4B6B-E84A-9748-A29183A0CAE2}"/>
          </ac:spMkLst>
        </pc:spChg>
        <pc:spChg chg="add mod">
          <ac:chgData name="Ivan Damnjanovic" userId="ac64187cd8522d98" providerId="LiveId" clId="{91E3140C-1B53-B14B-BC23-ECF64BB0199F}" dt="2020-11-10T10:34:05.611" v="4014" actId="20577"/>
          <ac:spMkLst>
            <pc:docMk/>
            <pc:sldMk cId="[redacted]" sldId="352"/>
            <ac:spMk id="13" creationId="{D01E86D6-2B05-C64E-86F7-C19B07A9A77A}"/>
          </ac:spMkLst>
        </pc:spChg>
        <pc:spChg chg="add mod">
          <ac:chgData name="Ivan Damnjanovic" userId="ac64187cd8522d98" providerId="LiveId" clId="{91E3140C-1B53-B14B-BC23-ECF64BB0199F}" dt="2020-11-10T10:21:17.345" v="3345" actId="1036"/>
          <ac:spMkLst>
            <pc:docMk/>
            <pc:sldMk cId="[redacted]" sldId="352"/>
            <ac:spMk id="14" creationId="{FE5596DB-362B-ED4E-84A4-8C1861515A8D}"/>
          </ac:spMkLst>
        </pc:spChg>
        <pc:spChg chg="add mod">
          <ac:chgData name="Ivan Damnjanovic" userId="ac64187cd8522d98" providerId="LiveId" clId="{91E3140C-1B53-B14B-BC23-ECF64BB0199F}" dt="2020-11-10T10:22:58.205" v="3644" actId="20577"/>
          <ac:spMkLst>
            <pc:docMk/>
            <pc:sldMk cId="[redacted]" sldId="352"/>
            <ac:spMk id="15" creationId="{FDC2A86A-1690-A74F-A19E-ADBAE0B3A299}"/>
          </ac:spMkLst>
        </pc:spChg>
        <pc:spChg chg="add mod">
          <ac:chgData name="Ivan Damnjanovic" userId="ac64187cd8522d98" providerId="LiveId" clId="{91E3140C-1B53-B14B-BC23-ECF64BB0199F}" dt="2020-11-10T10:30:45.734" v="3863" actId="1076"/>
          <ac:spMkLst>
            <pc:docMk/>
            <pc:sldMk cId="[redacted]" sldId="352"/>
            <ac:spMk id="16" creationId="{0E57E53C-50A5-BD4F-9957-0D0340ABCF1D}"/>
          </ac:spMkLst>
        </pc:spChg>
        <pc:spChg chg="add mod">
          <ac:chgData name="Ivan Damnjanovic" userId="ac64187cd8522d98" providerId="LiveId" clId="{91E3140C-1B53-B14B-BC23-ECF64BB0199F}" dt="2020-11-10T10:25:44.889" v="3708" actId="554"/>
          <ac:spMkLst>
            <pc:docMk/>
            <pc:sldMk cId="[redacted]" sldId="352"/>
            <ac:spMk id="17" creationId="{A5F2058D-483A-8442-ACA2-0DE8B2155778}"/>
          </ac:spMkLst>
        </pc:spChg>
        <pc:spChg chg="add mod">
          <ac:chgData name="Ivan Damnjanovic" userId="ac64187cd8522d98" providerId="LiveId" clId="{91E3140C-1B53-B14B-BC23-ECF64BB0199F}" dt="2020-11-10T10:24:11.722" v="3673" actId="20577"/>
          <ac:spMkLst>
            <pc:docMk/>
            <pc:sldMk cId="[redacted]" sldId="352"/>
            <ac:spMk id="18" creationId="{4F6508F7-DC4D-8245-BCBA-4FF9B1F03695}"/>
          </ac:spMkLst>
        </pc:spChg>
        <pc:spChg chg="add mod">
          <ac:chgData name="Ivan Damnjanovic" userId="ac64187cd8522d98" providerId="LiveId" clId="{91E3140C-1B53-B14B-BC23-ECF64BB0199F}" dt="2020-11-10T10:25:53.665" v="3710" actId="465"/>
          <ac:spMkLst>
            <pc:docMk/>
            <pc:sldMk cId="[redacted]" sldId="352"/>
            <ac:spMk id="19" creationId="{418D2E87-808A-C647-9BF0-003C87F48217}"/>
          </ac:spMkLst>
        </pc:spChg>
        <pc:spChg chg="add mod">
          <ac:chgData name="Ivan Damnjanovic" userId="ac64187cd8522d98" providerId="LiveId" clId="{91E3140C-1B53-B14B-BC23-ECF64BB0199F}" dt="2020-11-10T10:25:48.864" v="3709" actId="555"/>
          <ac:spMkLst>
            <pc:docMk/>
            <pc:sldMk cId="[redacted]" sldId="352"/>
            <ac:spMk id="20" creationId="{BFFD58C5-6B25-E048-85E1-5B0435738CBA}"/>
          </ac:spMkLst>
        </pc:spChg>
        <pc:spChg chg="add mod">
          <ac:chgData name="Ivan Damnjanovic" userId="ac64187cd8522d98" providerId="LiveId" clId="{91E3140C-1B53-B14B-BC23-ECF64BB0199F}" dt="2020-11-10T10:25:44.889" v="3708" actId="554"/>
          <ac:spMkLst>
            <pc:docMk/>
            <pc:sldMk cId="[redacted]" sldId="352"/>
            <ac:spMk id="21" creationId="{DACB02C7-09CF-5B46-9F7F-53476C32EBA5}"/>
          </ac:spMkLst>
        </pc:spChg>
        <pc:spChg chg="add mod">
          <ac:chgData name="Ivan Damnjanovic" userId="ac64187cd8522d98" providerId="LiveId" clId="{91E3140C-1B53-B14B-BC23-ECF64BB0199F}" dt="2020-11-10T10:30:17.140" v="3846" actId="1076"/>
          <ac:spMkLst>
            <pc:docMk/>
            <pc:sldMk cId="[redacted]" sldId="352"/>
            <ac:spMk id="22" creationId="{4A5F362E-8748-2E41-9E6D-4F78D1E259B1}"/>
          </ac:spMkLst>
        </pc:spChg>
        <pc:spChg chg="add mod">
          <ac:chgData name="Ivan Damnjanovic" userId="ac64187cd8522d98" providerId="LiveId" clId="{91E3140C-1B53-B14B-BC23-ECF64BB0199F}" dt="2020-11-10T10:26:00.667" v="3711" actId="465"/>
          <ac:spMkLst>
            <pc:docMk/>
            <pc:sldMk cId="[redacted]" sldId="352"/>
            <ac:spMk id="23" creationId="{A4502981-C8A0-444D-A3D5-AF0C3D4564A6}"/>
          </ac:spMkLst>
        </pc:spChg>
        <pc:spChg chg="add mod">
          <ac:chgData name="Ivan Damnjanovic" userId="ac64187cd8522d98" providerId="LiveId" clId="{91E3140C-1B53-B14B-BC23-ECF64BB0199F}" dt="2020-11-10T10:25:48.864" v="3709" actId="555"/>
          <ac:spMkLst>
            <pc:docMk/>
            <pc:sldMk cId="[redacted]" sldId="352"/>
            <ac:spMk id="24" creationId="{B79B6A4C-6B22-3441-B801-DEF4EB109C3F}"/>
          </ac:spMkLst>
        </pc:spChg>
        <pc:spChg chg="add mod">
          <ac:chgData name="Ivan Damnjanovic" userId="ac64187cd8522d98" providerId="LiveId" clId="{91E3140C-1B53-B14B-BC23-ECF64BB0199F}" dt="2020-11-10T10:25:53.665" v="3710" actId="465"/>
          <ac:spMkLst>
            <pc:docMk/>
            <pc:sldMk cId="[redacted]" sldId="352"/>
            <ac:spMk id="25" creationId="{7F907D75-E67A-9F4F-93C9-24B6E579E318}"/>
          </ac:spMkLst>
        </pc:spChg>
        <pc:cxnChg chg="add mod">
          <ac:chgData name="Ivan Damnjanovic" userId="ac64187cd8522d98" providerId="LiveId" clId="{91E3140C-1B53-B14B-BC23-ECF64BB0199F}" dt="2020-11-10T10:28:12.483" v="3781" actId="1582"/>
          <ac:cxnSpMkLst>
            <pc:docMk/>
            <pc:sldMk cId="[redacted]" sldId="352"/>
            <ac:cxnSpMk id="26" creationId="{74534944-AE72-3F4F-AB3C-5AA12E4BE584}"/>
          </ac:cxnSpMkLst>
        </pc:cxnChg>
        <pc:cxnChg chg="add mod">
          <ac:chgData name="Ivan Damnjanovic" userId="ac64187cd8522d98" providerId="LiveId" clId="{91E3140C-1B53-B14B-BC23-ECF64BB0199F}" dt="2020-11-10T10:28:20.828" v="3785" actId="14100"/>
          <ac:cxnSpMkLst>
            <pc:docMk/>
            <pc:sldMk cId="[redacted]" sldId="352"/>
            <ac:cxnSpMk id="27" creationId="{F69E3050-CA90-C945-A2BD-7A458AFF075E}"/>
          </ac:cxnSpMkLst>
        </pc:cxnChg>
        <pc:cxnChg chg="add mod">
          <ac:chgData name="Ivan Damnjanovic" userId="ac64187cd8522d98" providerId="LiveId" clId="{91E3140C-1B53-B14B-BC23-ECF64BB0199F}" dt="2020-11-10T10:28:25.430" v="3788" actId="14100"/>
          <ac:cxnSpMkLst>
            <pc:docMk/>
            <pc:sldMk cId="[redacted]" sldId="352"/>
            <ac:cxnSpMk id="30" creationId="{9992B7A3-6E12-D94E-AC24-29072B97388B}"/>
          </ac:cxnSpMkLst>
        </pc:cxnChg>
        <pc:cxnChg chg="add mod">
          <ac:chgData name="Ivan Damnjanovic" userId="ac64187cd8522d98" providerId="LiveId" clId="{91E3140C-1B53-B14B-BC23-ECF64BB0199F}" dt="2020-11-10T10:28:33.496" v="3791" actId="14100"/>
          <ac:cxnSpMkLst>
            <pc:docMk/>
            <pc:sldMk cId="[redacted]" sldId="352"/>
            <ac:cxnSpMk id="33" creationId="{13F26A3B-1A2C-9945-8FF8-CC8CAFB9B34F}"/>
          </ac:cxnSpMkLst>
        </pc:cxnChg>
        <pc:cxnChg chg="add mod">
          <ac:chgData name="Ivan Damnjanovic" userId="ac64187cd8522d98" providerId="LiveId" clId="{91E3140C-1B53-B14B-BC23-ECF64BB0199F}" dt="2020-11-10T10:28:38.956" v="3794" actId="14100"/>
          <ac:cxnSpMkLst>
            <pc:docMk/>
            <pc:sldMk cId="[redacted]" sldId="352"/>
            <ac:cxnSpMk id="36" creationId="{5E04E9DC-7724-C540-A571-6A40FD851E3D}"/>
          </ac:cxnSpMkLst>
        </pc:cxnChg>
        <pc:cxnChg chg="add mod">
          <ac:chgData name="Ivan Damnjanovic" userId="ac64187cd8522d98" providerId="LiveId" clId="{91E3140C-1B53-B14B-BC23-ECF64BB0199F}" dt="2020-11-10T10:28:43.129" v="3797" actId="14100"/>
          <ac:cxnSpMkLst>
            <pc:docMk/>
            <pc:sldMk cId="[redacted]" sldId="352"/>
            <ac:cxnSpMk id="39" creationId="{24771930-4003-F342-8EC3-05078FC570EE}"/>
          </ac:cxnSpMkLst>
        </pc:cxnChg>
        <pc:cxnChg chg="add mod">
          <ac:chgData name="Ivan Damnjanovic" userId="ac64187cd8522d98" providerId="LiveId" clId="{91E3140C-1B53-B14B-BC23-ECF64BB0199F}" dt="2020-11-10T10:28:47.518" v="3800" actId="14100"/>
          <ac:cxnSpMkLst>
            <pc:docMk/>
            <pc:sldMk cId="[redacted]" sldId="352"/>
            <ac:cxnSpMk id="42" creationId="{8699972F-7A48-CA4A-B915-CA558D276DFC}"/>
          </ac:cxnSpMkLst>
        </pc:cxnChg>
        <pc:cxnChg chg="add mod">
          <ac:chgData name="Ivan Damnjanovic" userId="ac64187cd8522d98" providerId="LiveId" clId="{91E3140C-1B53-B14B-BC23-ECF64BB0199F}" dt="2020-11-10T10:28:54.601" v="3803" actId="14100"/>
          <ac:cxnSpMkLst>
            <pc:docMk/>
            <pc:sldMk cId="[redacted]" sldId="352"/>
            <ac:cxnSpMk id="45" creationId="{2F7EA076-4679-6348-954A-E48C5F4AD365}"/>
          </ac:cxnSpMkLst>
        </pc:cxnChg>
        <pc:cxnChg chg="add del mod">
          <ac:chgData name="Ivan Damnjanovic" userId="ac64187cd8522d98" providerId="LiveId" clId="{91E3140C-1B53-B14B-BC23-ECF64BB0199F}" dt="2020-11-10T10:29:00.081" v="3805" actId="478"/>
          <ac:cxnSpMkLst>
            <pc:docMk/>
            <pc:sldMk cId="[redacted]" sldId="352"/>
            <ac:cxnSpMk id="48" creationId="{1D38032E-5F8C-6B42-B5D4-550DA18B2DA7}"/>
          </ac:cxnSpMkLst>
        </pc:cxnChg>
        <pc:cxnChg chg="add mod">
          <ac:chgData name="Ivan Damnjanovic" userId="ac64187cd8522d98" providerId="LiveId" clId="{91E3140C-1B53-B14B-BC23-ECF64BB0199F}" dt="2020-11-10T10:29:13.981" v="3808" actId="208"/>
          <ac:cxnSpMkLst>
            <pc:docMk/>
            <pc:sldMk cId="[redacted]" sldId="352"/>
            <ac:cxnSpMk id="50" creationId="{5BC053B8-3287-104E-968F-22C72D936075}"/>
          </ac:cxnSpMkLst>
        </pc:cxnChg>
        <pc:cxnChg chg="add mod">
          <ac:chgData name="Ivan Damnjanovic" userId="ac64187cd8522d98" providerId="LiveId" clId="{91E3140C-1B53-B14B-BC23-ECF64BB0199F}" dt="2020-11-10T10:30:17.140" v="3846" actId="1076"/>
          <ac:cxnSpMkLst>
            <pc:docMk/>
            <pc:sldMk cId="[redacted]" sldId="352"/>
            <ac:cxnSpMk id="51" creationId="{51D6139D-EFC0-0D4C-B9E0-3C94971F9C3B}"/>
          </ac:cxnSpMkLst>
        </pc:cxnChg>
        <pc:cxnChg chg="add mod">
          <ac:chgData name="Ivan Damnjanovic" userId="ac64187cd8522d98" providerId="LiveId" clId="{91E3140C-1B53-B14B-BC23-ECF64BB0199F}" dt="2020-11-10T10:29:24.450" v="3815" actId="14100"/>
          <ac:cxnSpMkLst>
            <pc:docMk/>
            <pc:sldMk cId="[redacted]" sldId="352"/>
            <ac:cxnSpMk id="54" creationId="{A5378B88-FF86-B049-83D7-6F1853C892ED}"/>
          </ac:cxnSpMkLst>
        </pc:cxnChg>
        <pc:cxnChg chg="add mod">
          <ac:chgData name="Ivan Damnjanovic" userId="ac64187cd8522d98" providerId="LiveId" clId="{91E3140C-1B53-B14B-BC23-ECF64BB0199F}" dt="2020-11-10T10:29:28.488" v="3818" actId="14100"/>
          <ac:cxnSpMkLst>
            <pc:docMk/>
            <pc:sldMk cId="[redacted]" sldId="352"/>
            <ac:cxnSpMk id="57" creationId="{32B086E7-DA45-E745-A51F-F7F1B400207A}"/>
          </ac:cxnSpMkLst>
        </pc:cxnChg>
        <pc:cxnChg chg="add mod">
          <ac:chgData name="Ivan Damnjanovic" userId="ac64187cd8522d98" providerId="LiveId" clId="{91E3140C-1B53-B14B-BC23-ECF64BB0199F}" dt="2020-11-10T10:29:34.003" v="3821" actId="14100"/>
          <ac:cxnSpMkLst>
            <pc:docMk/>
            <pc:sldMk cId="[redacted]" sldId="352"/>
            <ac:cxnSpMk id="60" creationId="{0BA1A2C1-6609-4C47-8A84-EC17522A3D71}"/>
          </ac:cxnSpMkLst>
        </pc:cxnChg>
        <pc:cxnChg chg="add mod">
          <ac:chgData name="Ivan Damnjanovic" userId="ac64187cd8522d98" providerId="LiveId" clId="{91E3140C-1B53-B14B-BC23-ECF64BB0199F}" dt="2020-11-10T10:30:17.140" v="3846" actId="1076"/>
          <ac:cxnSpMkLst>
            <pc:docMk/>
            <pc:sldMk cId="[redacted]" sldId="352"/>
            <ac:cxnSpMk id="63" creationId="{415C7995-70DA-2B44-A29A-31F1DF17506A}"/>
          </ac:cxnSpMkLst>
        </pc:cxnChg>
        <pc:cxnChg chg="add mod">
          <ac:chgData name="Ivan Damnjanovic" userId="ac64187cd8522d98" providerId="LiveId" clId="{91E3140C-1B53-B14B-BC23-ECF64BB0199F}" dt="2020-11-10T10:29:53.111" v="3829" actId="14100"/>
          <ac:cxnSpMkLst>
            <pc:docMk/>
            <pc:sldMk cId="[redacted]" sldId="352"/>
            <ac:cxnSpMk id="68" creationId="{3D56101F-B386-254E-BA50-DECE59E48B08}"/>
          </ac:cxnSpMkLst>
        </pc:cxnChg>
        <pc:cxnChg chg="add mod">
          <ac:chgData name="Ivan Damnjanovic" userId="ac64187cd8522d98" providerId="LiveId" clId="{91E3140C-1B53-B14B-BC23-ECF64BB0199F}" dt="2020-11-10T10:29:57.237" v="3832" actId="14100"/>
          <ac:cxnSpMkLst>
            <pc:docMk/>
            <pc:sldMk cId="[redacted]" sldId="352"/>
            <ac:cxnSpMk id="71" creationId="{233EDECC-FFB0-854A-8227-19249DB139ED}"/>
          </ac:cxnSpMkLst>
        </pc:cxnChg>
        <pc:cxnChg chg="add mod">
          <ac:chgData name="Ivan Damnjanovic" userId="ac64187cd8522d98" providerId="LiveId" clId="{91E3140C-1B53-B14B-BC23-ECF64BB0199F}" dt="2020-11-10T10:30:05.478" v="3836" actId="14100"/>
          <ac:cxnSpMkLst>
            <pc:docMk/>
            <pc:sldMk cId="[redacted]" sldId="352"/>
            <ac:cxnSpMk id="74" creationId="{FE8B77FD-888D-8242-AB7E-0239B712779F}"/>
          </ac:cxnSpMkLst>
        </pc:cxnChg>
        <pc:cxnChg chg="add mod">
          <ac:chgData name="Ivan Damnjanovic" userId="ac64187cd8522d98" providerId="LiveId" clId="{91E3140C-1B53-B14B-BC23-ECF64BB0199F}" dt="2020-11-10T10:30:08.968" v="3839" actId="14100"/>
          <ac:cxnSpMkLst>
            <pc:docMk/>
            <pc:sldMk cId="[redacted]" sldId="352"/>
            <ac:cxnSpMk id="78" creationId="{29D535C1-35D1-A846-B4C6-046B3B444F80}"/>
          </ac:cxnSpMkLst>
        </pc:cxnChg>
        <pc:cxnChg chg="add mod">
          <ac:chgData name="Ivan Damnjanovic" userId="ac64187cd8522d98" providerId="LiveId" clId="{91E3140C-1B53-B14B-BC23-ECF64BB0199F}" dt="2020-11-10T10:30:17.140" v="3846" actId="1076"/>
          <ac:cxnSpMkLst>
            <pc:docMk/>
            <pc:sldMk cId="[redacted]" sldId="352"/>
            <ac:cxnSpMk id="81" creationId="{310ED4B5-8747-5447-BDA3-40C533E9951F}"/>
          </ac:cxnSpMkLst>
        </pc:cxnChg>
        <pc:cxnChg chg="add mod">
          <ac:chgData name="Ivan Damnjanovic" userId="ac64187cd8522d98" providerId="LiveId" clId="{91E3140C-1B53-B14B-BC23-ECF64BB0199F}" dt="2020-11-10T10:30:21.200" v="3847" actId="14100"/>
          <ac:cxnSpMkLst>
            <pc:docMk/>
            <pc:sldMk cId="[redacted]" sldId="352"/>
            <ac:cxnSpMk id="84" creationId="{1A9A0BA8-B804-B04F-ACC1-830EF3D8A78E}"/>
          </ac:cxnSpMkLst>
        </pc:cxnChg>
        <pc:cxnChg chg="add mod">
          <ac:chgData name="Ivan Damnjanovic" userId="ac64187cd8522d98" providerId="LiveId" clId="{91E3140C-1B53-B14B-BC23-ECF64BB0199F}" dt="2020-11-10T10:30:25.242" v="3850" actId="14100"/>
          <ac:cxnSpMkLst>
            <pc:docMk/>
            <pc:sldMk cId="[redacted]" sldId="352"/>
            <ac:cxnSpMk id="89" creationId="{19DD8668-538A-6E45-87D3-0FEA8E643482}"/>
          </ac:cxnSpMkLst>
        </pc:cxnChg>
        <pc:cxnChg chg="add mod">
          <ac:chgData name="Ivan Damnjanovic" userId="ac64187cd8522d98" providerId="LiveId" clId="{91E3140C-1B53-B14B-BC23-ECF64BB0199F}" dt="2020-11-10T10:30:29.660" v="3853" actId="14100"/>
          <ac:cxnSpMkLst>
            <pc:docMk/>
            <pc:sldMk cId="[redacted]" sldId="352"/>
            <ac:cxnSpMk id="92" creationId="{AFE3CCB6-E7D1-6D45-892E-8A3D17DAC434}"/>
          </ac:cxnSpMkLst>
        </pc:cxnChg>
        <pc:cxnChg chg="add mod">
          <ac:chgData name="Ivan Damnjanovic" userId="ac64187cd8522d98" providerId="LiveId" clId="{91E3140C-1B53-B14B-BC23-ECF64BB0199F}" dt="2020-11-10T10:30:33.880" v="3856" actId="14100"/>
          <ac:cxnSpMkLst>
            <pc:docMk/>
            <pc:sldMk cId="[redacted]" sldId="352"/>
            <ac:cxnSpMk id="95" creationId="{2A2DEFA4-BC67-E146-B24E-67CBCFCB4823}"/>
          </ac:cxnSpMkLst>
        </pc:cxnChg>
        <pc:cxnChg chg="add mod">
          <ac:chgData name="Ivan Damnjanovic" userId="ac64187cd8522d98" providerId="LiveId" clId="{91E3140C-1B53-B14B-BC23-ECF64BB0199F}" dt="2020-11-10T10:30:37.748" v="3859" actId="14100"/>
          <ac:cxnSpMkLst>
            <pc:docMk/>
            <pc:sldMk cId="[redacted]" sldId="352"/>
            <ac:cxnSpMk id="98" creationId="{21782B07-3231-D34C-B873-3D0E90245D00}"/>
          </ac:cxnSpMkLst>
        </pc:cxnChg>
        <pc:cxnChg chg="add mod">
          <ac:chgData name="Ivan Damnjanovic" userId="ac64187cd8522d98" providerId="LiveId" clId="{91E3140C-1B53-B14B-BC23-ECF64BB0199F}" dt="2020-11-10T10:30:48.271" v="3864" actId="14100"/>
          <ac:cxnSpMkLst>
            <pc:docMk/>
            <pc:sldMk cId="[redacted]" sldId="352"/>
            <ac:cxnSpMk id="101" creationId="{A9F46C5D-574D-A94D-AEED-AC759026A613}"/>
          </ac:cxnSpMkLst>
        </pc:cxnChg>
        <pc:cxnChg chg="add mod">
          <ac:chgData name="Ivan Damnjanovic" userId="ac64187cd8522d98" providerId="LiveId" clId="{91E3140C-1B53-B14B-BC23-ECF64BB0199F}" dt="2020-11-10T10:30:54.041" v="3867" actId="14100"/>
          <ac:cxnSpMkLst>
            <pc:docMk/>
            <pc:sldMk cId="[redacted]" sldId="352"/>
            <ac:cxnSpMk id="103" creationId="{F487BCC9-4EF6-1849-98E4-2AC6173785B2}"/>
          </ac:cxnSpMkLst>
        </pc:cxnChg>
        <pc:cxnChg chg="add mod">
          <ac:chgData name="Ivan Damnjanovic" userId="ac64187cd8522d98" providerId="LiveId" clId="{91E3140C-1B53-B14B-BC23-ECF64BB0199F}" dt="2020-11-10T10:30:58.892" v="3870" actId="14100"/>
          <ac:cxnSpMkLst>
            <pc:docMk/>
            <pc:sldMk cId="[redacted]" sldId="352"/>
            <ac:cxnSpMk id="106" creationId="{AAB9B3F0-1DAE-414F-BC9B-AFB2DA7735AE}"/>
          </ac:cxnSpMkLst>
        </pc:cxnChg>
        <pc:cxnChg chg="add mod">
          <ac:chgData name="Ivan Damnjanovic" userId="ac64187cd8522d98" providerId="LiveId" clId="{91E3140C-1B53-B14B-BC23-ECF64BB0199F}" dt="2020-11-10T10:31:05.425" v="3875" actId="14100"/>
          <ac:cxnSpMkLst>
            <pc:docMk/>
            <pc:sldMk cId="[redacted]" sldId="352"/>
            <ac:cxnSpMk id="109" creationId="{59C95BB2-580F-6045-A0D4-1720432E1DFD}"/>
          </ac:cxnSpMkLst>
        </pc:cxnChg>
      </pc:sldChg>
      <pc:sldMasterChg chg="modSp modSldLayout">
        <pc:chgData name="Ivan Damnjanovic" userId="ac64187cd8522d98" providerId="LiveId" clId="{91E3140C-1B53-B14B-BC23-ECF64BB0199F}" dt="2020-11-10T08:53:56.200" v="191"/>
        <pc:sldMasterMkLst>
          <pc:docMk/>
          <pc:sldMasterMk cId="1082210236" sldId="[redacted]"/>
        </pc:sldMasterMkLst>
        <pc:spChg chg="mod">
          <ac:chgData name="Ivan Damnjanovic" userId="ac64187cd8522d98" providerId="LiveId" clId="{91E3140C-1B53-B14B-BC23-ECF64BB0199F}" dt="2020-11-10T08:53:56.200" v="191"/>
          <ac:spMkLst>
            <pc:docMk/>
            <pc:sldMasterMk cId="1082210236" sldId="[redacted]"/>
            <ac:spMk id="2" creationId="{AA99DB1C-FC23-413E-8743-D7E0ABA35573}"/>
          </ac:spMkLst>
        </pc:spChg>
        <pc:spChg chg="mod">
          <ac:chgData name="Ivan Damnjanovic" userId="ac64187cd8522d98" providerId="LiveId" clId="{91E3140C-1B53-B14B-BC23-ECF64BB0199F}" dt="2020-11-10T08:53:56.200" v="191"/>
          <ac:spMkLst>
            <pc:docMk/>
            <pc:sldMasterMk cId="1082210236" sldId="[redacted]"/>
            <ac:spMk id="3" creationId="{703C863E-4EF3-4C2B-8FAC-E4E70EDCD8F3}"/>
          </ac:spMkLst>
        </pc:spChg>
        <pc:spChg chg="mod">
          <ac:chgData name="Ivan Damnjanovic" userId="ac64187cd8522d98" providerId="LiveId" clId="{91E3140C-1B53-B14B-BC23-ECF64BB0199F}" dt="2020-11-10T08:53:56.200" v="191"/>
          <ac:spMkLst>
            <pc:docMk/>
            <pc:sldMasterMk cId="1082210236" sldId="[redacted]"/>
            <ac:spMk id="4" creationId="{C0ACA65B-2F43-46D1-8D43-850C8F62D8B8}"/>
          </ac:spMkLst>
        </pc:spChg>
        <pc:spChg chg="mod">
          <ac:chgData name="Ivan Damnjanovic" userId="ac64187cd8522d98" providerId="LiveId" clId="{91E3140C-1B53-B14B-BC23-ECF64BB0199F}" dt="2020-11-10T08:53:56.200" v="191"/>
          <ac:spMkLst>
            <pc:docMk/>
            <pc:sldMasterMk cId="1082210236" sldId="[redacted]"/>
            <ac:spMk id="5" creationId="{0E07D30D-B5B1-40D4-A056-30060BBBB7C5}"/>
          </ac:spMkLst>
        </pc:spChg>
        <pc:spChg chg="mod">
          <ac:chgData name="Ivan Damnjanovic" userId="ac64187cd8522d98" providerId="LiveId" clId="{91E3140C-1B53-B14B-BC23-ECF64BB0199F}" dt="2020-11-10T08:53:56.200" v="191"/>
          <ac:spMkLst>
            <pc:docMk/>
            <pc:sldMasterMk cId="1082210236" sldId="[redacted]"/>
            <ac:spMk id="6" creationId="{17E3D8C2-4B34-4DC5-94B5-E417F9F44833}"/>
          </ac:spMkLst>
        </pc:spChg>
        <pc:spChg chg="mod">
          <ac:chgData name="Ivan Damnjanovic" userId="ac64187cd8522d98" providerId="LiveId" clId="{91E3140C-1B53-B14B-BC23-ECF64BB0199F}" dt="2020-11-10T08:53:56.200" v="191"/>
          <ac:spMkLst>
            <pc:docMk/>
            <pc:sldMasterMk cId="1082210236" sldId="[redacted]"/>
            <ac:spMk id="18" creationId="{8433B32D-D073-4329-8F3E-569DA09C1396}"/>
          </ac:spMkLst>
        </pc:spChg>
        <pc:spChg chg="mod">
          <ac:chgData name="Ivan Damnjanovic" userId="ac64187cd8522d98" providerId="LiveId" clId="{91E3140C-1B53-B14B-BC23-ECF64BB0199F}" dt="2020-11-10T08:53:56.200" v="191"/>
          <ac:spMkLst>
            <pc:docMk/>
            <pc:sldMasterMk cId="1082210236" sldId="[redacted]"/>
            <ac:spMk id="19" creationId="{00D9B052-7DB6-4B15-B6FF-545F135B32E8}"/>
          </ac:spMkLst>
        </pc:spChg>
        <pc:spChg chg="mod">
          <ac:chgData name="Ivan Damnjanovic" userId="ac64187cd8522d98" providerId="LiveId" clId="{91E3140C-1B53-B14B-BC23-ECF64BB0199F}" dt="2020-11-10T08:53:56.200" v="191"/>
          <ac:spMkLst>
            <pc:docMk/>
            <pc:sldMasterMk cId="1082210236" sldId="[redacted]"/>
            <ac:spMk id="20" creationId="{12F7481D-3D5E-4C9C-B4E6-089A4B3CD0FE}"/>
          </ac:spMkLst>
        </pc:spChg>
        <pc:spChg chg="mod">
          <ac:chgData name="Ivan Damnjanovic" userId="ac64187cd8522d98" providerId="LiveId" clId="{91E3140C-1B53-B14B-BC23-ECF64BB0199F}" dt="2020-11-10T08:53:56.200" v="191"/>
          <ac:spMkLst>
            <pc:docMk/>
            <pc:sldMasterMk cId="1082210236" sldId="[redacted]"/>
            <ac:spMk id="21" creationId="{4C74C814-2B5F-41D1-81D6-2EE12046CE89}"/>
          </ac:spMkLst>
        </pc:spChg>
        <pc:spChg chg="mod">
          <ac:chgData name="Ivan Damnjanovic" userId="ac64187cd8522d98" providerId="LiveId" clId="{91E3140C-1B53-B14B-BC23-ECF64BB0199F}" dt="2020-11-10T08:53:56.200" v="191"/>
          <ac:spMkLst>
            <pc:docMk/>
            <pc:sldMasterMk cId="1082210236" sldId="[redacted]"/>
            <ac:spMk id="22" creationId="{4D5B4FE1-E832-44F0-B422-BA8A7FDDCC84}"/>
          </ac:spMkLst>
        </pc:spChg>
        <pc:spChg chg="mod">
          <ac:chgData name="Ivan Damnjanovic" userId="ac64187cd8522d98" providerId="LiveId" clId="{91E3140C-1B53-B14B-BC23-ECF64BB0199F}" dt="2020-11-10T08:53:56.200" v="191"/>
          <ac:spMkLst>
            <pc:docMk/>
            <pc:sldMasterMk cId="1082210236" sldId="[redacted]"/>
            <ac:spMk id="23" creationId="{8EAC12B8-A98E-4599-9861-569B4CBB6478}"/>
          </ac:spMkLst>
        </pc:spChg>
        <pc:spChg chg="mod">
          <ac:chgData name="Ivan Damnjanovic" userId="ac64187cd8522d98" providerId="LiveId" clId="{91E3140C-1B53-B14B-BC23-ECF64BB0199F}" dt="2020-11-10T08:53:56.200" v="191"/>
          <ac:spMkLst>
            <pc:docMk/>
            <pc:sldMasterMk cId="1082210236" sldId="[redacted]"/>
            <ac:spMk id="24" creationId="{E36E53A4-747F-4BF3-9E0B-AC4C82B5ADC2}"/>
          </ac:spMkLst>
        </pc:spChg>
        <pc:spChg chg="mod">
          <ac:chgData name="Ivan Damnjanovic" userId="ac64187cd8522d98" providerId="LiveId" clId="{91E3140C-1B53-B14B-BC23-ECF64BB0199F}" dt="2020-11-10T08:53:56.200" v="191"/>
          <ac:spMkLst>
            <pc:docMk/>
            <pc:sldMasterMk cId="1082210236" sldId="[redacted]"/>
            <ac:spMk id="25" creationId="{AC9FF9C6-A3B2-45BE-B080-F011C39428B1}"/>
          </ac:spMkLst>
        </pc:spChg>
        <pc:spChg chg="mod">
          <ac:chgData name="Ivan Damnjanovic" userId="ac64187cd8522d98" providerId="LiveId" clId="{91E3140C-1B53-B14B-BC23-ECF64BB0199F}" dt="2020-11-10T08:53:56.200" v="191"/>
          <ac:spMkLst>
            <pc:docMk/>
            <pc:sldMasterMk cId="1082210236" sldId="[redacted]"/>
            <ac:spMk id="26" creationId="{03B1344B-E671-45B0-AE22-BC4FFBF3DF5B}"/>
          </ac:spMkLst>
        </pc:spChg>
        <pc:spChg chg="mod">
          <ac:chgData name="Ivan Damnjanovic" userId="ac64187cd8522d98" providerId="LiveId" clId="{91E3140C-1B53-B14B-BC23-ECF64BB0199F}" dt="2020-11-10T08:53:56.200" v="191"/>
          <ac:spMkLst>
            <pc:docMk/>
            <pc:sldMasterMk cId="1082210236" sldId="[redacted]"/>
            <ac:spMk id="27" creationId="{A1EC59C0-EDA2-4C3F-A2A0-922328356DC5}"/>
          </ac:spMkLst>
        </pc:spChg>
        <pc:spChg chg="mod">
          <ac:chgData name="Ivan Damnjanovic" userId="ac64187cd8522d98" providerId="LiveId" clId="{91E3140C-1B53-B14B-BC23-ECF64BB0199F}" dt="2020-11-10T08:53:56.200" v="191"/>
          <ac:spMkLst>
            <pc:docMk/>
            <pc:sldMasterMk cId="1082210236" sldId="[redacted]"/>
            <ac:spMk id="28" creationId="{41BF7E37-4FBB-4C9F-9FAE-26062C9813C4}"/>
          </ac:spMkLst>
        </pc:spChg>
        <pc:spChg chg="mod">
          <ac:chgData name="Ivan Damnjanovic" userId="ac64187cd8522d98" providerId="LiveId" clId="{91E3140C-1B53-B14B-BC23-ECF64BB0199F}" dt="2020-11-10T08:53:56.200" v="191"/>
          <ac:spMkLst>
            <pc:docMk/>
            <pc:sldMasterMk cId="1082210236" sldId="[redacted]"/>
            <ac:spMk id="29" creationId="{3B3EF867-2744-40F4-A620-DFC8ADE42523}"/>
          </ac:spMkLst>
        </pc:spChg>
        <pc:spChg chg="mod">
          <ac:chgData name="Ivan Damnjanovic" userId="ac64187cd8522d98" providerId="LiveId" clId="{91E3140C-1B53-B14B-BC23-ECF64BB0199F}" dt="2020-11-10T08:53:56.200" v="191"/>
          <ac:spMkLst>
            <pc:docMk/>
            <pc:sldMasterMk cId="1082210236" sldId="[redacted]"/>
            <ac:spMk id="30" creationId="{226DA764-8F56-4E87-88DC-4EE41028741A}"/>
          </ac:spMkLst>
        </pc:spChg>
        <pc:spChg chg="mod">
          <ac:chgData name="Ivan Damnjanovic" userId="ac64187cd8522d98" providerId="LiveId" clId="{91E3140C-1B53-B14B-BC23-ECF64BB0199F}" dt="2020-11-10T08:53:56.200" v="191"/>
          <ac:spMkLst>
            <pc:docMk/>
            <pc:sldMasterMk cId="1082210236" sldId="[redacted]"/>
            <ac:spMk id="31" creationId="{5362BA3D-7754-42BB-8E1A-E220DC52B643}"/>
          </ac:spMkLst>
        </pc:spChg>
        <pc:spChg chg="mod">
          <ac:chgData name="Ivan Damnjanovic" userId="ac64187cd8522d98" providerId="LiveId" clId="{91E3140C-1B53-B14B-BC23-ECF64BB0199F}" dt="2020-11-10T08:53:56.200" v="191"/>
          <ac:spMkLst>
            <pc:docMk/>
            <pc:sldMasterMk cId="1082210236" sldId="[redacted]"/>
            <ac:spMk id="32" creationId="{3BBC99C0-51CB-4929-8668-87F4541426A5}"/>
          </ac:spMkLst>
        </pc:spChg>
        <pc:spChg chg="mod">
          <ac:chgData name="Ivan Damnjanovic" userId="ac64187cd8522d98" providerId="LiveId" clId="{91E3140C-1B53-B14B-BC23-ECF64BB0199F}" dt="2020-11-10T08:53:56.200" v="191"/>
          <ac:spMkLst>
            <pc:docMk/>
            <pc:sldMasterMk cId="1082210236" sldId="[redacted]"/>
            <ac:spMk id="33" creationId="{C487F56A-E67F-4A83-A7B7-B85F8ED0881E}"/>
          </ac:spMkLst>
        </pc:spChg>
        <pc:spChg chg="mod">
          <ac:chgData name="Ivan Damnjanovic" userId="ac64187cd8522d98" providerId="LiveId" clId="{91E3140C-1B53-B14B-BC23-ECF64BB0199F}" dt="2020-11-10T08:53:56.200" v="191"/>
          <ac:spMkLst>
            <pc:docMk/>
            <pc:sldMasterMk cId="1082210236" sldId="[redacted]"/>
            <ac:spMk id="34" creationId="{C1DC9492-BA14-44F2-B21E-154AF54A3013}"/>
          </ac:spMkLst>
        </pc:spChg>
        <pc:spChg chg="mod">
          <ac:chgData name="Ivan Damnjanovic" userId="ac64187cd8522d98" providerId="LiveId" clId="{91E3140C-1B53-B14B-BC23-ECF64BB0199F}" dt="2020-11-10T08:53:56.200" v="191"/>
          <ac:spMkLst>
            <pc:docMk/>
            <pc:sldMasterMk cId="1082210236" sldId="[redacted]"/>
            <ac:spMk id="35" creationId="{38211917-F988-4176-AD43-C9CE80F88BC7}"/>
          </ac:spMkLst>
        </pc:spChg>
        <pc:spChg chg="mod">
          <ac:chgData name="Ivan Damnjanovic" userId="ac64187cd8522d98" providerId="LiveId" clId="{91E3140C-1B53-B14B-BC23-ECF64BB0199F}" dt="2020-11-10T08:53:56.200" v="191"/>
          <ac:spMkLst>
            <pc:docMk/>
            <pc:sldMasterMk cId="1082210236" sldId="[redacted]"/>
            <ac:spMk id="36" creationId="{1849CB2C-AF33-4F6C-B068-E0C8AB92FBBB}"/>
          </ac:spMkLst>
        </pc:spChg>
        <pc:spChg chg="mod">
          <ac:chgData name="Ivan Damnjanovic" userId="ac64187cd8522d98" providerId="LiveId" clId="{91E3140C-1B53-B14B-BC23-ECF64BB0199F}" dt="2020-11-10T08:53:56.200" v="191"/>
          <ac:spMkLst>
            <pc:docMk/>
            <pc:sldMasterMk cId="1082210236" sldId="[redacted]"/>
            <ac:spMk id="37" creationId="{465CA28A-6176-4862-8532-D10B4A42D081}"/>
          </ac:spMkLst>
        </pc:spChg>
        <pc:spChg chg="mod">
          <ac:chgData name="Ivan Damnjanovic" userId="ac64187cd8522d98" providerId="LiveId" clId="{91E3140C-1B53-B14B-BC23-ECF64BB0199F}" dt="2020-11-10T08:53:56.200" v="191"/>
          <ac:spMkLst>
            <pc:docMk/>
            <pc:sldMasterMk cId="1082210236" sldId="[redacted]"/>
            <ac:spMk id="38" creationId="{2CDEC96C-9A7C-4EEE-AC6D-AAC3F7A323D1}"/>
          </ac:spMkLst>
        </pc:spChg>
        <pc:spChg chg="mod">
          <ac:chgData name="Ivan Damnjanovic" userId="ac64187cd8522d98" providerId="LiveId" clId="{91E3140C-1B53-B14B-BC23-ECF64BB0199F}" dt="2020-11-10T08:53:56.200" v="191"/>
          <ac:spMkLst>
            <pc:docMk/>
            <pc:sldMasterMk cId="1082210236" sldId="[redacted]"/>
            <ac:spMk id="39" creationId="{EE0CC441-3F71-4C1C-B9A2-FDB787351E2D}"/>
          </ac:spMkLst>
        </pc:spChg>
        <pc:spChg chg="mod">
          <ac:chgData name="Ivan Damnjanovic" userId="ac64187cd8522d98" providerId="LiveId" clId="{91E3140C-1B53-B14B-BC23-ECF64BB0199F}" dt="2020-11-10T08:53:56.200" v="191"/>
          <ac:spMkLst>
            <pc:docMk/>
            <pc:sldMasterMk cId="1082210236" sldId="[redacted]"/>
            <ac:spMk id="40" creationId="{D803FBCB-2791-4362-91D6-B2B2DDB6CEF1}"/>
          </ac:spMkLst>
        </pc:spChg>
        <pc:spChg chg="mod">
          <ac:chgData name="Ivan Damnjanovic" userId="ac64187cd8522d98" providerId="LiveId" clId="{91E3140C-1B53-B14B-BC23-ECF64BB0199F}" dt="2020-11-10T08:53:56.200" v="191"/>
          <ac:spMkLst>
            <pc:docMk/>
            <pc:sldMasterMk cId="1082210236" sldId="[redacted]"/>
            <ac:spMk id="41" creationId="{E65B033E-A002-4124-BF85-AB34D4327ED8}"/>
          </ac:spMkLst>
        </pc:spChg>
        <pc:spChg chg="mod">
          <ac:chgData name="Ivan Damnjanovic" userId="ac64187cd8522d98" providerId="LiveId" clId="{91E3140C-1B53-B14B-BC23-ECF64BB0199F}" dt="2020-11-10T08:53:56.200" v="191"/>
          <ac:spMkLst>
            <pc:docMk/>
            <pc:sldMasterMk cId="1082210236" sldId="[redacted]"/>
            <ac:spMk id="42" creationId="{5D7A1280-DD8B-402D-ACC2-B6D872867EC3}"/>
          </ac:spMkLst>
        </pc:spChg>
        <pc:spChg chg="mod">
          <ac:chgData name="Ivan Damnjanovic" userId="ac64187cd8522d98" providerId="LiveId" clId="{91E3140C-1B53-B14B-BC23-ECF64BB0199F}" dt="2020-11-10T08:53:56.200" v="191"/>
          <ac:spMkLst>
            <pc:docMk/>
            <pc:sldMasterMk cId="1082210236" sldId="[redacted]"/>
            <ac:spMk id="43" creationId="{E3DC474A-9A49-47C6-B7C7-7C57469FDF14}"/>
          </ac:spMkLst>
        </pc:spChg>
        <pc:spChg chg="mod">
          <ac:chgData name="Ivan Damnjanovic" userId="ac64187cd8522d98" providerId="LiveId" clId="{91E3140C-1B53-B14B-BC23-ECF64BB0199F}" dt="2020-11-10T08:53:56.200" v="191"/>
          <ac:spMkLst>
            <pc:docMk/>
            <pc:sldMasterMk cId="1082210236" sldId="[redacted]"/>
            <ac:spMk id="44" creationId="{136460F8-2821-469A-BFE7-B6192CCC3799}"/>
          </ac:spMkLst>
        </pc:spChg>
        <pc:spChg chg="mod">
          <ac:chgData name="Ivan Damnjanovic" userId="ac64187cd8522d98" providerId="LiveId" clId="{91E3140C-1B53-B14B-BC23-ECF64BB0199F}" dt="2020-11-10T08:53:56.200" v="191"/>
          <ac:spMkLst>
            <pc:docMk/>
            <pc:sldMasterMk cId="1082210236" sldId="[redacted]"/>
            <ac:spMk id="45" creationId="{E04491EA-7DDD-4A57-AFEC-29EF162D1087}"/>
          </ac:spMkLst>
        </pc:spChg>
        <pc:spChg chg="mod">
          <ac:chgData name="Ivan Damnjanovic" userId="ac64187cd8522d98" providerId="LiveId" clId="{91E3140C-1B53-B14B-BC23-ECF64BB0199F}" dt="2020-11-10T08:53:56.200" v="191"/>
          <ac:spMkLst>
            <pc:docMk/>
            <pc:sldMasterMk cId="1082210236" sldId="[redacted]"/>
            <ac:spMk id="46" creationId="{EE2C54BB-991C-4918-8728-CADCF728218A}"/>
          </ac:spMkLst>
        </pc:spChg>
        <pc:spChg chg="mod">
          <ac:chgData name="Ivan Damnjanovic" userId="ac64187cd8522d98" providerId="LiveId" clId="{91E3140C-1B53-B14B-BC23-ECF64BB0199F}" dt="2020-11-10T08:53:56.200" v="191"/>
          <ac:spMkLst>
            <pc:docMk/>
            <pc:sldMasterMk cId="1082210236" sldId="[redacted]"/>
            <ac:spMk id="47" creationId="{C275593E-7B55-4AA5-ACBB-95EA9E407B7C}"/>
          </ac:spMkLst>
        </pc:spChg>
        <pc:spChg chg="mod">
          <ac:chgData name="Ivan Damnjanovic" userId="ac64187cd8522d98" providerId="LiveId" clId="{91E3140C-1B53-B14B-BC23-ECF64BB0199F}" dt="2020-11-10T08:53:56.200" v="191"/>
          <ac:spMkLst>
            <pc:docMk/>
            <pc:sldMasterMk cId="1082210236" sldId="[redacted]"/>
            <ac:spMk id="48" creationId="{52E0A10E-2F6F-4AB5-9FCE-FBE966F394CF}"/>
          </ac:spMkLst>
        </pc:spChg>
        <pc:spChg chg="mod">
          <ac:chgData name="Ivan Damnjanovic" userId="ac64187cd8522d98" providerId="LiveId" clId="{91E3140C-1B53-B14B-BC23-ECF64BB0199F}" dt="2020-11-10T08:53:56.200" v="191"/>
          <ac:spMkLst>
            <pc:docMk/>
            <pc:sldMasterMk cId="1082210236" sldId="[redacted]"/>
            <ac:spMk id="49" creationId="{45957082-9F8F-4C32-BBF1-1FF6083EEF9B}"/>
          </ac:spMkLst>
        </pc:spChg>
        <pc:spChg chg="mod">
          <ac:chgData name="Ivan Damnjanovic" userId="ac64187cd8522d98" providerId="LiveId" clId="{91E3140C-1B53-B14B-BC23-ECF64BB0199F}" dt="2020-11-10T08:53:56.200" v="191"/>
          <ac:spMkLst>
            <pc:docMk/>
            <pc:sldMasterMk cId="1082210236" sldId="[redacted]"/>
            <ac:spMk id="50" creationId="{B8528931-C518-4C0D-B987-928057FD0B22}"/>
          </ac:spMkLst>
        </pc:spChg>
        <pc:spChg chg="mod">
          <ac:chgData name="Ivan Damnjanovic" userId="ac64187cd8522d98" providerId="LiveId" clId="{91E3140C-1B53-B14B-BC23-ECF64BB0199F}" dt="2020-11-10T08:53:56.200" v="191"/>
          <ac:spMkLst>
            <pc:docMk/>
            <pc:sldMasterMk cId="1082210236" sldId="[redacted]"/>
            <ac:spMk id="51" creationId="{F0739537-1EAF-46E1-9111-5BAA5513704B}"/>
          </ac:spMkLst>
        </pc:spChg>
        <pc:spChg chg="mod">
          <ac:chgData name="Ivan Damnjanovic" userId="ac64187cd8522d98" providerId="LiveId" clId="{91E3140C-1B53-B14B-BC23-ECF64BB0199F}" dt="2020-11-10T08:53:56.200" v="191"/>
          <ac:spMkLst>
            <pc:docMk/>
            <pc:sldMasterMk cId="1082210236" sldId="[redacted]"/>
            <ac:spMk id="52" creationId="{ED69CFAF-7806-42CF-95B7-5400E171C122}"/>
          </ac:spMkLst>
        </pc:spChg>
        <pc:spChg chg="mod">
          <ac:chgData name="Ivan Damnjanovic" userId="ac64187cd8522d98" providerId="LiveId" clId="{91E3140C-1B53-B14B-BC23-ECF64BB0199F}" dt="2020-11-10T08:53:56.200" v="191"/>
          <ac:spMkLst>
            <pc:docMk/>
            <pc:sldMasterMk cId="1082210236" sldId="[redacted]"/>
            <ac:spMk id="53" creationId="{97CB6B00-3AFE-4CD1-B5EA-517A5BF6287F}"/>
          </ac:spMkLst>
        </pc:spChg>
        <pc:spChg chg="mod">
          <ac:chgData name="Ivan Damnjanovic" userId="ac64187cd8522d98" providerId="LiveId" clId="{91E3140C-1B53-B14B-BC23-ECF64BB0199F}" dt="2020-11-10T08:53:56.200" v="191"/>
          <ac:spMkLst>
            <pc:docMk/>
            <pc:sldMasterMk cId="1082210236" sldId="[redacted]"/>
            <ac:spMk id="54" creationId="{F3A0A2CC-86F6-4F44-942E-3F7EA0FDBF49}"/>
          </ac:spMkLst>
        </pc:spChg>
        <pc:spChg chg="mod">
          <ac:chgData name="Ivan Damnjanovic" userId="ac64187cd8522d98" providerId="LiveId" clId="{91E3140C-1B53-B14B-BC23-ECF64BB0199F}" dt="2020-11-10T08:53:56.200" v="191"/>
          <ac:spMkLst>
            <pc:docMk/>
            <pc:sldMasterMk cId="1082210236" sldId="[redacted]"/>
            <ac:spMk id="55" creationId="{87F31D15-1E68-4632-ADDF-FCD73B8AC947}"/>
          </ac:spMkLst>
        </pc:spChg>
        <pc:spChg chg="mod">
          <ac:chgData name="Ivan Damnjanovic" userId="ac64187cd8522d98" providerId="LiveId" clId="{91E3140C-1B53-B14B-BC23-ECF64BB0199F}" dt="2020-11-10T08:53:56.200" v="191"/>
          <ac:spMkLst>
            <pc:docMk/>
            <pc:sldMasterMk cId="1082210236" sldId="[redacted]"/>
            <ac:spMk id="56" creationId="{986E7C42-DB94-4098-AFEC-32B00B8D1C30}"/>
          </ac:spMkLst>
        </pc:spChg>
        <pc:spChg chg="mod">
          <ac:chgData name="Ivan Damnjanovic" userId="ac64187cd8522d98" providerId="LiveId" clId="{91E3140C-1B53-B14B-BC23-ECF64BB0199F}" dt="2020-11-10T08:53:56.200" v="191"/>
          <ac:spMkLst>
            <pc:docMk/>
            <pc:sldMasterMk cId="1082210236" sldId="[redacted]"/>
            <ac:spMk id="57" creationId="{99670FBB-C88E-4922-AD97-9D0D6604181C}"/>
          </ac:spMkLst>
        </pc:spChg>
        <pc:spChg chg="mod">
          <ac:chgData name="Ivan Damnjanovic" userId="ac64187cd8522d98" providerId="LiveId" clId="{91E3140C-1B53-B14B-BC23-ECF64BB0199F}" dt="2020-11-10T08:53:56.200" v="191"/>
          <ac:spMkLst>
            <pc:docMk/>
            <pc:sldMasterMk cId="1082210236" sldId="[redacted]"/>
            <ac:spMk id="69" creationId="{F8F96BB0-68AC-4EAF-BACF-9660DCEEC292}"/>
          </ac:spMkLst>
        </pc:spChg>
        <pc:spChg chg="mod">
          <ac:chgData name="Ivan Damnjanovic" userId="ac64187cd8522d98" providerId="LiveId" clId="{91E3140C-1B53-B14B-BC23-ECF64BB0199F}" dt="2020-11-10T08:53:56.200" v="191"/>
          <ac:spMkLst>
            <pc:docMk/>
            <pc:sldMasterMk cId="1082210236" sldId="[redacted]"/>
            <ac:spMk id="70" creationId="{D72857F7-68E2-4E17-8682-1B8892E94180}"/>
          </ac:spMkLst>
        </pc:spChg>
        <pc:spChg chg="mod">
          <ac:chgData name="Ivan Damnjanovic" userId="ac64187cd8522d98" providerId="LiveId" clId="{91E3140C-1B53-B14B-BC23-ECF64BB0199F}" dt="2020-11-10T08:53:56.200" v="191"/>
          <ac:spMkLst>
            <pc:docMk/>
            <pc:sldMasterMk cId="1082210236" sldId="[redacted]"/>
            <ac:spMk id="71" creationId="{8C3A1236-314D-479B-A3CD-FB3181ADAA73}"/>
          </ac:spMkLst>
        </pc:spChg>
        <pc:spChg chg="mod">
          <ac:chgData name="Ivan Damnjanovic" userId="ac64187cd8522d98" providerId="LiveId" clId="{91E3140C-1B53-B14B-BC23-ECF64BB0199F}" dt="2020-11-10T08:53:56.200" v="191"/>
          <ac:spMkLst>
            <pc:docMk/>
            <pc:sldMasterMk cId="1082210236" sldId="[redacted]"/>
            <ac:spMk id="72" creationId="{C0F20A6E-645F-4A6C-9B37-8D50CAB105F7}"/>
          </ac:spMkLst>
        </pc:spChg>
        <pc:spChg chg="mod">
          <ac:chgData name="Ivan Damnjanovic" userId="ac64187cd8522d98" providerId="LiveId" clId="{91E3140C-1B53-B14B-BC23-ECF64BB0199F}" dt="2020-11-10T08:53:56.200" v="191"/>
          <ac:spMkLst>
            <pc:docMk/>
            <pc:sldMasterMk cId="1082210236" sldId="[redacted]"/>
            <ac:spMk id="85" creationId="{26EDFF16-191F-4587-8265-C8E331C9220D}"/>
          </ac:spMkLst>
        </pc:spChg>
        <pc:spChg chg="mod">
          <ac:chgData name="Ivan Damnjanovic" userId="ac64187cd8522d98" providerId="LiveId" clId="{91E3140C-1B53-B14B-BC23-ECF64BB0199F}" dt="2020-11-10T08:53:56.200" v="191"/>
          <ac:spMkLst>
            <pc:docMk/>
            <pc:sldMasterMk cId="1082210236" sldId="[redacted]"/>
            <ac:spMk id="86" creationId="{E2B3D077-D8AE-466F-A54E-DE929ECD1474}"/>
          </ac:spMkLst>
        </pc:spChg>
        <pc:spChg chg="mod">
          <ac:chgData name="Ivan Damnjanovic" userId="ac64187cd8522d98" providerId="LiveId" clId="{91E3140C-1B53-B14B-BC23-ECF64BB0199F}" dt="2020-11-10T08:53:56.200" v="191"/>
          <ac:spMkLst>
            <pc:docMk/>
            <pc:sldMasterMk cId="1082210236" sldId="[redacted]"/>
            <ac:spMk id="87" creationId="{70A1A91A-E13E-4129-B82C-30076AFE52F9}"/>
          </ac:spMkLst>
        </pc:spChg>
        <pc:spChg chg="mod">
          <ac:chgData name="Ivan Damnjanovic" userId="ac64187cd8522d98" providerId="LiveId" clId="{91E3140C-1B53-B14B-BC23-ECF64BB0199F}" dt="2020-11-10T08:53:56.200" v="191"/>
          <ac:spMkLst>
            <pc:docMk/>
            <pc:sldMasterMk cId="1082210236" sldId="[redacted]"/>
            <ac:spMk id="88" creationId="{9611691E-15DC-4AEA-B0BB-EE53DB5203D3}"/>
          </ac:spMkLst>
        </pc:spChg>
        <pc:spChg chg="mod">
          <ac:chgData name="Ivan Damnjanovic" userId="ac64187cd8522d98" providerId="LiveId" clId="{91E3140C-1B53-B14B-BC23-ECF64BB0199F}" dt="2020-11-10T08:53:56.200" v="191"/>
          <ac:spMkLst>
            <pc:docMk/>
            <pc:sldMasterMk cId="1082210236" sldId="[redacted]"/>
            <ac:spMk id="93" creationId="{AD0FC914-6908-4C97-948A-2A51B189E397}"/>
          </ac:spMkLst>
        </pc:spChg>
        <pc:spChg chg="mod">
          <ac:chgData name="Ivan Damnjanovic" userId="ac64187cd8522d98" providerId="LiveId" clId="{91E3140C-1B53-B14B-BC23-ECF64BB0199F}" dt="2020-11-10T08:53:56.200" v="191"/>
          <ac:spMkLst>
            <pc:docMk/>
            <pc:sldMasterMk cId="1082210236" sldId="[redacted]"/>
            <ac:spMk id="94" creationId="{70006442-1A25-47EB-9BC5-7FAA6CF9A90D}"/>
          </ac:spMkLst>
        </pc:spChg>
        <pc:spChg chg="mod">
          <ac:chgData name="Ivan Damnjanovic" userId="ac64187cd8522d98" providerId="LiveId" clId="{91E3140C-1B53-B14B-BC23-ECF64BB0199F}" dt="2020-11-10T08:53:56.200" v="191"/>
          <ac:spMkLst>
            <pc:docMk/>
            <pc:sldMasterMk cId="1082210236" sldId="[redacted]"/>
            <ac:spMk id="95" creationId="{D4BD0E7A-2FE0-46B3-9977-CEC7A3AA5735}"/>
          </ac:spMkLst>
        </pc:spChg>
        <pc:spChg chg="mod">
          <ac:chgData name="Ivan Damnjanovic" userId="ac64187cd8522d98" providerId="LiveId" clId="{91E3140C-1B53-B14B-BC23-ECF64BB0199F}" dt="2020-11-10T08:53:56.200" v="191"/>
          <ac:spMkLst>
            <pc:docMk/>
            <pc:sldMasterMk cId="1082210236" sldId="[redacted]"/>
            <ac:spMk id="96" creationId="{5BE5941F-FEDC-4AA8-93C7-213B6CDCA476}"/>
          </ac:spMkLst>
        </pc:spChg>
        <pc:spChg chg="mod">
          <ac:chgData name="Ivan Damnjanovic" userId="ac64187cd8522d98" providerId="LiveId" clId="{91E3140C-1B53-B14B-BC23-ECF64BB0199F}" dt="2020-11-10T08:53:56.200" v="191"/>
          <ac:spMkLst>
            <pc:docMk/>
            <pc:sldMasterMk cId="1082210236" sldId="[redacted]"/>
            <ac:spMk id="97" creationId="{7894A9B3-FC9B-4EF6-8A92-CBECA7516E34}"/>
          </ac:spMkLst>
        </pc:spChg>
        <pc:spChg chg="mod">
          <ac:chgData name="Ivan Damnjanovic" userId="ac64187cd8522d98" providerId="LiveId" clId="{91E3140C-1B53-B14B-BC23-ECF64BB0199F}" dt="2020-11-10T08:53:56.200" v="191"/>
          <ac:spMkLst>
            <pc:docMk/>
            <pc:sldMasterMk cId="1082210236" sldId="[redacted]"/>
            <ac:spMk id="98" creationId="{462A726C-209E-433D-A8E8-F413E779AA6C}"/>
          </ac:spMkLst>
        </pc:spChg>
        <pc:spChg chg="mod">
          <ac:chgData name="Ivan Damnjanovic" userId="ac64187cd8522d98" providerId="LiveId" clId="{91E3140C-1B53-B14B-BC23-ECF64BB0199F}" dt="2020-11-10T08:53:56.200" v="191"/>
          <ac:spMkLst>
            <pc:docMk/>
            <pc:sldMasterMk cId="1082210236" sldId="[redacted]"/>
            <ac:spMk id="99" creationId="{798FF3CB-D8AC-4EAD-8451-B7536545CEF7}"/>
          </ac:spMkLst>
        </pc:spChg>
        <pc:spChg chg="mod">
          <ac:chgData name="Ivan Damnjanovic" userId="ac64187cd8522d98" providerId="LiveId" clId="{91E3140C-1B53-B14B-BC23-ECF64BB0199F}" dt="2020-11-10T08:53:56.200" v="191"/>
          <ac:spMkLst>
            <pc:docMk/>
            <pc:sldMasterMk cId="1082210236" sldId="[redacted]"/>
            <ac:spMk id="100" creationId="{F2ED5173-A5E0-4331-B389-7BDE3EC4EEEC}"/>
          </ac:spMkLst>
        </pc:spChg>
        <pc:spChg chg="mod">
          <ac:chgData name="Ivan Damnjanovic" userId="ac64187cd8522d98" providerId="LiveId" clId="{91E3140C-1B53-B14B-BC23-ECF64BB0199F}" dt="2020-11-10T08:53:56.200" v="191"/>
          <ac:spMkLst>
            <pc:docMk/>
            <pc:sldMasterMk cId="1082210236" sldId="[redacted]"/>
            <ac:spMk id="113" creationId="{FEE619D9-4D39-4B9E-BAD9-D95354A1DAE5}"/>
          </ac:spMkLst>
        </pc:spChg>
        <pc:spChg chg="mod">
          <ac:chgData name="Ivan Damnjanovic" userId="ac64187cd8522d98" providerId="LiveId" clId="{91E3140C-1B53-B14B-BC23-ECF64BB0199F}" dt="2020-11-10T08:53:56.200" v="191"/>
          <ac:spMkLst>
            <pc:docMk/>
            <pc:sldMasterMk cId="1082210236" sldId="[redacted]"/>
            <ac:spMk id="114" creationId="{93B7FB8E-9C4D-41C6-8025-FC2D675BCF83}"/>
          </ac:spMkLst>
        </pc:spChg>
        <pc:spChg chg="mod">
          <ac:chgData name="Ivan Damnjanovic" userId="ac64187cd8522d98" providerId="LiveId" clId="{91E3140C-1B53-B14B-BC23-ECF64BB0199F}" dt="2020-11-10T08:53:56.200" v="191"/>
          <ac:spMkLst>
            <pc:docMk/>
            <pc:sldMasterMk cId="1082210236" sldId="[redacted]"/>
            <ac:spMk id="115" creationId="{10D3E6E4-C2E2-4BBF-9BD7-5E65BCFAB36D}"/>
          </ac:spMkLst>
        </pc:spChg>
        <pc:spChg chg="mod">
          <ac:chgData name="Ivan Damnjanovic" userId="ac64187cd8522d98" providerId="LiveId" clId="{91E3140C-1B53-B14B-BC23-ECF64BB0199F}" dt="2020-11-10T08:53:56.200" v="191"/>
          <ac:spMkLst>
            <pc:docMk/>
            <pc:sldMasterMk cId="1082210236" sldId="[redacted]"/>
            <ac:spMk id="116" creationId="{4C808A1F-4DDE-476E-91F3-4E4239829CF6}"/>
          </ac:spMkLst>
        </pc:spChg>
        <pc:spChg chg="mod">
          <ac:chgData name="Ivan Damnjanovic" userId="ac64187cd8522d98" providerId="LiveId" clId="{91E3140C-1B53-B14B-BC23-ECF64BB0199F}" dt="2020-11-10T08:53:56.200" v="191"/>
          <ac:spMkLst>
            <pc:docMk/>
            <pc:sldMasterMk cId="1082210236" sldId="[redacted]"/>
            <ac:spMk id="117" creationId="{98AD7B4A-E065-45FD-A4AC-752A5D56CA0B}"/>
          </ac:spMkLst>
        </pc:spChg>
        <pc:spChg chg="mod">
          <ac:chgData name="Ivan Damnjanovic" userId="ac64187cd8522d98" providerId="LiveId" clId="{91E3140C-1B53-B14B-BC23-ECF64BB0199F}" dt="2020-11-10T08:53:56.200" v="191"/>
          <ac:spMkLst>
            <pc:docMk/>
            <pc:sldMasterMk cId="1082210236" sldId="[redacted]"/>
            <ac:spMk id="118" creationId="{9A81721C-345A-43C6-9596-F3E7011B553F}"/>
          </ac:spMkLst>
        </pc:spChg>
        <pc:spChg chg="mod">
          <ac:chgData name="Ivan Damnjanovic" userId="ac64187cd8522d98" providerId="LiveId" clId="{91E3140C-1B53-B14B-BC23-ECF64BB0199F}" dt="2020-11-10T08:53:56.200" v="191"/>
          <ac:spMkLst>
            <pc:docMk/>
            <pc:sldMasterMk cId="1082210236" sldId="[redacted]"/>
            <ac:spMk id="119" creationId="{FD19CA89-95D3-47AC-AEC7-7CEF1C02AD2D}"/>
          </ac:spMkLst>
        </pc:spChg>
        <pc:spChg chg="mod">
          <ac:chgData name="Ivan Damnjanovic" userId="ac64187cd8522d98" providerId="LiveId" clId="{91E3140C-1B53-B14B-BC23-ECF64BB0199F}" dt="2020-11-10T08:53:56.200" v="191"/>
          <ac:spMkLst>
            <pc:docMk/>
            <pc:sldMasterMk cId="1082210236" sldId="[redacted]"/>
            <ac:spMk id="120" creationId="{B0D504A2-A3E5-4157-BE64-E485AB4DFBB1}"/>
          </ac:spMkLst>
        </pc:spChg>
        <pc:spChg chg="mod">
          <ac:chgData name="Ivan Damnjanovic" userId="ac64187cd8522d98" providerId="LiveId" clId="{91E3140C-1B53-B14B-BC23-ECF64BB0199F}" dt="2020-11-10T08:53:56.200" v="191"/>
          <ac:spMkLst>
            <pc:docMk/>
            <pc:sldMasterMk cId="1082210236" sldId="[redacted]"/>
            <ac:spMk id="121" creationId="{8EE7778B-653E-450F-978F-7E925E87D391}"/>
          </ac:spMkLst>
        </pc:spChg>
        <pc:spChg chg="mod">
          <ac:chgData name="Ivan Damnjanovic" userId="ac64187cd8522d98" providerId="LiveId" clId="{91E3140C-1B53-B14B-BC23-ECF64BB0199F}" dt="2020-11-10T08:53:56.200" v="191"/>
          <ac:spMkLst>
            <pc:docMk/>
            <pc:sldMasterMk cId="1082210236" sldId="[redacted]"/>
            <ac:spMk id="122" creationId="{6E0ED142-A91B-4655-9613-58C5826EE2A2}"/>
          </ac:spMkLst>
        </pc:spChg>
        <pc:spChg chg="mod">
          <ac:chgData name="Ivan Damnjanovic" userId="ac64187cd8522d98" providerId="LiveId" clId="{91E3140C-1B53-B14B-BC23-ECF64BB0199F}" dt="2020-11-10T08:53:56.200" v="191"/>
          <ac:spMkLst>
            <pc:docMk/>
            <pc:sldMasterMk cId="1082210236" sldId="[redacted]"/>
            <ac:spMk id="123" creationId="{A5C1FEEE-2E7D-4CA6-880C-953D7AAC9EE7}"/>
          </ac:spMkLst>
        </pc:spChg>
        <pc:spChg chg="mod">
          <ac:chgData name="Ivan Damnjanovic" userId="ac64187cd8522d98" providerId="LiveId" clId="{91E3140C-1B53-B14B-BC23-ECF64BB0199F}" dt="2020-11-10T08:53:56.200" v="191"/>
          <ac:spMkLst>
            <pc:docMk/>
            <pc:sldMasterMk cId="1082210236" sldId="[redacted]"/>
            <ac:spMk id="124" creationId="{701DF13E-798F-4729-9EA1-17DE99DF83F4}"/>
          </ac:spMkLst>
        </pc:spChg>
        <pc:spChg chg="mod">
          <ac:chgData name="Ivan Damnjanovic" userId="ac64187cd8522d98" providerId="LiveId" clId="{91E3140C-1B53-B14B-BC23-ECF64BB0199F}" dt="2020-11-10T08:53:56.200" v="191"/>
          <ac:spMkLst>
            <pc:docMk/>
            <pc:sldMasterMk cId="1082210236" sldId="[redacted]"/>
            <ac:spMk id="125" creationId="{289DADEF-0121-4312-8834-FDDE9C9B8AD7}"/>
          </ac:spMkLst>
        </pc:spChg>
        <pc:spChg chg="mod">
          <ac:chgData name="Ivan Damnjanovic" userId="ac64187cd8522d98" providerId="LiveId" clId="{91E3140C-1B53-B14B-BC23-ECF64BB0199F}" dt="2020-11-10T08:53:56.200" v="191"/>
          <ac:spMkLst>
            <pc:docMk/>
            <pc:sldMasterMk cId="1082210236" sldId="[redacted]"/>
            <ac:spMk id="126" creationId="{96CAE51E-2807-41A4-8E40-AB804DCC63A8}"/>
          </ac:spMkLst>
        </pc:spChg>
        <pc:spChg chg="mod">
          <ac:chgData name="Ivan Damnjanovic" userId="ac64187cd8522d98" providerId="LiveId" clId="{91E3140C-1B53-B14B-BC23-ECF64BB0199F}" dt="2020-11-10T08:53:56.200" v="191"/>
          <ac:spMkLst>
            <pc:docMk/>
            <pc:sldMasterMk cId="1082210236" sldId="[redacted]"/>
            <ac:spMk id="127" creationId="{4AC318D9-09A3-47AD-9AA3-AC30AB82F2C8}"/>
          </ac:spMkLst>
        </pc:spChg>
        <pc:spChg chg="mod">
          <ac:chgData name="Ivan Damnjanovic" userId="ac64187cd8522d98" providerId="LiveId" clId="{91E3140C-1B53-B14B-BC23-ECF64BB0199F}" dt="2020-11-10T08:53:56.200" v="191"/>
          <ac:spMkLst>
            <pc:docMk/>
            <pc:sldMasterMk cId="1082210236" sldId="[redacted]"/>
            <ac:spMk id="128" creationId="{681F6B32-3912-446E-827B-5B3BE0AE76F9}"/>
          </ac:spMkLst>
        </pc:spChg>
        <pc:spChg chg="mod">
          <ac:chgData name="Ivan Damnjanovic" userId="ac64187cd8522d98" providerId="LiveId" clId="{91E3140C-1B53-B14B-BC23-ECF64BB0199F}" dt="2020-11-10T08:53:56.200" v="191"/>
          <ac:spMkLst>
            <pc:docMk/>
            <pc:sldMasterMk cId="1082210236" sldId="[redacted]"/>
            <ac:spMk id="129" creationId="{428475CA-7275-4981-8594-14953EF4EB15}"/>
          </ac:spMkLst>
        </pc:spChg>
        <pc:spChg chg="mod">
          <ac:chgData name="Ivan Damnjanovic" userId="ac64187cd8522d98" providerId="LiveId" clId="{91E3140C-1B53-B14B-BC23-ECF64BB0199F}" dt="2020-11-10T08:53:56.200" v="191"/>
          <ac:spMkLst>
            <pc:docMk/>
            <pc:sldMasterMk cId="1082210236" sldId="[redacted]"/>
            <ac:spMk id="130" creationId="{7718CADC-792B-4F8B-87D2-B9728CA55A05}"/>
          </ac:spMkLst>
        </pc:spChg>
        <pc:spChg chg="mod">
          <ac:chgData name="Ivan Damnjanovic" userId="ac64187cd8522d98" providerId="LiveId" clId="{91E3140C-1B53-B14B-BC23-ECF64BB0199F}" dt="2020-11-10T08:53:56.200" v="191"/>
          <ac:spMkLst>
            <pc:docMk/>
            <pc:sldMasterMk cId="1082210236" sldId="[redacted]"/>
            <ac:spMk id="131" creationId="{9E4BCBDD-1D0B-4522-87B8-00D6B54FCC74}"/>
          </ac:spMkLst>
        </pc:spChg>
        <pc:spChg chg="mod">
          <ac:chgData name="Ivan Damnjanovic" userId="ac64187cd8522d98" providerId="LiveId" clId="{91E3140C-1B53-B14B-BC23-ECF64BB0199F}" dt="2020-11-10T08:53:56.200" v="191"/>
          <ac:spMkLst>
            <pc:docMk/>
            <pc:sldMasterMk cId="1082210236" sldId="[redacted]"/>
            <ac:spMk id="132" creationId="{C6DAD548-F79E-475D-A3FD-430855A8D4CD}"/>
          </ac:spMkLst>
        </pc:spChg>
        <pc:spChg chg="mod">
          <ac:chgData name="Ivan Damnjanovic" userId="ac64187cd8522d98" providerId="LiveId" clId="{91E3140C-1B53-B14B-BC23-ECF64BB0199F}" dt="2020-11-10T08:53:56.200" v="191"/>
          <ac:spMkLst>
            <pc:docMk/>
            <pc:sldMasterMk cId="1082210236" sldId="[redacted]"/>
            <ac:spMk id="133" creationId="{596A69F1-20DD-48CB-AE5E-DFBE8C519BF0}"/>
          </ac:spMkLst>
        </pc:spChg>
        <pc:spChg chg="mod">
          <ac:chgData name="Ivan Damnjanovic" userId="ac64187cd8522d98" providerId="LiveId" clId="{91E3140C-1B53-B14B-BC23-ECF64BB0199F}" dt="2020-11-10T08:53:56.200" v="191"/>
          <ac:spMkLst>
            <pc:docMk/>
            <pc:sldMasterMk cId="1082210236" sldId="[redacted]"/>
            <ac:spMk id="134" creationId="{9B1CD320-2DA3-48D5-84C1-D9244253B593}"/>
          </ac:spMkLst>
        </pc:spChg>
        <pc:spChg chg="mod">
          <ac:chgData name="Ivan Damnjanovic" userId="ac64187cd8522d98" providerId="LiveId" clId="{91E3140C-1B53-B14B-BC23-ECF64BB0199F}" dt="2020-11-10T08:53:56.200" v="191"/>
          <ac:spMkLst>
            <pc:docMk/>
            <pc:sldMasterMk cId="1082210236" sldId="[redacted]"/>
            <ac:spMk id="135" creationId="{D55BF967-B83B-4F8C-B401-364087ABDB10}"/>
          </ac:spMkLst>
        </pc:spChg>
        <pc:spChg chg="mod">
          <ac:chgData name="Ivan Damnjanovic" userId="ac64187cd8522d98" providerId="LiveId" clId="{91E3140C-1B53-B14B-BC23-ECF64BB0199F}" dt="2020-11-10T08:53:56.200" v="191"/>
          <ac:spMkLst>
            <pc:docMk/>
            <pc:sldMasterMk cId="1082210236" sldId="[redacted]"/>
            <ac:spMk id="136" creationId="{7BE9792D-086A-4AF8-A630-840582407577}"/>
          </ac:spMkLst>
        </pc:spChg>
        <pc:spChg chg="mod">
          <ac:chgData name="Ivan Damnjanovic" userId="ac64187cd8522d98" providerId="LiveId" clId="{91E3140C-1B53-B14B-BC23-ECF64BB0199F}" dt="2020-11-10T08:53:56.200" v="191"/>
          <ac:spMkLst>
            <pc:docMk/>
            <pc:sldMasterMk cId="1082210236" sldId="[redacted]"/>
            <ac:spMk id="137" creationId="{0B5C730C-FDE5-413D-B8DB-3D2EF8DA8220}"/>
          </ac:spMkLst>
        </pc:spChg>
        <pc:spChg chg="mod">
          <ac:chgData name="Ivan Damnjanovic" userId="ac64187cd8522d98" providerId="LiveId" clId="{91E3140C-1B53-B14B-BC23-ECF64BB0199F}" dt="2020-11-10T08:53:56.200" v="191"/>
          <ac:spMkLst>
            <pc:docMk/>
            <pc:sldMasterMk cId="1082210236" sldId="[redacted]"/>
            <ac:spMk id="138" creationId="{23B92F83-F1CF-46E8-B5DB-C09C74DBD5E8}"/>
          </ac:spMkLst>
        </pc:spChg>
        <pc:spChg chg="mod">
          <ac:chgData name="Ivan Damnjanovic" userId="ac64187cd8522d98" providerId="LiveId" clId="{91E3140C-1B53-B14B-BC23-ECF64BB0199F}" dt="2020-11-10T08:53:56.200" v="191"/>
          <ac:spMkLst>
            <pc:docMk/>
            <pc:sldMasterMk cId="1082210236" sldId="[redacted]"/>
            <ac:spMk id="139" creationId="{0446919C-B6A9-4394-ACBE-2A07A507DBAB}"/>
          </ac:spMkLst>
        </pc:spChg>
        <pc:spChg chg="mod">
          <ac:chgData name="Ivan Damnjanovic" userId="ac64187cd8522d98" providerId="LiveId" clId="{91E3140C-1B53-B14B-BC23-ECF64BB0199F}" dt="2020-11-10T08:53:56.200" v="191"/>
          <ac:spMkLst>
            <pc:docMk/>
            <pc:sldMasterMk cId="1082210236" sldId="[redacted]"/>
            <ac:spMk id="140" creationId="{F85861B1-DF83-4CFB-AECB-159E868CEAD9}"/>
          </ac:spMkLst>
        </pc:spChg>
        <pc:spChg chg="mod">
          <ac:chgData name="Ivan Damnjanovic" userId="ac64187cd8522d98" providerId="LiveId" clId="{91E3140C-1B53-B14B-BC23-ECF64BB0199F}" dt="2020-11-10T08:53:56.200" v="191"/>
          <ac:spMkLst>
            <pc:docMk/>
            <pc:sldMasterMk cId="1082210236" sldId="[redacted]"/>
            <ac:spMk id="141" creationId="{08F42432-F2AE-4F37-8263-177E4B42F934}"/>
          </ac:spMkLst>
        </pc:spChg>
        <pc:spChg chg="mod">
          <ac:chgData name="Ivan Damnjanovic" userId="ac64187cd8522d98" providerId="LiveId" clId="{91E3140C-1B53-B14B-BC23-ECF64BB0199F}" dt="2020-11-10T08:53:56.200" v="191"/>
          <ac:spMkLst>
            <pc:docMk/>
            <pc:sldMasterMk cId="1082210236" sldId="[redacted]"/>
            <ac:spMk id="142" creationId="{C6CD409E-8A15-4A92-9D13-7DF760D4A7E5}"/>
          </ac:spMkLst>
        </pc:spChg>
        <pc:spChg chg="mod">
          <ac:chgData name="Ivan Damnjanovic" userId="ac64187cd8522d98" providerId="LiveId" clId="{91E3140C-1B53-B14B-BC23-ECF64BB0199F}" dt="2020-11-10T08:53:56.200" v="191"/>
          <ac:spMkLst>
            <pc:docMk/>
            <pc:sldMasterMk cId="1082210236" sldId="[redacted]"/>
            <ac:spMk id="143" creationId="{CCABC29B-5A52-4654-847A-BD11CD88F20B}"/>
          </ac:spMkLst>
        </pc:spChg>
        <pc:grpChg chg="mod">
          <ac:chgData name="Ivan Damnjanovic" userId="ac64187cd8522d98" providerId="LiveId" clId="{91E3140C-1B53-B14B-BC23-ECF64BB0199F}" dt="2020-11-10T08:53:56.200" v="191"/>
          <ac:grpSpMkLst>
            <pc:docMk/>
            <pc:sldMasterMk cId="1082210236" sldId="[redacted]"/>
            <ac:grpSpMk id="7" creationId="{9086A151-A16D-40BF-8F51-27F385B69089}"/>
          </ac:grpSpMkLst>
        </pc:grpChg>
        <pc:grpChg chg="mod">
          <ac:chgData name="Ivan Damnjanovic" userId="ac64187cd8522d98" providerId="LiveId" clId="{91E3140C-1B53-B14B-BC23-ECF64BB0199F}" dt="2020-11-10T08:53:56.200" v="191"/>
          <ac:grpSpMkLst>
            <pc:docMk/>
            <pc:sldMasterMk cId="1082210236" sldId="[redacted]"/>
            <ac:grpSpMk id="8" creationId="{C3BD2EC3-05A6-48B8-A683-[redacted]B9}"/>
          </ac:grpSpMkLst>
        </pc:grpChg>
        <pc:grpChg chg="mod">
          <ac:chgData name="Ivan Damnjanovic" userId="ac64187cd8522d98" providerId="LiveId" clId="{91E3140C-1B53-B14B-BC23-ECF64BB0199F}" dt="2020-11-10T08:53:56.200" v="191"/>
          <ac:grpSpMkLst>
            <pc:docMk/>
            <pc:sldMasterMk cId="1082210236" sldId="[redacted]"/>
            <ac:grpSpMk id="9" creationId="{AA679880-7B05-4D9D-B3C1-A87F8BDD5EBF}"/>
          </ac:grpSpMkLst>
        </pc:grpChg>
        <pc:grpChg chg="mod">
          <ac:chgData name="Ivan Damnjanovic" userId="ac64187cd8522d98" providerId="LiveId" clId="{91E3140C-1B53-B14B-BC23-ECF64BB0199F}" dt="2020-11-10T08:53:56.200" v="191"/>
          <ac:grpSpMkLst>
            <pc:docMk/>
            <pc:sldMasterMk cId="1082210236" sldId="[redacted]"/>
            <ac:grpSpMk id="10" creationId="{3932C612-DA17-4609-81EE-E646A7BC0B80}"/>
          </ac:grpSpMkLst>
        </pc:grpChg>
        <pc:grpChg chg="mod">
          <ac:chgData name="Ivan Damnjanovic" userId="ac64187cd8522d98" providerId="LiveId" clId="{91E3140C-1B53-B14B-BC23-ECF64BB0199F}" dt="2020-11-10T08:53:56.200" v="191"/>
          <ac:grpSpMkLst>
            <pc:docMk/>
            <pc:sldMasterMk cId="1082210236" sldId="[redacted]"/>
            <ac:grpSpMk id="11" creationId="{9A185AE8-C17D-47B5-99F6-A7147DBA682A}"/>
          </ac:grpSpMkLst>
        </pc:grpChg>
        <pc:grpChg chg="mod">
          <ac:chgData name="Ivan Damnjanovic" userId="ac64187cd8522d98" providerId="LiveId" clId="{91E3140C-1B53-B14B-BC23-ECF64BB0199F}" dt="2020-11-10T08:53:56.200" v="191"/>
          <ac:grpSpMkLst>
            <pc:docMk/>
            <pc:sldMasterMk cId="1082210236" sldId="[redacted]"/>
            <ac:grpSpMk id="12" creationId="{2E96863E-32C1-4C71-9590-83D6DD867D9F}"/>
          </ac:grpSpMkLst>
        </pc:grpChg>
        <pc:grpChg chg="mod">
          <ac:chgData name="Ivan Damnjanovic" userId="ac64187cd8522d98" providerId="LiveId" clId="{91E3140C-1B53-B14B-BC23-ECF64BB0199F}" dt="2020-11-10T08:53:56.200" v="191"/>
          <ac:grpSpMkLst>
            <pc:docMk/>
            <pc:sldMasterMk cId="1082210236" sldId="[redacted]"/>
            <ac:grpSpMk id="13" creationId="{19473EEF-1425-43AA-B5A9-DDF2AFA38B1E}"/>
          </ac:grpSpMkLst>
        </pc:grpChg>
        <pc:grpChg chg="mod">
          <ac:chgData name="Ivan Damnjanovic" userId="ac64187cd8522d98" providerId="LiveId" clId="{91E3140C-1B53-B14B-BC23-ECF64BB0199F}" dt="2020-11-10T08:53:56.200" v="191"/>
          <ac:grpSpMkLst>
            <pc:docMk/>
            <pc:sldMasterMk cId="1082210236" sldId="[redacted]"/>
            <ac:grpSpMk id="14" creationId="{C3E2A638-8567-4E61-A9C2-853B33768EA3}"/>
          </ac:grpSpMkLst>
        </pc:grpChg>
        <pc:grpChg chg="mod">
          <ac:chgData name="Ivan Damnjanovic" userId="ac64187cd8522d98" providerId="LiveId" clId="{91E3140C-1B53-B14B-BC23-ECF64BB0199F}" dt="2020-11-10T08:53:56.200" v="191"/>
          <ac:grpSpMkLst>
            <pc:docMk/>
            <pc:sldMasterMk cId="1082210236" sldId="[redacted]"/>
            <ac:grpSpMk id="15" creationId="{3F95006D-E0F4-42B3-8471-808A7759AECB}"/>
          </ac:grpSpMkLst>
        </pc:grpChg>
        <pc:grpChg chg="mod">
          <ac:chgData name="Ivan Damnjanovic" userId="ac64187cd8522d98" providerId="LiveId" clId="{91E3140C-1B53-B14B-BC23-ECF64BB0199F}" dt="2020-11-10T08:53:56.200" v="191"/>
          <ac:grpSpMkLst>
            <pc:docMk/>
            <pc:sldMasterMk cId="1082210236" sldId="[redacted]"/>
            <ac:grpSpMk id="16" creationId="{CEC0BDC8-2BFA-434C-A611-75D0341F94E9}"/>
          </ac:grpSpMkLst>
        </pc:grpChg>
        <pc:grpChg chg="mod">
          <ac:chgData name="Ivan Damnjanovic" userId="ac64187cd8522d98" providerId="LiveId" clId="{91E3140C-1B53-B14B-BC23-ECF64BB0199F}" dt="2020-11-10T08:53:56.200" v="191"/>
          <ac:grpSpMkLst>
            <pc:docMk/>
            <pc:sldMasterMk cId="1082210236" sldId="[redacted]"/>
            <ac:grpSpMk id="17" creationId="{0BFB0F11-9E50-4F44-A5CC-B67FBC900CCD}"/>
          </ac:grpSpMkLst>
        </pc:grpChg>
        <pc:grpChg chg="mod">
          <ac:chgData name="Ivan Damnjanovic" userId="ac64187cd8522d98" providerId="LiveId" clId="{91E3140C-1B53-B14B-BC23-ECF64BB0199F}" dt="2020-11-10T08:53:56.200" v="191"/>
          <ac:grpSpMkLst>
            <pc:docMk/>
            <pc:sldMasterMk cId="1082210236" sldId="[redacted]"/>
            <ac:grpSpMk id="61" creationId="{36103CD8-A825-4257-BCB6-9EB35CB4C9B3}"/>
          </ac:grpSpMkLst>
        </pc:grpChg>
        <pc:grpChg chg="mod">
          <ac:chgData name="Ivan Damnjanovic" userId="ac64187cd8522d98" providerId="LiveId" clId="{91E3140C-1B53-B14B-BC23-ECF64BB0199F}" dt="2020-11-10T08:53:56.200" v="191"/>
          <ac:grpSpMkLst>
            <pc:docMk/>
            <pc:sldMasterMk cId="1082210236" sldId="[redacted]"/>
            <ac:grpSpMk id="62" creationId="{15818CFD-CA1E-4FF9-A1FC-3D557A125C51}"/>
          </ac:grpSpMkLst>
        </pc:grpChg>
        <pc:grpChg chg="mod">
          <ac:chgData name="Ivan Damnjanovic" userId="ac64187cd8522d98" providerId="LiveId" clId="{91E3140C-1B53-B14B-BC23-ECF64BB0199F}" dt="2020-11-10T08:53:56.200" v="191"/>
          <ac:grpSpMkLst>
            <pc:docMk/>
            <pc:sldMasterMk cId="1082210236" sldId="[redacted]"/>
            <ac:grpSpMk id="64" creationId="{0C1E6909-F266-48F7-BC5C-34269685D131}"/>
          </ac:grpSpMkLst>
        </pc:grpChg>
        <pc:grpChg chg="mod">
          <ac:chgData name="Ivan Damnjanovic" userId="ac64187cd8522d98" providerId="LiveId" clId="{91E3140C-1B53-B14B-BC23-ECF64BB0199F}" dt="2020-11-10T08:53:56.200" v="191"/>
          <ac:grpSpMkLst>
            <pc:docMk/>
            <pc:sldMasterMk cId="1082210236" sldId="[redacted]"/>
            <ac:grpSpMk id="68" creationId="{78708743-B43A-4F50-8DED-F5D7082FA4D3}"/>
          </ac:grpSpMkLst>
        </pc:grpChg>
        <pc:grpChg chg="mod">
          <ac:chgData name="Ivan Damnjanovic" userId="ac64187cd8522d98" providerId="LiveId" clId="{91E3140C-1B53-B14B-BC23-ECF64BB0199F}" dt="2020-11-10T08:53:56.200" v="191"/>
          <ac:grpSpMkLst>
            <pc:docMk/>
            <pc:sldMasterMk cId="1082210236" sldId="[redacted]"/>
            <ac:grpSpMk id="110" creationId="{92704286-E96E-4FDD-ADBF-C9520D237664}"/>
          </ac:grpSpMkLst>
        </pc:grpChg>
        <pc:grpChg chg="mod">
          <ac:chgData name="Ivan Damnjanovic" userId="ac64187cd8522d98" providerId="LiveId" clId="{91E3140C-1B53-B14B-BC23-ECF64BB0199F}" dt="2020-11-10T08:53:56.200" v="191"/>
          <ac:grpSpMkLst>
            <pc:docMk/>
            <pc:sldMasterMk cId="1082210236" sldId="[redacted]"/>
            <ac:grpSpMk id="111" creationId="{3D559FAB-F08D-4645-AD80-445EC39893FF}"/>
          </ac:grpSpMkLst>
        </pc:grpChg>
        <pc:grpChg chg="mod">
          <ac:chgData name="Ivan Damnjanovic" userId="ac64187cd8522d98" providerId="LiveId" clId="{91E3140C-1B53-B14B-BC23-ECF64BB0199F}" dt="2020-11-10T08:53:56.200" v="191"/>
          <ac:grpSpMkLst>
            <pc:docMk/>
            <pc:sldMasterMk cId="1082210236" sldId="[redacted]"/>
            <ac:grpSpMk id="112" creationId="{85444219-219C-41CF-A405-2B827C330CE9}"/>
          </ac:grpSpMkLst>
        </pc:grpChg>
        <pc:sldLayoutChg chg="modSp">
          <pc:chgData name="Ivan Damnjanovic" userId="ac64187cd8522d98" providerId="LiveId" clId="{91E3140C-1B53-B14B-BC23-ECF64BB0199F}" dt="2020-11-10T08:53:56.200" v="191"/>
          <pc:sldLayoutMkLst>
            <pc:docMk/>
            <pc:sldMasterMk cId="1082210236" sldId="[redacted]"/>
            <pc:sldLayoutMk cId="[redacted]" sldId="[redacted]"/>
          </pc:sldLayoutMkLst>
          <pc:spChg chg="mod">
            <ac:chgData name="Ivan Damnjanovic" userId="ac64187cd8522d98" providerId="LiveId" clId="{91E3140C-1B53-B14B-BC23-ECF64BB0199F}" dt="2020-11-10T08:53:56.200" v="191"/>
            <ac:spMkLst>
              <pc:docMk/>
              <pc:sldMasterMk cId="1082210236" sldId="[redacted]"/>
              <pc:sldLayoutMk cId="[redacted]" sldId="[redacted]"/>
              <ac:spMk id="6" creationId="{DF9F2702-A686-3444-A7C2-C7424DD4DA7E}"/>
            </ac:spMkLst>
          </pc:spChg>
        </pc:sldLayoutChg>
        <pc:sldLayoutChg chg="modSp">
          <pc:chgData name="Ivan Damnjanovic" userId="ac64187cd8522d98" providerId="LiveId" clId="{91E3140C-1B53-B14B-BC23-ECF64BB0199F}" dt="2020-11-10T08:53:56.200" v="191"/>
          <pc:sldLayoutMkLst>
            <pc:docMk/>
            <pc:sldMasterMk cId="1082210236" sldId="[redacted]"/>
            <pc:sldLayoutMk cId="[redacted]" sldId="[redacted]"/>
          </pc:sldLayoutMkLst>
          <pc:spChg chg="mod">
            <ac:chgData name="Ivan Damnjanovic" userId="ac64187cd8522d98" providerId="LiveId" clId="{91E3140C-1B53-B14B-BC23-ECF64BB0199F}" dt="2020-11-10T08:53:56.200" v="191"/>
            <ac:spMkLst>
              <pc:docMk/>
              <pc:sldMasterMk cId="1082210236" sldId="[redacted]"/>
              <pc:sldLayoutMk cId="[redacted]" sldId="[redacted]"/>
              <ac:spMk id="5" creationId="{E0AC5333-3DD9-5E48-837C-3569DC2D1DA3}"/>
            </ac:spMkLst>
          </pc:spChg>
        </pc:sldLayoutChg>
        <pc:sldLayoutChg chg="modSp">
          <pc:chgData name="Ivan Damnjanovic" userId="ac64187cd8522d98" providerId="LiveId" clId="{91E3140C-1B53-B14B-BC23-ECF64BB0199F}" dt="2020-11-10T08:53:56.200" v="191"/>
          <pc:sldLayoutMkLst>
            <pc:docMk/>
            <pc:sldMasterMk cId="1082210236" sldId="[redacted]"/>
            <pc:sldLayoutMk cId="785029419" sldId="[redacted]"/>
          </pc:sldLayoutMkLst>
          <pc:spChg chg="mod">
            <ac:chgData name="Ivan Damnjanovic" userId="ac64187cd8522d98" providerId="LiveId" clId="{91E3140C-1B53-B14B-BC23-ECF64BB0199F}" dt="2020-11-10T08:53:56.200" v="191"/>
            <ac:spMkLst>
              <pc:docMk/>
              <pc:sldMasterMk cId="1082210236" sldId="[redacted]"/>
              <pc:sldLayoutMk cId="785029419" sldId="[redacted]"/>
              <ac:spMk id="7" creationId="{DFDF05FE-1110-1C4B-B0E8-46C695766FA5}"/>
            </ac:spMkLst>
          </pc:spChg>
          <pc:spChg chg="mod">
            <ac:chgData name="Ivan Damnjanovic" userId="ac64187cd8522d98" providerId="LiveId" clId="{91E3140C-1B53-B14B-BC23-ECF64BB0199F}" dt="2020-11-10T08:53:56.200" v="191"/>
            <ac:spMkLst>
              <pc:docMk/>
              <pc:sldMasterMk cId="1082210236" sldId="[redacted]"/>
              <pc:sldLayoutMk cId="785029419" sldId="[redacted]"/>
              <ac:spMk id="9" creationId="{AD2A266A-5972-4C18-901A-C1D0B8EC99A5}"/>
            </ac:spMkLst>
          </pc:spChg>
          <pc:spChg chg="mod">
            <ac:chgData name="Ivan Damnjanovic" userId="ac64187cd8522d98" providerId="LiveId" clId="{91E3140C-1B53-B14B-BC23-ECF64BB0199F}" dt="2020-11-10T08:53:56.200" v="191"/>
            <ac:spMkLst>
              <pc:docMk/>
              <pc:sldMasterMk cId="1082210236" sldId="[redacted]"/>
              <pc:sldLayoutMk cId="785029419" sldId="[redacted]"/>
              <ac:spMk id="17" creationId="{1B70762B-372E-42AB-8316-6708DF8F05BB}"/>
            </ac:spMkLst>
          </pc:spChg>
        </pc:sldLayoutChg>
        <pc:sldLayoutChg chg="modSp">
          <pc:chgData name="Ivan Damnjanovic" userId="ac64187cd8522d98" providerId="LiveId" clId="{91E3140C-1B53-B14B-BC23-ECF64BB0199F}" dt="2020-11-10T08:53:56.200" v="191"/>
          <pc:sldLayoutMkLst>
            <pc:docMk/>
            <pc:sldMasterMk cId="1082210236" sldId="[redacted]"/>
            <pc:sldLayoutMk cId="[redacted]" sldId="[redacted]"/>
          </pc:sldLayoutMkLst>
          <pc:spChg chg="mod">
            <ac:chgData name="Ivan Damnjanovic" userId="ac64187cd8522d98" providerId="LiveId" clId="{91E3140C-1B53-B14B-BC23-ECF64BB0199F}" dt="2020-11-10T08:53:56.200" v="191"/>
            <ac:spMkLst>
              <pc:docMk/>
              <pc:sldMasterMk cId="1082210236" sldId="[redacted]"/>
              <pc:sldLayoutMk cId="[redacted]" sldId="[redacted]"/>
              <ac:spMk id="2" creationId="{7690A9F1-7A61-F449-8DDD-D046EF699062}"/>
            </ac:spMkLst>
          </pc:spChg>
        </pc:sldLayoutChg>
        <pc:sldLayoutChg chg="modSp">
          <pc:chgData name="Ivan Damnjanovic" userId="ac64187cd8522d98" providerId="LiveId" clId="{91E3140C-1B53-B14B-BC23-ECF64BB0199F}" dt="2020-11-10T08:53:56.200" v="191"/>
          <pc:sldLayoutMkLst>
            <pc:docMk/>
            <pc:sldMasterMk cId="1082210236" sldId="[redacted]"/>
            <pc:sldLayoutMk cId="1658584377" sldId="[redacted]"/>
          </pc:sldLayoutMkLst>
          <pc:spChg chg="mod">
            <ac:chgData name="Ivan Damnjanovic" userId="ac64187cd8522d98" providerId="LiveId" clId="{91E3140C-1B53-B14B-BC23-ECF64BB0199F}" dt="2020-11-10T08:53:56.200" v="191"/>
            <ac:spMkLst>
              <pc:docMk/>
              <pc:sldMasterMk cId="1082210236" sldId="[redacted]"/>
              <pc:sldLayoutMk cId="1658584377" sldId="[redacted]"/>
              <ac:spMk id="5" creationId="{C7824AAF-AC5A-004C-8E5A-5878A332C45F}"/>
            </ac:spMkLst>
          </pc:spChg>
          <pc:spChg chg="mod">
            <ac:chgData name="Ivan Damnjanovic" userId="ac64187cd8522d98" providerId="LiveId" clId="{91E3140C-1B53-B14B-BC23-ECF64BB0199F}" dt="2020-11-10T08:53:56.200" v="191"/>
            <ac:spMkLst>
              <pc:docMk/>
              <pc:sldMasterMk cId="1082210236" sldId="[redacted]"/>
              <pc:sldLayoutMk cId="1658584377" sldId="[redacted]"/>
              <ac:spMk id="19" creationId="{00000000-0000-0000-0000-000000000000}"/>
            </ac:spMkLst>
          </pc:spChg>
          <pc:spChg chg="mod">
            <ac:chgData name="Ivan Damnjanovic" userId="ac64187cd8522d98" providerId="LiveId" clId="{91E3140C-1B53-B14B-BC23-ECF64BB0199F}" dt="2020-11-10T08:53:56.200" v="191"/>
            <ac:spMkLst>
              <pc:docMk/>
              <pc:sldMasterMk cId="1082210236" sldId="[redacted]"/>
              <pc:sldLayoutMk cId="1658584377" sldId="[redacted]"/>
              <ac:spMk id="20" creationId="{00000000-0000-0000-0000-000000000000}"/>
            </ac:spMkLst>
          </pc:spChg>
        </pc:sldLayoutChg>
        <pc:sldLayoutChg chg="modSp">
          <pc:chgData name="Ivan Damnjanovic" userId="ac64187cd8522d98" providerId="LiveId" clId="{91E3140C-1B53-B14B-BC23-ECF64BB0199F}" dt="2020-11-10T08:53:56.200" v="191"/>
          <pc:sldLayoutMkLst>
            <pc:docMk/>
            <pc:sldMasterMk cId="1082210236" sldId="[redacted]"/>
            <pc:sldLayoutMk cId="[redacted]" sldId="[redacted]"/>
          </pc:sldLayoutMkLst>
          <pc:spChg chg="mod">
            <ac:chgData name="Ivan Damnjanovic" userId="ac64187cd8522d98" providerId="LiveId" clId="{91E3140C-1B53-B14B-BC23-ECF64BB0199F}" dt="2020-11-10T08:53:56.200" v="191"/>
            <ac:spMkLst>
              <pc:docMk/>
              <pc:sldMasterMk cId="1082210236" sldId="[redacted]"/>
              <pc:sldLayoutMk cId="[redacted]" sldId="[redacted]"/>
              <ac:spMk id="2" creationId="{A4611AC0-3CA0-014A-AA0C-39BC4AE9816A}"/>
            </ac:spMkLst>
          </pc:spChg>
        </pc:sldLayoutChg>
        <pc:sldLayoutChg chg="modSp">
          <pc:chgData name="Ivan Damnjanovic" userId="ac64187cd8522d98" providerId="LiveId" clId="{91E3140C-1B53-B14B-BC23-ECF64BB0199F}" dt="2020-11-10T08:53:56.200" v="191"/>
          <pc:sldLayoutMkLst>
            <pc:docMk/>
            <pc:sldMasterMk cId="1082210236" sldId="[redacted]"/>
            <pc:sldLayoutMk cId="[redacted]" sldId="[redacted]"/>
          </pc:sldLayoutMkLst>
          <pc:spChg chg="mod">
            <ac:chgData name="Ivan Damnjanovic" userId="ac64187cd8522d98" providerId="LiveId" clId="{91E3140C-1B53-B14B-BC23-ECF64BB0199F}" dt="2020-11-10T08:53:56.200" v="191"/>
            <ac:spMkLst>
              <pc:docMk/>
              <pc:sldMasterMk cId="1082210236" sldId="[redacted]"/>
              <pc:sldLayoutMk cId="[redacted]" sldId="[redacted]"/>
              <ac:spMk id="2" creationId="{00000000-0000-0000-0000-000000000000}"/>
            </ac:spMkLst>
          </pc:spChg>
          <pc:spChg chg="mod">
            <ac:chgData name="Ivan Damnjanovic" userId="ac64187cd8522d98" providerId="LiveId" clId="{91E3140C-1B53-B14B-BC23-ECF64BB0199F}" dt="2020-11-10T08:53:56.200" v="191"/>
            <ac:spMkLst>
              <pc:docMk/>
              <pc:sldMasterMk cId="1082210236" sldId="[redacted]"/>
              <pc:sldLayoutMk cId="[redacted]" sldId="[redacted]"/>
              <ac:spMk id="3" creationId="{00000000-0000-0000-0000-000000000000}"/>
            </ac:spMkLst>
          </pc:spChg>
        </pc:sldLayoutChg>
      </pc:sldMasterChg>
      <pc:sldMasterChg chg="addSp">
        <pc:chgData name="Ivan Damnjanovic" userId="ac64187cd8522d98" providerId="LiveId" clId="{91E3140C-1B53-B14B-BC23-ECF64BB0199F}" dt="2020-11-10T08:53:31.722" v="190"/>
        <pc:sldMasterMkLst>
          <pc:docMk/>
          <pc:sldMasterMk cId="[redacted]" sldId="[redacted]"/>
        </pc:sldMasterMkLst>
        <pc:grpChg chg="add">
          <ac:chgData name="Ivan Damnjanovic" userId="ac64187cd8522d98" providerId="LiveId" clId="{91E3140C-1B53-B14B-BC23-ECF64BB0199F}" dt="2020-11-10T08:53:31.722" v="190"/>
          <ac:grpSpMkLst>
            <pc:docMk/>
            <pc:sldMasterMk cId="[redacted]" sldId="[redacted]"/>
            <ac:grpSpMk id="7" creationId="{E127C56B-5F56-824C-BEF6-26BC8FB307A7}"/>
          </ac:grpSpMkLst>
        </pc:grpChg>
        <pc:grpChg chg="add">
          <ac:chgData name="Ivan Damnjanovic" userId="ac64187cd8522d98" providerId="LiveId" clId="{91E3140C-1B53-B14B-BC23-ECF64BB0199F}" dt="2020-11-10T08:53:31.722" v="190"/>
          <ac:grpSpMkLst>
            <pc:docMk/>
            <pc:sldMasterMk cId="[redacted]" sldId="[redacted]"/>
            <ac:grpSpMk id="80" creationId="{CEF84769-FDB0-1A4E-B264-E246DF469018}"/>
          </ac:grpSpMkLst>
        </pc:grp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Users/ivan/Downloads/2020-09%20BoM,%20Expenses,%20Pricing,%20and%20Financial%20Projections(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1"/>
        <c:ser>
          <c:idx val="0"/>
          <c:order val="0"/>
          <c:tx>
            <c:strRef>
              <c:f>'4A. Financial Projections (Base'!$B$10</c:f>
              <c:strCache>
                <c:ptCount val="1"/>
                <c:pt idx="0">
                  <c:v>Revenue</c:v>
                </c:pt>
              </c:strCache>
            </c:strRef>
          </c:tx>
          <c:spPr>
            <a:solidFill>
              <a:schemeClr val="accent1">
                <a:alpha val="30000"/>
              </a:schemeClr>
            </a:solidFill>
            <a:ln w="19050" cmpd="sng">
              <a:solidFill>
                <a:srgbClr val="4285F4"/>
              </a:solidFill>
            </a:ln>
          </c:spPr>
          <c:cat>
            <c:strRef>
              <c:f>'4A. Financial Projections (Base'!$C$9:$G$9</c:f>
              <c:strCache>
                <c:ptCount val="5"/>
                <c:pt idx="0">
                  <c:v>Year 1</c:v>
                </c:pt>
                <c:pt idx="1">
                  <c:v>Year 2</c:v>
                </c:pt>
                <c:pt idx="2">
                  <c:v>Year 3</c:v>
                </c:pt>
                <c:pt idx="3">
                  <c:v>Year 4</c:v>
                </c:pt>
                <c:pt idx="4">
                  <c:v>Year 5</c:v>
                </c:pt>
              </c:strCache>
            </c:strRef>
          </c:cat>
          <c:val>
            <c:numRef>
              <c:f>'4A. Financial Projections (Base'!$C$10:$G$10</c:f>
              <c:numCache>
                <c:formatCode>[$$]#,##0.00</c:formatCode>
                <c:ptCount val="5"/>
                <c:pt idx="0">
                  <c:v>500000</c:v>
                </c:pt>
                <c:pt idx="1">
                  <c:v>1000000</c:v>
                </c:pt>
                <c:pt idx="2">
                  <c:v>3000000</c:v>
                </c:pt>
                <c:pt idx="3">
                  <c:v>6000000</c:v>
                </c:pt>
                <c:pt idx="4">
                  <c:v>12000000</c:v>
                </c:pt>
              </c:numCache>
            </c:numRef>
          </c:val>
          <c:extLst>
            <c:ext xmlns:c16="http://schemas.microsoft.com/office/drawing/2014/chart" uri="{C3380CC4-5D6E-409C-BE32-E72D297353CC}">
              <c16:uniqueId val="{00000000-20AC-EA4F-9F4F-99E8F5866308}"/>
            </c:ext>
          </c:extLst>
        </c:ser>
        <c:ser>
          <c:idx val="1"/>
          <c:order val="1"/>
          <c:tx>
            <c:strRef>
              <c:f>'4A. Financial Projections (Base'!$B$13</c:f>
              <c:strCache>
                <c:ptCount val="1"/>
                <c:pt idx="0">
                  <c:v>Gross Margin</c:v>
                </c:pt>
              </c:strCache>
            </c:strRef>
          </c:tx>
          <c:spPr>
            <a:solidFill>
              <a:schemeClr val="accent2">
                <a:alpha val="30000"/>
              </a:schemeClr>
            </a:solidFill>
            <a:ln w="19050" cmpd="sng">
              <a:solidFill>
                <a:srgbClr val="EA4335"/>
              </a:solidFill>
            </a:ln>
          </c:spPr>
          <c:cat>
            <c:strRef>
              <c:f>'4A. Financial Projections (Base'!$C$9:$G$9</c:f>
              <c:strCache>
                <c:ptCount val="5"/>
                <c:pt idx="0">
                  <c:v>Year 1</c:v>
                </c:pt>
                <c:pt idx="1">
                  <c:v>Year 2</c:v>
                </c:pt>
                <c:pt idx="2">
                  <c:v>Year 3</c:v>
                </c:pt>
                <c:pt idx="3">
                  <c:v>Year 4</c:v>
                </c:pt>
                <c:pt idx="4">
                  <c:v>Year 5</c:v>
                </c:pt>
              </c:strCache>
            </c:strRef>
          </c:cat>
          <c:val>
            <c:numRef>
              <c:f>'4A. Financial Projections (Base'!$C$13:$G$13</c:f>
              <c:numCache>
                <c:formatCode>[$$]#,##0.00</c:formatCode>
                <c:ptCount val="5"/>
                <c:pt idx="0">
                  <c:v>400000</c:v>
                </c:pt>
                <c:pt idx="1">
                  <c:v>800000</c:v>
                </c:pt>
                <c:pt idx="2">
                  <c:v>2400000</c:v>
                </c:pt>
                <c:pt idx="3">
                  <c:v>4800000</c:v>
                </c:pt>
                <c:pt idx="4">
                  <c:v>9600000</c:v>
                </c:pt>
              </c:numCache>
            </c:numRef>
          </c:val>
          <c:extLst>
            <c:ext xmlns:c16="http://schemas.microsoft.com/office/drawing/2014/chart" uri="{C3380CC4-5D6E-409C-BE32-E72D297353CC}">
              <c16:uniqueId val="{00000001-20AC-EA4F-9F4F-99E8F5866308}"/>
            </c:ext>
          </c:extLst>
        </c:ser>
        <c:ser>
          <c:idx val="2"/>
          <c:order val="2"/>
          <c:tx>
            <c:strRef>
              <c:f>'4A. Financial Projections (Base'!$B$18</c:f>
              <c:strCache>
                <c:ptCount val="1"/>
                <c:pt idx="0">
                  <c:v>Cumulative Net Cash Flow</c:v>
                </c:pt>
              </c:strCache>
            </c:strRef>
          </c:tx>
          <c:spPr>
            <a:solidFill>
              <a:srgbClr val="6AA84F">
                <a:alpha val="30000"/>
              </a:srgbClr>
            </a:solidFill>
            <a:ln w="19050" cmpd="sng">
              <a:solidFill>
                <a:srgbClr val="6AA84F"/>
              </a:solidFill>
            </a:ln>
          </c:spPr>
          <c:cat>
            <c:strRef>
              <c:f>'4A. Financial Projections (Base'!$C$9:$G$9</c:f>
              <c:strCache>
                <c:ptCount val="5"/>
                <c:pt idx="0">
                  <c:v>Year 1</c:v>
                </c:pt>
                <c:pt idx="1">
                  <c:v>Year 2</c:v>
                </c:pt>
                <c:pt idx="2">
                  <c:v>Year 3</c:v>
                </c:pt>
                <c:pt idx="3">
                  <c:v>Year 4</c:v>
                </c:pt>
                <c:pt idx="4">
                  <c:v>Year 5</c:v>
                </c:pt>
              </c:strCache>
            </c:strRef>
          </c:cat>
          <c:val>
            <c:numRef>
              <c:f>'4A. Financial Projections (Base'!$C$18:$G$18</c:f>
              <c:numCache>
                <c:formatCode>[$$]#,##0.00</c:formatCode>
                <c:ptCount val="5"/>
                <c:pt idx="0">
                  <c:v>-250000</c:v>
                </c:pt>
                <c:pt idx="1">
                  <c:v>-250000</c:v>
                </c:pt>
                <c:pt idx="2">
                  <c:v>1250000</c:v>
                </c:pt>
                <c:pt idx="3">
                  <c:v>5050000</c:v>
                </c:pt>
                <c:pt idx="4">
                  <c:v>13150000</c:v>
                </c:pt>
              </c:numCache>
            </c:numRef>
          </c:val>
          <c:extLst>
            <c:ext xmlns:c16="http://schemas.microsoft.com/office/drawing/2014/chart" uri="{C3380CC4-5D6E-409C-BE32-E72D297353CC}">
              <c16:uniqueId val="{00000002-20AC-EA4F-9F4F-99E8F5866308}"/>
            </c:ext>
          </c:extLst>
        </c:ser>
        <c:dLbls>
          <c:showLegendKey val="0"/>
          <c:showVal val="0"/>
          <c:showCatName val="0"/>
          <c:showSerName val="0"/>
          <c:showPercent val="0"/>
          <c:showBubbleSize val="0"/>
        </c:dLbls>
        <c:axId val="1913028890"/>
        <c:axId val="81397368"/>
      </c:areaChart>
      <c:catAx>
        <c:axId val="1913028890"/>
        <c:scaling>
          <c:orientation val="minMax"/>
        </c:scaling>
        <c:delete val="0"/>
        <c:axPos val="b"/>
        <c:title>
          <c:tx>
            <c:rich>
              <a:bodyPr/>
              <a:lstStyle/>
              <a:p>
                <a:pPr>
                  <a:defRPr/>
                </a:pPr>
                <a:endParaRPr lang="en-CA"/>
              </a:p>
            </c:rich>
          </c:tx>
          <c:overlay val="0"/>
        </c:title>
        <c:numFmt formatCode="General" sourceLinked="1"/>
        <c:majorTickMark val="none"/>
        <c:minorTickMark val="none"/>
        <c:tickLblPos val="nextTo"/>
        <c:crossAx val="81397368"/>
        <c:crosses val="autoZero"/>
        <c:auto val="1"/>
        <c:lblAlgn val="ctr"/>
        <c:lblOffset val="100"/>
        <c:noMultiLvlLbl val="1"/>
      </c:catAx>
      <c:valAx>
        <c:axId val="81397368"/>
        <c:scaling>
          <c:orientation val="minMax"/>
        </c:scaling>
        <c:delete val="0"/>
        <c:axPos val="l"/>
        <c:majorGridlines>
          <c:spPr>
            <a:ln>
              <a:solidFill>
                <a:srgbClr val="B7B7B7"/>
              </a:solidFill>
            </a:ln>
          </c:spPr>
        </c:majorGridlines>
        <c:minorGridlines>
          <c:spPr>
            <a:ln>
              <a:solidFill>
                <a:srgbClr val="CCCCCC">
                  <a:alpha val="0"/>
                </a:srgbClr>
              </a:solidFill>
            </a:ln>
          </c:spPr>
        </c:minorGridlines>
        <c:title>
          <c:tx>
            <c:rich>
              <a:bodyPr/>
              <a:lstStyle/>
              <a:p>
                <a:pPr>
                  <a:defRPr/>
                </a:pPr>
                <a:endParaRPr lang="en-CA"/>
              </a:p>
            </c:rich>
          </c:tx>
          <c:overlay val="0"/>
        </c:title>
        <c:numFmt formatCode="[$$]#,##0.00" sourceLinked="1"/>
        <c:majorTickMark val="none"/>
        <c:minorTickMark val="none"/>
        <c:tickLblPos val="nextTo"/>
        <c:spPr>
          <a:ln/>
        </c:spPr>
        <c:crossAx val="1913028890"/>
        <c:crosses val="autoZero"/>
        <c:crossBetween val="midCat"/>
      </c:valAx>
    </c:plotArea>
    <c:legend>
      <c:legendPos val="r"/>
      <c:overlay val="0"/>
    </c:legend>
    <c:plotVisOnly val="1"/>
    <c:dispBlanksAs val="zero"/>
    <c:showDLblsOverMax val="1"/>
  </c:chart>
  <c:txPr>
    <a:bodyPr/>
    <a:lstStyle/>
    <a:p>
      <a:pPr>
        <a:defRPr sz="1400">
          <a:solidFill>
            <a:schemeClr val="bg1"/>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1DE2F5-EF6D-CF44-838E-0382429904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F98BD78-F6B4-1C4C-AAED-AD34C5F0A9E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561EF4-4A4D-8F41-AF1E-1283D4E85A54}" type="datetimeFigureOut">
              <a:rPr lang="en-US" smtClean="0"/>
              <a:t>11/17/20</a:t>
            </a:fld>
            <a:endParaRPr lang="en-US"/>
          </a:p>
        </p:txBody>
      </p:sp>
      <p:sp>
        <p:nvSpPr>
          <p:cNvPr id="4" name="Footer Placeholder 3">
            <a:extLst>
              <a:ext uri="{FF2B5EF4-FFF2-40B4-BE49-F238E27FC236}">
                <a16:creationId xmlns:a16="http://schemas.microsoft.com/office/drawing/2014/main" id="{BA6AFDFD-60B2-2543-A713-C54029414B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7BD8B62-6143-CE41-82FE-4F99E68794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4BACE9-0E6B-6345-894C-C0F23B72EA18}" type="slidenum">
              <a:rPr lang="en-US" smtClean="0"/>
              <a:t>‹#›</a:t>
            </a:fld>
            <a:endParaRPr lang="en-US"/>
          </a:p>
        </p:txBody>
      </p:sp>
    </p:spTree>
    <p:extLst>
      <p:ext uri="{BB962C8B-B14F-4D97-AF65-F5344CB8AC3E}">
        <p14:creationId xmlns:p14="http://schemas.microsoft.com/office/powerpoint/2010/main" val="[redacted]"/>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L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59049653-3E1F-4EE1-B1F7-25A06F5BDB22}" type="datetimeFigureOut">
              <a:rPr lang="ar-LY" smtClean="0"/>
              <a:t>2‏/4‏/1442</a:t>
            </a:fld>
            <a:endParaRPr lang="ar-L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L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L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L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C906DC70-5E63-44E8-9C18-D79E67272429}" type="slidenum">
              <a:rPr lang="ar-LY" smtClean="0"/>
              <a:t>‹#›</a:t>
            </a:fld>
            <a:endParaRPr lang="ar-LY"/>
          </a:p>
        </p:txBody>
      </p:sp>
    </p:spTree>
    <p:extLst>
      <p:ext uri="{BB962C8B-B14F-4D97-AF65-F5344CB8AC3E}">
        <p14:creationId xmlns:p14="http://schemas.microsoft.com/office/powerpoint/2010/main" val="836499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06DC70-5E63-44E8-9C18-D79E67272429}" type="slidenum">
              <a:rPr lang="ar-LY" smtClean="0"/>
              <a:t>0</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The challenge we are looking into affects us all.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Modern buildings face many challenges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They protect us from the environment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But, at the same time they are being pushed to the limit by these 5 trends</a:t>
            </a:r>
          </a:p>
        </p:txBody>
      </p:sp>
      <p:sp>
        <p:nvSpPr>
          <p:cNvPr id="4" name="Slide Number Placeholder 3"/>
          <p:cNvSpPr>
            <a:spLocks noGrp="1"/>
          </p:cNvSpPr>
          <p:nvPr>
            <p:ph type="sldNum" sz="quarter" idx="5"/>
          </p:nvPr>
        </p:nvSpPr>
        <p:spPr/>
        <p:txBody>
          <a:bodyPr/>
          <a:lstStyle/>
          <a:p>
            <a:fld id="{C906DC70-5E63-44E8-9C18-D79E67272429}" type="slidenum">
              <a:rPr lang="ar-LY" smtClean="0"/>
              <a:t>1</a:t>
            </a:fld>
            <a:endParaRPr lang="ar-LY"/>
          </a:p>
        </p:txBody>
      </p:sp>
    </p:spTree>
    <p:extLst>
      <p:ext uri="{BB962C8B-B14F-4D97-AF65-F5344CB8AC3E}">
        <p14:creationId xmlns:p14="http://schemas.microsoft.com/office/powerpoint/2010/main" val="39354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9e84ca64ae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9e84ca64ae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CA" sz="1200" b="0" i="0" kern="1200" dirty="0">
                <a:solidFill>
                  <a:schemeClr val="tx1"/>
                </a:solidFill>
                <a:effectLst/>
                <a:latin typeface="+mn-lt"/>
                <a:ea typeface="+mn-ea"/>
                <a:cs typeface="+mn-cs"/>
              </a:rPr>
              <a:t>More specifically, energy-intensive and complex buildings face these challenges in particular.</a:t>
            </a:r>
          </a:p>
          <a:p>
            <a:pPr marL="171450" lvl="0" indent="-171450" algn="l" rtl="0">
              <a:spcBef>
                <a:spcPts val="0"/>
              </a:spcBef>
              <a:spcAft>
                <a:spcPts val="0"/>
              </a:spcAft>
              <a:buFont typeface="Arial" panose="020B0604020202020204" pitchFamily="34" charset="0"/>
              <a:buChar char="•"/>
            </a:pPr>
            <a:r>
              <a:rPr lang="en-CA" sz="1200" b="0" i="0" kern="1200" dirty="0">
                <a:solidFill>
                  <a:schemeClr val="tx1"/>
                </a:solidFill>
                <a:effectLst/>
                <a:latin typeface="+mn-lt"/>
                <a:ea typeface="+mn-ea"/>
                <a:cs typeface="+mn-cs"/>
              </a:rPr>
              <a:t>They also present a big opportunity for new solutions</a:t>
            </a:r>
          </a:p>
          <a:p>
            <a:pPr marL="171450" lvl="0" indent="-171450" algn="l" rtl="0">
              <a:spcBef>
                <a:spcPts val="0"/>
              </a:spcBef>
              <a:spcAft>
                <a:spcPts val="0"/>
              </a:spcAft>
              <a:buFont typeface="Arial" panose="020B0604020202020204" pitchFamily="34" charset="0"/>
              <a:buChar char="•"/>
            </a:pPr>
            <a:r>
              <a:rPr lang="en-CA" sz="1200" b="0" i="0" kern="1200" dirty="0">
                <a:solidFill>
                  <a:schemeClr val="tx1"/>
                </a:solidFill>
                <a:effectLst/>
                <a:latin typeface="+mn-lt"/>
                <a:ea typeface="+mn-ea"/>
                <a:cs typeface="+mn-cs"/>
              </a:rPr>
              <a:t>Indoor Farming is an example</a:t>
            </a:r>
          </a:p>
        </p:txBody>
      </p:sp>
    </p:spTree>
    <p:extLst>
      <p:ext uri="{BB962C8B-B14F-4D97-AF65-F5344CB8AC3E}">
        <p14:creationId xmlns:p14="http://schemas.microsoft.com/office/powerpoint/2010/main" val="886596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Energy intensive and complex facilities such as indoor farms are in particular need because of several reasons: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bg1"/>
                </a:solidFill>
              </a:rPr>
              <a:t>Operational data from the farmer is not taken into consideration when optimizing the indoor environment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Data is usually stored on-site with no or minimal visibility by the farm </a:t>
            </a:r>
            <a:r>
              <a:rPr lang="en-CA" sz="1200" kern="1200" dirty="0" err="1">
                <a:solidFill>
                  <a:schemeClr val="tx1"/>
                </a:solidFill>
                <a:effectLst/>
                <a:latin typeface="+mn-lt"/>
                <a:ea typeface="+mn-ea"/>
                <a:cs typeface="+mn-cs"/>
              </a:rPr>
              <a:t>operato</a:t>
            </a:r>
            <a:endParaRPr lang="en-US" sz="1200" dirty="0">
              <a:solidFill>
                <a:schemeClr val="bg1"/>
              </a:solidFill>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Current solutions operate on pre-determined schedules for several months at a time, which is not sensitive enough for crop growth</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The operator must manually combine readings from various farm sensors before being able to determine optimal environmental conditions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After the data is analyzed, the farm operator needs to determine how to program the existing air conditioning and mechanical ventilation (ACMV) equipment to achieve the optimal targets.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This is often a complex process done by professional engineers since it requires considering multiple and sometimes competing priorities, such as balancing temperature, humidity, and ventilation requirements, along with building standards and guidelines, especially if the facility is used not only for farming activities.</a:t>
            </a:r>
            <a:endParaRPr lang="en-CA" sz="1200" dirty="0"/>
          </a:p>
        </p:txBody>
      </p:sp>
      <p:sp>
        <p:nvSpPr>
          <p:cNvPr id="4" name="Slide Number Placeholder 3"/>
          <p:cNvSpPr>
            <a:spLocks noGrp="1"/>
          </p:cNvSpPr>
          <p:nvPr>
            <p:ph type="sldNum" sz="quarter" idx="5"/>
          </p:nvPr>
        </p:nvSpPr>
        <p:spPr/>
        <p:txBody>
          <a:bodyPr/>
          <a:lstStyle/>
          <a:p>
            <a:fld id="{C906DC70-5E63-44E8-9C18-D79E67272429}" type="slidenum">
              <a:rPr lang="ar-LY" smtClean="0"/>
              <a:t>3</a:t>
            </a:fld>
            <a:endParaRPr lang="ar-LY"/>
          </a:p>
        </p:txBody>
      </p:sp>
    </p:spTree>
    <p:extLst>
      <p:ext uri="{BB962C8B-B14F-4D97-AF65-F5344CB8AC3E}">
        <p14:creationId xmlns:p14="http://schemas.microsoft.com/office/powerpoint/2010/main" val="1905305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CA" dirty="0"/>
              <a:t>We propose the comprehensive Ambient Platform</a:t>
            </a:r>
            <a:endParaRPr lang="ar-LY" dirty="0"/>
          </a:p>
        </p:txBody>
      </p:sp>
      <p:sp>
        <p:nvSpPr>
          <p:cNvPr id="4" name="Slide Number Placeholder 3"/>
          <p:cNvSpPr>
            <a:spLocks noGrp="1"/>
          </p:cNvSpPr>
          <p:nvPr>
            <p:ph type="sldNum" sz="quarter" idx="5"/>
          </p:nvPr>
        </p:nvSpPr>
        <p:spPr/>
        <p:txBody>
          <a:bodyPr/>
          <a:lstStyle/>
          <a:p>
            <a:fld id="{11288290-3635-45F6-992E-4CD6FB6A46D7}" type="slidenum">
              <a:rPr lang="ar-LY" smtClean="0"/>
              <a:t>4</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Key technological advantage of the platform is the automation engine that leverages machine learning technique called Neural Networks to recognize indoor climate patterns and provide controls optimization to the operator. </a:t>
            </a:r>
          </a:p>
        </p:txBody>
      </p:sp>
      <p:sp>
        <p:nvSpPr>
          <p:cNvPr id="4" name="Slide Number Placeholder 3"/>
          <p:cNvSpPr>
            <a:spLocks noGrp="1"/>
          </p:cNvSpPr>
          <p:nvPr>
            <p:ph type="sldNum" sz="quarter" idx="5"/>
          </p:nvPr>
        </p:nvSpPr>
        <p:spPr/>
        <p:txBody>
          <a:bodyPr/>
          <a:lstStyle/>
          <a:p>
            <a:fld id="{C906DC70-5E63-44E8-9C18-D79E67272429}" type="slidenum">
              <a:rPr lang="ar-LY" smtClean="0"/>
              <a:t>6</a:t>
            </a:fld>
            <a:endParaRPr lang="ar-LY"/>
          </a:p>
        </p:txBody>
      </p:sp>
    </p:spTree>
    <p:extLst>
      <p:ext uri="{BB962C8B-B14F-4D97-AF65-F5344CB8AC3E}">
        <p14:creationId xmlns:p14="http://schemas.microsoft.com/office/powerpoint/2010/main" val="483832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developed a diverse IP portfolio for our solution.</a:t>
            </a:r>
          </a:p>
          <a:p>
            <a:r>
              <a:rPr lang="en-US" dirty="0"/>
              <a:t>Core pillar is the patent which consists of the method for automated climate management for indoor farming facilities</a:t>
            </a:r>
          </a:p>
          <a:p>
            <a:r>
              <a:rPr lang="en-US" dirty="0"/>
              <a:t>The automation engine is implemented through the copyrighted database design and algorithms</a:t>
            </a:r>
          </a:p>
          <a:p>
            <a:r>
              <a:rPr lang="en-US" dirty="0"/>
              <a:t>Finally, we have collected real-world operational data on how to create an optimal indoor environment, giving us an edge in the market</a:t>
            </a:r>
          </a:p>
        </p:txBody>
      </p:sp>
      <p:sp>
        <p:nvSpPr>
          <p:cNvPr id="4" name="Slide Number Placeholder 3"/>
          <p:cNvSpPr>
            <a:spLocks noGrp="1"/>
          </p:cNvSpPr>
          <p:nvPr>
            <p:ph type="sldNum" sz="quarter" idx="5"/>
          </p:nvPr>
        </p:nvSpPr>
        <p:spPr/>
        <p:txBody>
          <a:bodyPr/>
          <a:lstStyle/>
          <a:p>
            <a:fld id="{C906DC70-5E63-44E8-9C18-D79E67272429}" type="slidenum">
              <a:rPr lang="ar-LY" smtClean="0"/>
              <a:t>7</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a step back to look at high-level market, we note that Ambient is not competing directly with a particular company or product.</a:t>
            </a:r>
          </a:p>
          <a:p>
            <a:br>
              <a:rPr lang="en-US" dirty="0"/>
            </a:br>
            <a:r>
              <a:rPr lang="en-US" dirty="0"/>
              <a:t>Instead, Ambient is positioned at the intersection of multiple segments in order to provide a tailored solution for the indoor farming beachhead market.</a:t>
            </a:r>
          </a:p>
        </p:txBody>
      </p:sp>
      <p:sp>
        <p:nvSpPr>
          <p:cNvPr id="4" name="Slide Number Placeholder 3"/>
          <p:cNvSpPr>
            <a:spLocks noGrp="1"/>
          </p:cNvSpPr>
          <p:nvPr>
            <p:ph type="sldNum" sz="quarter" idx="5"/>
          </p:nvPr>
        </p:nvSpPr>
        <p:spPr/>
        <p:txBody>
          <a:bodyPr/>
          <a:lstStyle/>
          <a:p>
            <a:fld id="{C906DC70-5E63-44E8-9C18-D79E67272429}" type="slidenum">
              <a:rPr lang="ar-LY" smtClean="0"/>
              <a:t>8</a:t>
            </a:fld>
            <a:endParaRPr lang="ar-LY"/>
          </a:p>
        </p:txBody>
      </p:sp>
    </p:spTree>
    <p:extLst>
      <p:ext uri="{BB962C8B-B14F-4D97-AF65-F5344CB8AC3E}">
        <p14:creationId xmlns:p14="http://schemas.microsoft.com/office/powerpoint/2010/main" val="497925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We picked the top player in three of the segments listed before to highlight advantages of the Ambient solution.</a:t>
            </a:r>
          </a:p>
          <a:p>
            <a:endParaRPr lang="en-US" dirty="0"/>
          </a:p>
          <a:p>
            <a:r>
              <a:rPr lang="en-US" dirty="0"/>
              <a:t>What makes most different is how we combine these components together to create an optimal indoor environment.</a:t>
            </a:r>
          </a:p>
          <a:p>
            <a:endParaRPr lang="en-US" dirty="0"/>
          </a:p>
          <a:p>
            <a:r>
              <a:rPr lang="en-US" dirty="0"/>
              <a:t>This is the key differentiator of our technology.</a:t>
            </a:r>
          </a:p>
        </p:txBody>
      </p:sp>
      <p:sp>
        <p:nvSpPr>
          <p:cNvPr id="4" name="Slide Number Placeholder 3"/>
          <p:cNvSpPr>
            <a:spLocks noGrp="1"/>
          </p:cNvSpPr>
          <p:nvPr>
            <p:ph type="sldNum" sz="quarter" idx="5"/>
          </p:nvPr>
        </p:nvSpPr>
        <p:spPr/>
        <p:txBody>
          <a:bodyPr/>
          <a:lstStyle/>
          <a:p>
            <a:fld id="{C906DC70-5E63-44E8-9C18-D79E67272429}" type="slidenum">
              <a:rPr lang="ar-LY" smtClean="0"/>
              <a:t>9</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a4ed5fc9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a4ed5fc9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CA" dirty="0"/>
              <a:t>In addition to the technology, Ambient has a competitive advantage based on our innovative business model.</a:t>
            </a:r>
          </a:p>
          <a:p>
            <a:pPr marL="0" lvl="0" indent="0" algn="l" rtl="0">
              <a:spcBef>
                <a:spcPts val="0"/>
              </a:spcBef>
              <a:spcAft>
                <a:spcPts val="0"/>
              </a:spcAft>
              <a:buClr>
                <a:schemeClr val="dk1"/>
              </a:buClr>
              <a:buSzPts val="1100"/>
              <a:buFont typeface="Arial"/>
              <a:buNone/>
            </a:pPr>
            <a:endParaRPr lang="en-CA" dirty="0"/>
          </a:p>
          <a:p>
            <a:pPr marL="0" lvl="0" indent="0" algn="l" rtl="0">
              <a:spcBef>
                <a:spcPts val="0"/>
              </a:spcBef>
              <a:spcAft>
                <a:spcPts val="0"/>
              </a:spcAft>
              <a:buClr>
                <a:schemeClr val="dk1"/>
              </a:buClr>
              <a:buSzPts val="1100"/>
              <a:buFont typeface="Arial"/>
              <a:buNone/>
            </a:pPr>
            <a:r>
              <a:rPr lang="en-CA" dirty="0"/>
              <a:t>We are splitting revenue into two streams:</a:t>
            </a:r>
          </a:p>
          <a:p>
            <a:pPr marL="0" lvl="0" indent="0" algn="l" rtl="0">
              <a:spcBef>
                <a:spcPts val="0"/>
              </a:spcBef>
              <a:spcAft>
                <a:spcPts val="0"/>
              </a:spcAft>
              <a:buClr>
                <a:schemeClr val="dk1"/>
              </a:buClr>
              <a:buSzPts val="1100"/>
              <a:buFont typeface="Arial"/>
              <a:buNone/>
            </a:pPr>
            <a:r>
              <a:rPr lang="en-CA" dirty="0"/>
              <a:t>1. CAPEX: covered by the customer</a:t>
            </a:r>
          </a:p>
          <a:p>
            <a:pPr marL="0" lvl="0" indent="0" algn="l" rtl="0">
              <a:spcBef>
                <a:spcPts val="0"/>
              </a:spcBef>
              <a:spcAft>
                <a:spcPts val="0"/>
              </a:spcAft>
              <a:buClr>
                <a:schemeClr val="dk1"/>
              </a:buClr>
              <a:buSzPts val="1100"/>
              <a:buFont typeface="Arial"/>
              <a:buNone/>
            </a:pPr>
            <a:r>
              <a:rPr lang="en-CA" dirty="0"/>
              <a:t>2. OPEX: shared based on additional value generated</a:t>
            </a:r>
            <a:endParaRPr dirty="0"/>
          </a:p>
        </p:txBody>
      </p:sp>
    </p:spTree>
    <p:extLst>
      <p:ext uri="{BB962C8B-B14F-4D97-AF65-F5344CB8AC3E}">
        <p14:creationId xmlns:p14="http://schemas.microsoft.com/office/powerpoint/2010/main" val="12549648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something that has received interest in the market</a:t>
            </a:r>
          </a:p>
          <a:p>
            <a:endParaRPr lang="en-US" dirty="0"/>
          </a:p>
          <a:p>
            <a:r>
              <a:rPr lang="en-US" dirty="0"/>
              <a:t>We have also identified the opportunity for something similar in other building segments.</a:t>
            </a:r>
          </a:p>
          <a:p>
            <a:endParaRPr lang="en-US" dirty="0"/>
          </a:p>
          <a:p>
            <a:r>
              <a:rPr lang="en-US" dirty="0"/>
              <a:t>We have spoken with one of the largest hospital facility managers in SEA and they have indicated there is a similar gap for this kind of solution</a:t>
            </a:r>
          </a:p>
        </p:txBody>
      </p:sp>
      <p:sp>
        <p:nvSpPr>
          <p:cNvPr id="4" name="Slide Number Placeholder 3"/>
          <p:cNvSpPr>
            <a:spLocks noGrp="1"/>
          </p:cNvSpPr>
          <p:nvPr>
            <p:ph type="sldNum" sz="quarter" idx="5"/>
          </p:nvPr>
        </p:nvSpPr>
        <p:spPr/>
        <p:txBody>
          <a:bodyPr/>
          <a:lstStyle/>
          <a:p>
            <a:fld id="{C906DC70-5E63-44E8-9C18-D79E67272429}" type="slidenum">
              <a:rPr lang="ar-LY" smtClean="0"/>
              <a:t>11</a:t>
            </a:fld>
            <a:endParaRPr lang="ar-LY"/>
          </a:p>
        </p:txBody>
      </p:sp>
    </p:spTree>
    <p:extLst>
      <p:ext uri="{BB962C8B-B14F-4D97-AF65-F5344CB8AC3E}">
        <p14:creationId xmlns:p14="http://schemas.microsoft.com/office/powerpoint/2010/main" val="7730927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the financials, we are projected to break even shortly after two years.</a:t>
            </a:r>
          </a:p>
          <a:p>
            <a:endParaRPr lang="en-US" dirty="0"/>
          </a:p>
          <a:p>
            <a:r>
              <a:rPr lang="en-US" dirty="0"/>
              <a:t>Currently raising $650k</a:t>
            </a:r>
          </a:p>
          <a:p>
            <a:r>
              <a:rPr lang="en-US" dirty="0"/>
              <a:t>At an estimated 5-year valuation of $8.5M</a:t>
            </a:r>
          </a:p>
          <a:p>
            <a:r>
              <a:rPr lang="en-US" dirty="0"/>
              <a:t>Based on a 10% discount rate</a:t>
            </a:r>
          </a:p>
          <a:p>
            <a:endParaRPr lang="en-US" dirty="0"/>
          </a:p>
          <a:p>
            <a:r>
              <a:rPr lang="en-US" dirty="0"/>
              <a:t>I can share more details on the financials afterwards.</a:t>
            </a:r>
          </a:p>
        </p:txBody>
      </p:sp>
      <p:sp>
        <p:nvSpPr>
          <p:cNvPr id="4" name="Slide Number Placeholder 3"/>
          <p:cNvSpPr>
            <a:spLocks noGrp="1"/>
          </p:cNvSpPr>
          <p:nvPr>
            <p:ph type="sldNum" sz="quarter" idx="5"/>
          </p:nvPr>
        </p:nvSpPr>
        <p:spPr/>
        <p:txBody>
          <a:bodyPr/>
          <a:lstStyle/>
          <a:p>
            <a:fld id="{C906DC70-5E63-44E8-9C18-D79E67272429}" type="slidenum">
              <a:rPr lang="ar-LY" smtClean="0"/>
              <a:t>12</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a4ed5fc97f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In terms of the key milestones, we are focusing on increasing the number of customers by ramping up technology development.</a:t>
            </a:r>
          </a:p>
          <a:p>
            <a:pPr marL="0" lvl="0" indent="0" algn="l" rtl="0">
              <a:spcBef>
                <a:spcPts val="0"/>
              </a:spcBef>
              <a:spcAft>
                <a:spcPts val="0"/>
              </a:spcAft>
              <a:buNone/>
            </a:pPr>
            <a:r>
              <a:rPr lang="en-CA" dirty="0"/>
              <a:t>We have three streams of technology development, consisting of software, hardware, and machine learning. Our co-design process of these components makes Ambient's solution unique.</a:t>
            </a:r>
            <a:endParaRPr dirty="0"/>
          </a:p>
        </p:txBody>
      </p:sp>
      <p:sp>
        <p:nvSpPr>
          <p:cNvPr id="255" name="Google Shape;255;ga4ed5fc97f_0_41:notes"/>
          <p:cNvSpPr>
            <a:spLocks noGrp="1" noRot="1" noChangeAspect="1"/>
          </p:cNvSpPr>
          <p:nvPr>
            <p:ph type="sldImg" idx="2"/>
          </p:nvPr>
        </p:nvSpPr>
        <p:spPr>
          <a:xfrm>
            <a:off x="381000" y="685800"/>
            <a:ext cx="6094413"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08317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90c5025bc6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CA" dirty="0"/>
              <a:t>Our team is uniquely positioned to solve this challenge.</a:t>
            </a:r>
          </a:p>
          <a:p>
            <a:pPr marL="0" lvl="0" indent="0" algn="l" rtl="0">
              <a:lnSpc>
                <a:spcPct val="100000"/>
              </a:lnSpc>
              <a:spcBef>
                <a:spcPts val="0"/>
              </a:spcBef>
              <a:spcAft>
                <a:spcPts val="0"/>
              </a:spcAft>
              <a:buNone/>
            </a:pPr>
            <a:r>
              <a:rPr lang="en-CA" dirty="0"/>
              <a:t>We have engineering backgrounds and experience in leading organizations backed by notable investors such as Y Combinator, [Team member], and Audi.</a:t>
            </a:r>
          </a:p>
          <a:p>
            <a:pPr marL="0" lvl="0" indent="0" algn="l" rtl="0">
              <a:lnSpc>
                <a:spcPct val="100000"/>
              </a:lnSpc>
              <a:spcBef>
                <a:spcPts val="0"/>
              </a:spcBef>
              <a:spcAft>
                <a:spcPts val="0"/>
              </a:spcAft>
              <a:buNone/>
            </a:pPr>
            <a:r>
              <a:rPr lang="en-CA" dirty="0"/>
              <a:t>We are also looking to bring on additional team members, particularly in the market development area to help us reach the APAC market more quickly.</a:t>
            </a:r>
          </a:p>
        </p:txBody>
      </p:sp>
      <p:sp>
        <p:nvSpPr>
          <p:cNvPr id="995" name="Google Shape;995;g90c5025bc6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676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06DC70-5E63-44E8-9C18-D79E67272429}" type="slidenum">
              <a:rPr lang="ar-LY" smtClean="0"/>
              <a:t>15</a:t>
            </a:fld>
            <a:endParaRPr lang="ar-LY"/>
          </a:p>
        </p:txBody>
      </p:sp>
    </p:spTree>
    <p:extLst>
      <p:ext uri="{BB962C8B-B14F-4D97-AF65-F5344CB8AC3E}">
        <p14:creationId xmlns:p14="http://schemas.microsoft.com/office/powerpoint/2010/main" val="1831559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F96B3-84B4-4B2C-83AE-DE[redacted]}"/>
              </a:ext>
            </a:extLst>
          </p:cNvPr>
          <p:cNvSpPr>
            <a:spLocks noGrp="1"/>
          </p:cNvSpPr>
          <p:nvPr>
            <p:ph type="title"/>
          </p:nvPr>
        </p:nvSpPr>
        <p:spPr/>
        <p:txBody>
          <a:bodyPr/>
          <a:lstStyle>
            <a:lvl1pPr>
              <a:defRPr>
                <a:solidFill>
                  <a:schemeClr val="bg1"/>
                </a:solidFill>
              </a:defRPr>
            </a:lvl1pPr>
          </a:lstStyle>
          <a:p>
            <a:r>
              <a:rPr lang="en-US" dirty="0"/>
              <a:t>Click to edit Master title style</a:t>
            </a:r>
            <a:endParaRPr lang="ar-LY" dirty="0"/>
          </a:p>
        </p:txBody>
      </p:sp>
      <p:sp>
        <p:nvSpPr>
          <p:cNvPr id="3" name="Date Placeholder 2">
            <a:extLst>
              <a:ext uri="{FF2B5EF4-FFF2-40B4-BE49-F238E27FC236}">
                <a16:creationId xmlns:a16="http://schemas.microsoft.com/office/drawing/2014/main" id="{0E8ADB45-04E0-46B0-A8FF-9887850F5232}"/>
              </a:ext>
            </a:extLst>
          </p:cNvPr>
          <p:cNvSpPr>
            <a:spLocks noGrp="1"/>
          </p:cNvSpPr>
          <p:nvPr>
            <p:ph type="dt" sz="half" idx="10"/>
          </p:nvPr>
        </p:nvSpPr>
        <p:spPr/>
        <p:txBody>
          <a:bodyPr/>
          <a:lstStyle>
            <a:lvl1pPr>
              <a:defRPr sz="1600"/>
            </a:lvl1pPr>
          </a:lstStyle>
          <a:p>
            <a:fld id="{A131A5CF-817D-314C-B15B-6D5F0E6CAFE4}" type="datetime1">
              <a:rPr lang="en-CA" smtClean="0"/>
              <a:t>2020-11-17</a:t>
            </a:fld>
            <a:endParaRPr lang="ar-LY"/>
          </a:p>
        </p:txBody>
      </p:sp>
      <p:sp>
        <p:nvSpPr>
          <p:cNvPr id="4" name="Footer Placeholder 3">
            <a:extLst>
              <a:ext uri="{FF2B5EF4-FFF2-40B4-BE49-F238E27FC236}">
                <a16:creationId xmlns:a16="http://schemas.microsoft.com/office/drawing/2014/main" id="{119B9A27-5DA5-4BB0-A567-275F82A0F989}"/>
              </a:ext>
            </a:extLst>
          </p:cNvPr>
          <p:cNvSpPr>
            <a:spLocks noGrp="1"/>
          </p:cNvSpPr>
          <p:nvPr>
            <p:ph type="ftr" sz="quarter" idx="11"/>
          </p:nvPr>
        </p:nvSpPr>
        <p:spPr/>
        <p:txBody>
          <a:bodyPr/>
          <a:lstStyle>
            <a:lvl1pPr>
              <a:defRPr sz="1600"/>
            </a:lvl1pPr>
          </a:lstStyle>
          <a:p>
            <a:endParaRPr lang="ar-LY" sz="1600"/>
          </a:p>
        </p:txBody>
      </p:sp>
      <p:sp>
        <p:nvSpPr>
          <p:cNvPr id="6" name="Slide Number Placeholder 5">
            <a:extLst>
              <a:ext uri="{FF2B5EF4-FFF2-40B4-BE49-F238E27FC236}">
                <a16:creationId xmlns:a16="http://schemas.microsoft.com/office/drawing/2014/main" id="{DF9F2702-A686-3444-A7C2-C7424DD4DA7E}"/>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F4CEF7-7F83-4E12-A932-FC45DBA5622B}"/>
              </a:ext>
            </a:extLst>
          </p:cNvPr>
          <p:cNvSpPr>
            <a:spLocks noGrp="1"/>
          </p:cNvSpPr>
          <p:nvPr>
            <p:ph type="dt" sz="half" idx="10"/>
          </p:nvPr>
        </p:nvSpPr>
        <p:spPr/>
        <p:txBody>
          <a:bodyPr/>
          <a:lstStyle/>
          <a:p>
            <a:fld id="{319FD17B-18D6-8447-B9D8-B57D07AD6FD7}" type="datetime1">
              <a:rPr lang="en-CA" smtClean="0"/>
              <a:t>2020-11-17</a:t>
            </a:fld>
            <a:endParaRPr lang="ar-LY"/>
          </a:p>
        </p:txBody>
      </p:sp>
      <p:sp>
        <p:nvSpPr>
          <p:cNvPr id="3" name="Footer Placeholder 2">
            <a:extLst>
              <a:ext uri="{FF2B5EF4-FFF2-40B4-BE49-F238E27FC236}">
                <a16:creationId xmlns:a16="http://schemas.microsoft.com/office/drawing/2014/main" id="{3519D36F-29DE-4CFE-8462-7F7720A72D9D}"/>
              </a:ext>
            </a:extLst>
          </p:cNvPr>
          <p:cNvSpPr>
            <a:spLocks noGrp="1"/>
          </p:cNvSpPr>
          <p:nvPr>
            <p:ph type="ftr" sz="quarter" idx="11"/>
          </p:nvPr>
        </p:nvSpPr>
        <p:spPr/>
        <p:txBody>
          <a:bodyPr/>
          <a:lstStyle/>
          <a:p>
            <a:endParaRPr lang="ar-LY"/>
          </a:p>
        </p:txBody>
      </p:sp>
      <p:sp>
        <p:nvSpPr>
          <p:cNvPr id="5" name="Slide Number Placeholder 5">
            <a:extLst>
              <a:ext uri="{FF2B5EF4-FFF2-40B4-BE49-F238E27FC236}">
                <a16:creationId xmlns:a16="http://schemas.microsoft.com/office/drawing/2014/main" id="{E0AC5333-3DD9-5E48-837C-3569DC2D1DA3}"/>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D2A266A-5972-4C18-901A-C1D0B8EC99A5}"/>
              </a:ext>
            </a:extLst>
          </p:cNvPr>
          <p:cNvSpPr>
            <a:spLocks noGrp="1"/>
          </p:cNvSpPr>
          <p:nvPr>
            <p:ph type="pic" sz="quarter" idx="13"/>
          </p:nvPr>
        </p:nvSpPr>
        <p:spPr>
          <a:xfrm>
            <a:off x="230982" y="225266"/>
            <a:ext cx="11730039" cy="4457700"/>
          </a:xfrm>
          <a:custGeom>
            <a:avLst/>
            <a:gdLst>
              <a:gd name="connsiteX0" fmla="*/ 168590 w 11730038"/>
              <a:gd name="connsiteY0" fmla="*/ 0 h 4457700"/>
              <a:gd name="connsiteX1" fmla="*/ 11561448 w 11730038"/>
              <a:gd name="connsiteY1" fmla="*/ 0 h 4457700"/>
              <a:gd name="connsiteX2" fmla="*/ 11730038 w 11730038"/>
              <a:gd name="connsiteY2" fmla="*/ 168590 h 4457700"/>
              <a:gd name="connsiteX3" fmla="*/ 11730038 w 11730038"/>
              <a:gd name="connsiteY3" fmla="*/ 4289110 h 4457700"/>
              <a:gd name="connsiteX4" fmla="*/ 11561448 w 11730038"/>
              <a:gd name="connsiteY4" fmla="*/ 4457700 h 4457700"/>
              <a:gd name="connsiteX5" fmla="*/ 168590 w 11730038"/>
              <a:gd name="connsiteY5" fmla="*/ 4457700 h 4457700"/>
              <a:gd name="connsiteX6" fmla="*/ 0 w 11730038"/>
              <a:gd name="connsiteY6" fmla="*/ 4289110 h 4457700"/>
              <a:gd name="connsiteX7" fmla="*/ 0 w 11730038"/>
              <a:gd name="connsiteY7" fmla="*/ 168590 h 4457700"/>
              <a:gd name="connsiteX8" fmla="*/ 168590 w 11730038"/>
              <a:gd name="connsiteY8" fmla="*/ 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30038" h="4457700">
                <a:moveTo>
                  <a:pt x="168590" y="0"/>
                </a:moveTo>
                <a:lnTo>
                  <a:pt x="11561448" y="0"/>
                </a:lnTo>
                <a:cubicBezTo>
                  <a:pt x="11654558" y="0"/>
                  <a:pt x="11730038" y="75480"/>
                  <a:pt x="11730038" y="168590"/>
                </a:cubicBezTo>
                <a:lnTo>
                  <a:pt x="11730038" y="4289110"/>
                </a:lnTo>
                <a:cubicBezTo>
                  <a:pt x="11730038" y="4382220"/>
                  <a:pt x="11654558" y="4457700"/>
                  <a:pt x="11561448" y="4457700"/>
                </a:cubicBezTo>
                <a:lnTo>
                  <a:pt x="168590" y="4457700"/>
                </a:lnTo>
                <a:cubicBezTo>
                  <a:pt x="75480" y="4457700"/>
                  <a:pt x="0" y="4382220"/>
                  <a:pt x="0" y="4289110"/>
                </a:cubicBezTo>
                <a:lnTo>
                  <a:pt x="0" y="168590"/>
                </a:lnTo>
                <a:cubicBezTo>
                  <a:pt x="0" y="75480"/>
                  <a:pt x="75480" y="0"/>
                  <a:pt x="168590" y="0"/>
                </a:cubicBezTo>
                <a:close/>
              </a:path>
            </a:pathLst>
          </a:custGeom>
        </p:spPr>
        <p:txBody>
          <a:bodyPr wrap="square">
            <a:noAutofit/>
          </a:bodyPr>
          <a:lstStyle/>
          <a:p>
            <a:endParaRPr lang="ar-LY"/>
          </a:p>
        </p:txBody>
      </p:sp>
      <p:sp>
        <p:nvSpPr>
          <p:cNvPr id="3" name="Date Placeholder 2">
            <a:extLst>
              <a:ext uri="{FF2B5EF4-FFF2-40B4-BE49-F238E27FC236}">
                <a16:creationId xmlns:a16="http://schemas.microsoft.com/office/drawing/2014/main" id="{7A3B84D1-C2D4-4004-8EAD-3970484C33FF}"/>
              </a:ext>
            </a:extLst>
          </p:cNvPr>
          <p:cNvSpPr>
            <a:spLocks noGrp="1"/>
          </p:cNvSpPr>
          <p:nvPr>
            <p:ph type="dt" sz="half" idx="10"/>
          </p:nvPr>
        </p:nvSpPr>
        <p:spPr/>
        <p:txBody>
          <a:bodyPr/>
          <a:lstStyle/>
          <a:p>
            <a:fld id="{581680C4-E63E-6140-B717-F96AB8E06DDD}" type="datetime1">
              <a:rPr lang="en-CA" smtClean="0"/>
              <a:t>2020-11-17</a:t>
            </a:fld>
            <a:endParaRPr lang="ar-LY"/>
          </a:p>
        </p:txBody>
      </p:sp>
      <p:sp>
        <p:nvSpPr>
          <p:cNvPr id="4" name="Footer Placeholder 3">
            <a:extLst>
              <a:ext uri="{FF2B5EF4-FFF2-40B4-BE49-F238E27FC236}">
                <a16:creationId xmlns:a16="http://schemas.microsoft.com/office/drawing/2014/main" id="{1B6E5858-4362-4FAD-AA92-04CB0F3E1DCA}"/>
              </a:ext>
            </a:extLst>
          </p:cNvPr>
          <p:cNvSpPr>
            <a:spLocks noGrp="1"/>
          </p:cNvSpPr>
          <p:nvPr>
            <p:ph type="ftr" sz="quarter" idx="11"/>
          </p:nvPr>
        </p:nvSpPr>
        <p:spPr/>
        <p:txBody>
          <a:bodyPr/>
          <a:lstStyle/>
          <a:p>
            <a:endParaRPr lang="ar-LY"/>
          </a:p>
        </p:txBody>
      </p:sp>
      <p:sp>
        <p:nvSpPr>
          <p:cNvPr id="17" name="Picture Placeholder 16">
            <a:extLst>
              <a:ext uri="{FF2B5EF4-FFF2-40B4-BE49-F238E27FC236}">
                <a16:creationId xmlns:a16="http://schemas.microsoft.com/office/drawing/2014/main" id="{1B70762B-372E-42AB-8316-6708DF8F05BB}"/>
              </a:ext>
            </a:extLst>
          </p:cNvPr>
          <p:cNvSpPr>
            <a:spLocks noGrp="1"/>
          </p:cNvSpPr>
          <p:nvPr>
            <p:ph type="pic" sz="quarter" idx="14"/>
          </p:nvPr>
        </p:nvSpPr>
        <p:spPr>
          <a:xfrm>
            <a:off x="1455421" y="1046528"/>
            <a:ext cx="5605435" cy="3550110"/>
          </a:xfrm>
          <a:custGeom>
            <a:avLst/>
            <a:gdLst>
              <a:gd name="connsiteX0" fmla="*/ 109549 w 6305551"/>
              <a:gd name="connsiteY0" fmla="*/ 0 h 3829050"/>
              <a:gd name="connsiteX1" fmla="*/ 6196002 w 6305551"/>
              <a:gd name="connsiteY1" fmla="*/ 0 h 3829050"/>
              <a:gd name="connsiteX2" fmla="*/ 6305551 w 6305551"/>
              <a:gd name="connsiteY2" fmla="*/ 109549 h 3829050"/>
              <a:gd name="connsiteX3" fmla="*/ 6305551 w 6305551"/>
              <a:gd name="connsiteY3" fmla="*/ 3719501 h 3829050"/>
              <a:gd name="connsiteX4" fmla="*/ 6196002 w 6305551"/>
              <a:gd name="connsiteY4" fmla="*/ 3829050 h 3829050"/>
              <a:gd name="connsiteX5" fmla="*/ 109549 w 6305551"/>
              <a:gd name="connsiteY5" fmla="*/ 3829050 h 3829050"/>
              <a:gd name="connsiteX6" fmla="*/ 0 w 6305551"/>
              <a:gd name="connsiteY6" fmla="*/ 3719501 h 3829050"/>
              <a:gd name="connsiteX7" fmla="*/ 0 w 6305551"/>
              <a:gd name="connsiteY7" fmla="*/ 109549 h 3829050"/>
              <a:gd name="connsiteX8" fmla="*/ 109549 w 6305551"/>
              <a:gd name="connsiteY8" fmla="*/ 0 h 382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5551" h="3829050">
                <a:moveTo>
                  <a:pt x="109549" y="0"/>
                </a:moveTo>
                <a:lnTo>
                  <a:pt x="6196002" y="0"/>
                </a:lnTo>
                <a:cubicBezTo>
                  <a:pt x="6256504" y="0"/>
                  <a:pt x="6305551" y="49047"/>
                  <a:pt x="6305551" y="109549"/>
                </a:cubicBezTo>
                <a:lnTo>
                  <a:pt x="6305551" y="3719501"/>
                </a:lnTo>
                <a:cubicBezTo>
                  <a:pt x="6305551" y="3780003"/>
                  <a:pt x="6256504" y="3829050"/>
                  <a:pt x="6196002" y="3829050"/>
                </a:cubicBezTo>
                <a:lnTo>
                  <a:pt x="109549" y="3829050"/>
                </a:lnTo>
                <a:cubicBezTo>
                  <a:pt x="49047" y="3829050"/>
                  <a:pt x="0" y="3780003"/>
                  <a:pt x="0" y="3719501"/>
                </a:cubicBezTo>
                <a:lnTo>
                  <a:pt x="0" y="109549"/>
                </a:lnTo>
                <a:cubicBezTo>
                  <a:pt x="0" y="49047"/>
                  <a:pt x="49047" y="0"/>
                  <a:pt x="109549" y="0"/>
                </a:cubicBezTo>
                <a:close/>
              </a:path>
            </a:pathLst>
          </a:custGeom>
        </p:spPr>
        <p:txBody>
          <a:bodyPr wrap="square">
            <a:noAutofit/>
          </a:bodyPr>
          <a:lstStyle/>
          <a:p>
            <a:endParaRPr lang="ar-LY" dirty="0"/>
          </a:p>
        </p:txBody>
      </p:sp>
      <p:sp>
        <p:nvSpPr>
          <p:cNvPr id="7" name="Slide Number Placeholder 5">
            <a:extLst>
              <a:ext uri="{FF2B5EF4-FFF2-40B4-BE49-F238E27FC236}">
                <a16:creationId xmlns:a16="http://schemas.microsoft.com/office/drawing/2014/main" id="{DFDF05FE-1110-1C4B-B0E8-46C695766FA5}"/>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785029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Slide">
  <p:cSld name="Default Slide">
    <p:spTree>
      <p:nvGrpSpPr>
        <p:cNvPr id="1" name="Shape 34"/>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690A9F1-7A61-F449-8DDD-D046EF699062}"/>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831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dirty="0"/>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70" lvl="0" indent="-457178">
              <a:spcBef>
                <a:spcPts val="0"/>
              </a:spcBef>
              <a:spcAft>
                <a:spcPts val="0"/>
              </a:spcAft>
              <a:buSzPts val="1800"/>
              <a:buChar char="●"/>
              <a:defRPr/>
            </a:lvl1pPr>
            <a:lvl2pPr marL="1219140" lvl="1" indent="-423312">
              <a:spcBef>
                <a:spcPts val="2133"/>
              </a:spcBef>
              <a:spcAft>
                <a:spcPts val="0"/>
              </a:spcAft>
              <a:buSzPts val="1400"/>
              <a:buChar char="○"/>
              <a:defRPr/>
            </a:lvl2pPr>
            <a:lvl3pPr marL="1828709" lvl="2" indent="-423312">
              <a:spcBef>
                <a:spcPts val="2133"/>
              </a:spcBef>
              <a:spcAft>
                <a:spcPts val="0"/>
              </a:spcAft>
              <a:buSzPts val="1400"/>
              <a:buChar char="■"/>
              <a:defRPr/>
            </a:lvl3pPr>
            <a:lvl4pPr marL="2438278" lvl="3" indent="-423312">
              <a:spcBef>
                <a:spcPts val="2133"/>
              </a:spcBef>
              <a:spcAft>
                <a:spcPts val="0"/>
              </a:spcAft>
              <a:buSzPts val="1400"/>
              <a:buChar char="●"/>
              <a:defRPr/>
            </a:lvl4pPr>
            <a:lvl5pPr marL="3047848" lvl="4" indent="-423312">
              <a:spcBef>
                <a:spcPts val="2133"/>
              </a:spcBef>
              <a:spcAft>
                <a:spcPts val="0"/>
              </a:spcAft>
              <a:buSzPts val="1400"/>
              <a:buChar char="○"/>
              <a:defRPr/>
            </a:lvl5pPr>
            <a:lvl6pPr marL="3657418" lvl="5" indent="-423312">
              <a:spcBef>
                <a:spcPts val="2133"/>
              </a:spcBef>
              <a:spcAft>
                <a:spcPts val="0"/>
              </a:spcAft>
              <a:buSzPts val="1400"/>
              <a:buChar char="■"/>
              <a:defRPr/>
            </a:lvl6pPr>
            <a:lvl7pPr marL="4266987" lvl="6" indent="-423312">
              <a:spcBef>
                <a:spcPts val="2133"/>
              </a:spcBef>
              <a:spcAft>
                <a:spcPts val="0"/>
              </a:spcAft>
              <a:buSzPts val="1400"/>
              <a:buChar char="●"/>
              <a:defRPr/>
            </a:lvl7pPr>
            <a:lvl8pPr marL="4876557" lvl="7" indent="-423312">
              <a:spcBef>
                <a:spcPts val="2133"/>
              </a:spcBef>
              <a:spcAft>
                <a:spcPts val="0"/>
              </a:spcAft>
              <a:buSzPts val="1400"/>
              <a:buChar char="○"/>
              <a:defRPr/>
            </a:lvl8pPr>
            <a:lvl9pPr marL="5486126" lvl="8" indent="-423312">
              <a:spcBef>
                <a:spcPts val="2133"/>
              </a:spcBef>
              <a:spcAft>
                <a:spcPts val="2133"/>
              </a:spcAft>
              <a:buSzPts val="1400"/>
              <a:buChar char="■"/>
              <a:defRPr/>
            </a:lvl9pPr>
          </a:lstStyle>
          <a:p>
            <a:endParaRPr/>
          </a:p>
        </p:txBody>
      </p:sp>
      <p:sp>
        <p:nvSpPr>
          <p:cNvPr id="5" name="Slide Number Placeholder 5">
            <a:extLst>
              <a:ext uri="{FF2B5EF4-FFF2-40B4-BE49-F238E27FC236}">
                <a16:creationId xmlns:a16="http://schemas.microsoft.com/office/drawing/2014/main" id="{C7824AAF-AC5A-004C-8E5A-5878A332C45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1658584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5_Custom Layout">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4611AC0-3CA0-014A-AA0C-39BC4AE9816A}"/>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8_Custom Layout">
    <p:spTree>
      <p:nvGrpSpPr>
        <p:cNvPr id="1" name=""/>
        <p:cNvGrpSpPr/>
        <p:nvPr/>
      </p:nvGrpSpPr>
      <p:grpSpPr>
        <a:xfrm>
          <a:off x="0" y="0"/>
          <a:ext cx="0" cy="0"/>
          <a:chOff x="0" y="0"/>
          <a:chExt cx="0" cy="0"/>
        </a:xfrm>
      </p:grpSpPr>
      <p:sp>
        <p:nvSpPr>
          <p:cNvPr id="2" name="Rectangle 1"/>
          <p:cNvSpPr/>
          <p:nvPr userDrawn="1"/>
        </p:nvSpPr>
        <p:spPr>
          <a:xfrm flipH="1">
            <a:off x="6045200" y="0"/>
            <a:ext cx="61468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3" name="Picture Placeholder 8"/>
          <p:cNvSpPr>
            <a:spLocks noGrp="1"/>
          </p:cNvSpPr>
          <p:nvPr>
            <p:ph type="pic" sz="quarter" idx="10"/>
          </p:nvPr>
        </p:nvSpPr>
        <p:spPr>
          <a:xfrm>
            <a:off x="965200" y="835025"/>
            <a:ext cx="4495800" cy="518795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p:spPr>
        <p:txBody>
          <a:bodyPr wrap="square">
            <a:noAutofit/>
          </a:bodyPr>
          <a:lstStyle/>
          <a:p>
            <a:endParaRPr lang="id-ID"/>
          </a:p>
        </p:txBody>
      </p:sp>
    </p:spTree>
    <p:extLst>
      <p:ext uri="{BB962C8B-B14F-4D97-AF65-F5344CB8AC3E}">
        <p14:creationId xmlns:p14="http://schemas.microsoft.com/office/powerpoint/2010/main" val="[redacted]"/>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8">
  <p:cSld name="Layout-8">
    <p:spTree>
      <p:nvGrpSpPr>
        <p:cNvPr id="1" name="Shape 52"/>
        <p:cNvGrpSpPr/>
        <p:nvPr/>
      </p:nvGrpSpPr>
      <p:grpSpPr>
        <a:xfrm>
          <a:off x="0" y="0"/>
          <a:ext cx="0" cy="0"/>
          <a:chOff x="0" y="0"/>
          <a:chExt cx="0" cy="0"/>
        </a:xfrm>
      </p:grpSpPr>
    </p:spTree>
    <p:extLst>
      <p:ext uri="{BB962C8B-B14F-4D97-AF65-F5344CB8AC3E}">
        <p14:creationId xmlns:p14="http://schemas.microsoft.com/office/powerpoint/2010/main" val="218052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99DB1C-FC23-413E-8743-D7E0ABA35573}"/>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ar-LY"/>
          </a:p>
        </p:txBody>
      </p:sp>
      <p:sp>
        <p:nvSpPr>
          <p:cNvPr id="3" name="Text Placeholder 2">
            <a:extLst>
              <a:ext uri="{FF2B5EF4-FFF2-40B4-BE49-F238E27FC236}">
                <a16:creationId xmlns:a16="http://schemas.microsoft.com/office/drawing/2014/main" id="{703C863E-4EF3-4C2B-8FAC-E4E70EDCD8F3}"/>
              </a:ext>
            </a:extLst>
          </p:cNvPr>
          <p:cNvSpPr>
            <a:spLocks noGrp="1"/>
          </p:cNvSpPr>
          <p:nvPr>
            <p:ph type="body" idx="1"/>
          </p:nvPr>
        </p:nvSpPr>
        <p:spPr>
          <a:xfrm>
            <a:off x="838200" y="1825625"/>
            <a:ext cx="10515600" cy="42847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LY"/>
          </a:p>
        </p:txBody>
      </p:sp>
      <p:sp>
        <p:nvSpPr>
          <p:cNvPr id="4" name="Date Placeholder 3">
            <a:extLst>
              <a:ext uri="{FF2B5EF4-FFF2-40B4-BE49-F238E27FC236}">
                <a16:creationId xmlns:a16="http://schemas.microsoft.com/office/drawing/2014/main" id="{C0ACA65B-2F43-46D1-8D43-850C8F62D8B8}"/>
              </a:ext>
            </a:extLst>
          </p:cNvPr>
          <p:cNvSpPr>
            <a:spLocks noGrp="1"/>
          </p:cNvSpPr>
          <p:nvPr>
            <p:ph type="dt" sz="half" idx="2"/>
          </p:nvPr>
        </p:nvSpPr>
        <p:spPr>
          <a:xfrm>
            <a:off x="838200" y="6316011"/>
            <a:ext cx="2743200" cy="365125"/>
          </a:xfrm>
          <a:prstGeom prst="rect">
            <a:avLst/>
          </a:prstGeom>
        </p:spPr>
        <p:txBody>
          <a:bodyPr vert="horz" lIns="91440" tIns="45720" rIns="91440" bIns="45720" rtlCol="0" anchor="ctr"/>
          <a:lstStyle>
            <a:lvl1pPr algn="r">
              <a:defRPr sz="1600" b="1">
                <a:solidFill>
                  <a:schemeClr val="bg1"/>
                </a:solidFill>
              </a:defRPr>
            </a:lvl1pPr>
          </a:lstStyle>
          <a:p>
            <a:fld id="{52781E9E-6EA8-9D49-B2D6-93F46CAA3402}" type="datetime1">
              <a:rPr lang="en-CA" smtClean="0"/>
              <a:pPr/>
              <a:t>2020-11-17</a:t>
            </a:fld>
            <a:endParaRPr lang="ar-LY" b="1"/>
          </a:p>
        </p:txBody>
      </p:sp>
      <p:sp>
        <p:nvSpPr>
          <p:cNvPr id="5" name="Footer Placeholder 4">
            <a:extLst>
              <a:ext uri="{FF2B5EF4-FFF2-40B4-BE49-F238E27FC236}">
                <a16:creationId xmlns:a16="http://schemas.microsoft.com/office/drawing/2014/main" id="{0E07D30D-B5B1-40D4-A056-30060BBBB7C5}"/>
              </a:ext>
            </a:extLst>
          </p:cNvPr>
          <p:cNvSpPr>
            <a:spLocks noGrp="1"/>
          </p:cNvSpPr>
          <p:nvPr>
            <p:ph type="ftr" sz="quarter" idx="3"/>
          </p:nvPr>
        </p:nvSpPr>
        <p:spPr>
          <a:xfrm>
            <a:off x="4038600" y="6316011"/>
            <a:ext cx="4114800" cy="365125"/>
          </a:xfrm>
          <a:prstGeom prst="rect">
            <a:avLst/>
          </a:prstGeom>
        </p:spPr>
        <p:txBody>
          <a:bodyPr vert="horz" lIns="91440" tIns="45720" rIns="91440" bIns="45720" rtlCol="0" anchor="ctr"/>
          <a:lstStyle>
            <a:lvl1pPr algn="ctr">
              <a:defRPr sz="1600" b="1">
                <a:solidFill>
                  <a:schemeClr val="bg1"/>
                </a:solidFill>
              </a:defRPr>
            </a:lvl1pPr>
          </a:lstStyle>
          <a:p>
            <a:endParaRPr lang="ar-LY" b="1"/>
          </a:p>
        </p:txBody>
      </p:sp>
      <p:sp>
        <p:nvSpPr>
          <p:cNvPr id="6" name="Slide Number Placeholder 5">
            <a:extLst>
              <a:ext uri="{FF2B5EF4-FFF2-40B4-BE49-F238E27FC236}">
                <a16:creationId xmlns:a16="http://schemas.microsoft.com/office/drawing/2014/main" id="{17E3D8C2-4B34-4DC5-94B5-E417F9F44833}"/>
              </a:ext>
            </a:extLst>
          </p:cNvPr>
          <p:cNvSpPr>
            <a:spLocks noGrp="1"/>
          </p:cNvSpPr>
          <p:nvPr>
            <p:ph type="sldNum" sz="quarter" idx="4"/>
          </p:nvPr>
        </p:nvSpPr>
        <p:spPr>
          <a:xfrm>
            <a:off x="8610600" y="6316011"/>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grpSp>
        <p:nvGrpSpPr>
          <p:cNvPr id="111" name="Group 110">
            <a:extLst>
              <a:ext uri="{FF2B5EF4-FFF2-40B4-BE49-F238E27FC236}">
                <a16:creationId xmlns:a16="http://schemas.microsoft.com/office/drawing/2014/main" id="{3D559FAB-F08D-4645-AD80-445EC39893FF}"/>
              </a:ext>
            </a:extLst>
          </p:cNvPr>
          <p:cNvGrpSpPr/>
          <p:nvPr userDrawn="1"/>
        </p:nvGrpSpPr>
        <p:grpSpPr>
          <a:xfrm>
            <a:off x="123923" y="-84241"/>
            <a:ext cx="11131011" cy="6805716"/>
            <a:chOff x="123922" y="-84241"/>
            <a:chExt cx="11131011" cy="6805716"/>
          </a:xfrm>
          <a:solidFill>
            <a:schemeClr val="accent1">
              <a:alpha val="2000"/>
            </a:schemeClr>
          </a:solidFill>
        </p:grpSpPr>
        <p:grpSp>
          <p:nvGrpSpPr>
            <p:cNvPr id="7" name="Group 6">
              <a:extLst>
                <a:ext uri="{FF2B5EF4-FFF2-40B4-BE49-F238E27FC236}">
                  <a16:creationId xmlns:a16="http://schemas.microsoft.com/office/drawing/2014/main" id="{9086A151-A16D-40BF-8F51-27F385B69089}"/>
                </a:ext>
              </a:extLst>
            </p:cNvPr>
            <p:cNvGrpSpPr/>
            <p:nvPr userDrawn="1"/>
          </p:nvGrpSpPr>
          <p:grpSpPr>
            <a:xfrm>
              <a:off x="123922" y="-84241"/>
              <a:ext cx="9414316" cy="6805716"/>
              <a:chOff x="1328207" y="548798"/>
              <a:chExt cx="8085901" cy="5845390"/>
            </a:xfrm>
            <a:grpFill/>
          </p:grpSpPr>
          <p:grpSp>
            <p:nvGrpSpPr>
              <p:cNvPr id="8" name="Group 7">
                <a:extLst>
                  <a:ext uri="{FF2B5EF4-FFF2-40B4-BE49-F238E27FC236}">
                    <a16:creationId xmlns:a16="http://schemas.microsoft.com/office/drawing/2014/main" id="{C3BD2EC3-05A6-48B8-A683-[redacted]B9}"/>
                  </a:ext>
                </a:extLst>
              </p:cNvPr>
              <p:cNvGrpSpPr/>
              <p:nvPr/>
            </p:nvGrpSpPr>
            <p:grpSpPr>
              <a:xfrm>
                <a:off x="7784513" y="1615870"/>
                <a:ext cx="411196" cy="411196"/>
                <a:chOff x="6059156" y="973740"/>
                <a:chExt cx="411196" cy="411196"/>
              </a:xfrm>
              <a:grpFill/>
            </p:grpSpPr>
            <p:sp>
              <p:nvSpPr>
                <p:cNvPr id="54" name="Oval 53">
                  <a:extLst>
                    <a:ext uri="{FF2B5EF4-FFF2-40B4-BE49-F238E27FC236}">
                      <a16:creationId xmlns:a16="http://schemas.microsoft.com/office/drawing/2014/main" id="{F3A0A2CC-86F6-4F44-942E-3F7EA0FDBF49}"/>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55" name="Oval 54">
                  <a:extLst>
                    <a:ext uri="{FF2B5EF4-FFF2-40B4-BE49-F238E27FC236}">
                      <a16:creationId xmlns:a16="http://schemas.microsoft.com/office/drawing/2014/main" id="{87F31D15-1E68-4632-ADDF-FCD73B8AC947}"/>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6" name="Oval 55">
                  <a:extLst>
                    <a:ext uri="{FF2B5EF4-FFF2-40B4-BE49-F238E27FC236}">
                      <a16:creationId xmlns:a16="http://schemas.microsoft.com/office/drawing/2014/main" id="{986E7C42-DB94-4098-AFEC-32B00B8D1C30}"/>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7" name="Oval 56">
                  <a:extLst>
                    <a:ext uri="{FF2B5EF4-FFF2-40B4-BE49-F238E27FC236}">
                      <a16:creationId xmlns:a16="http://schemas.microsoft.com/office/drawing/2014/main" id="{99670FBB-C88E-4922-AD97-9D0D6604181C}"/>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9" name="Group 8">
                <a:extLst>
                  <a:ext uri="{FF2B5EF4-FFF2-40B4-BE49-F238E27FC236}">
                    <a16:creationId xmlns:a16="http://schemas.microsoft.com/office/drawing/2014/main" id="{AA679880-7B05-4D9D-B3C1-A87F8BDD5EBF}"/>
                  </a:ext>
                </a:extLst>
              </p:cNvPr>
              <p:cNvGrpSpPr/>
              <p:nvPr/>
            </p:nvGrpSpPr>
            <p:grpSpPr>
              <a:xfrm>
                <a:off x="5625005" y="1223965"/>
                <a:ext cx="411196" cy="411196"/>
                <a:chOff x="6059156" y="973740"/>
                <a:chExt cx="411196" cy="411196"/>
              </a:xfrm>
              <a:grpFill/>
            </p:grpSpPr>
            <p:sp>
              <p:nvSpPr>
                <p:cNvPr id="50" name="Oval 49">
                  <a:extLst>
                    <a:ext uri="{FF2B5EF4-FFF2-40B4-BE49-F238E27FC236}">
                      <a16:creationId xmlns:a16="http://schemas.microsoft.com/office/drawing/2014/main" id="{B8528931-C518-4C0D-B987-928057FD0B22}"/>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51" name="Oval 50">
                  <a:extLst>
                    <a:ext uri="{FF2B5EF4-FFF2-40B4-BE49-F238E27FC236}">
                      <a16:creationId xmlns:a16="http://schemas.microsoft.com/office/drawing/2014/main" id="{F0739537-1EAF-46E1-9111-5BAA5513704B}"/>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2" name="Oval 51">
                  <a:extLst>
                    <a:ext uri="{FF2B5EF4-FFF2-40B4-BE49-F238E27FC236}">
                      <a16:creationId xmlns:a16="http://schemas.microsoft.com/office/drawing/2014/main" id="{ED69CFAF-7806-42CF-95B7-5400E171C122}"/>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3" name="Oval 52">
                  <a:extLst>
                    <a:ext uri="{FF2B5EF4-FFF2-40B4-BE49-F238E27FC236}">
                      <a16:creationId xmlns:a16="http://schemas.microsoft.com/office/drawing/2014/main" id="{97CB6B00-3AFE-4CD1-B5EA-517A5BF6287F}"/>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0" name="Group 9">
                <a:extLst>
                  <a:ext uri="{FF2B5EF4-FFF2-40B4-BE49-F238E27FC236}">
                    <a16:creationId xmlns:a16="http://schemas.microsoft.com/office/drawing/2014/main" id="{3932C612-DA17-4609-81EE-E646A7BC0B80}"/>
                  </a:ext>
                </a:extLst>
              </p:cNvPr>
              <p:cNvGrpSpPr/>
              <p:nvPr/>
            </p:nvGrpSpPr>
            <p:grpSpPr>
              <a:xfrm>
                <a:off x="3361463" y="4666790"/>
                <a:ext cx="411196" cy="411196"/>
                <a:chOff x="6059156" y="973740"/>
                <a:chExt cx="411196" cy="411196"/>
              </a:xfrm>
              <a:grpFill/>
            </p:grpSpPr>
            <p:sp>
              <p:nvSpPr>
                <p:cNvPr id="46" name="Oval 45">
                  <a:extLst>
                    <a:ext uri="{FF2B5EF4-FFF2-40B4-BE49-F238E27FC236}">
                      <a16:creationId xmlns:a16="http://schemas.microsoft.com/office/drawing/2014/main" id="{EE2C54BB-991C-4918-8728-CADCF728218A}"/>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47" name="Oval 46">
                  <a:extLst>
                    <a:ext uri="{FF2B5EF4-FFF2-40B4-BE49-F238E27FC236}">
                      <a16:creationId xmlns:a16="http://schemas.microsoft.com/office/drawing/2014/main" id="{C275593E-7B55-4AA5-ACBB-95EA9E407B7C}"/>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8" name="Oval 47">
                  <a:extLst>
                    <a:ext uri="{FF2B5EF4-FFF2-40B4-BE49-F238E27FC236}">
                      <a16:creationId xmlns:a16="http://schemas.microsoft.com/office/drawing/2014/main" id="{52E0A10E-2F6F-4AB5-9FCE-FBE966F394CF}"/>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9" name="Oval 48">
                  <a:extLst>
                    <a:ext uri="{FF2B5EF4-FFF2-40B4-BE49-F238E27FC236}">
                      <a16:creationId xmlns:a16="http://schemas.microsoft.com/office/drawing/2014/main" id="{45957082-9F8F-4C32-BBF1-1FF6083EEF9B}"/>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1" name="Group 10">
                <a:extLst>
                  <a:ext uri="{FF2B5EF4-FFF2-40B4-BE49-F238E27FC236}">
                    <a16:creationId xmlns:a16="http://schemas.microsoft.com/office/drawing/2014/main" id="{9A185AE8-C17D-47B5-99F6-A7147DBA682A}"/>
                  </a:ext>
                </a:extLst>
              </p:cNvPr>
              <p:cNvGrpSpPr/>
              <p:nvPr/>
            </p:nvGrpSpPr>
            <p:grpSpPr>
              <a:xfrm>
                <a:off x="6792914" y="5804395"/>
                <a:ext cx="411196" cy="411196"/>
                <a:chOff x="6059156" y="973740"/>
                <a:chExt cx="411196" cy="411196"/>
              </a:xfrm>
              <a:grpFill/>
            </p:grpSpPr>
            <p:sp>
              <p:nvSpPr>
                <p:cNvPr id="42" name="Oval 41">
                  <a:extLst>
                    <a:ext uri="{FF2B5EF4-FFF2-40B4-BE49-F238E27FC236}">
                      <a16:creationId xmlns:a16="http://schemas.microsoft.com/office/drawing/2014/main" id="{5D7A1280-DD8B-402D-ACC2-B6D872867EC3}"/>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43" name="Oval 42">
                  <a:extLst>
                    <a:ext uri="{FF2B5EF4-FFF2-40B4-BE49-F238E27FC236}">
                      <a16:creationId xmlns:a16="http://schemas.microsoft.com/office/drawing/2014/main" id="{E3DC474A-9A49-47C6-B7C7-7C57469FDF14}"/>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4" name="Oval 43">
                  <a:extLst>
                    <a:ext uri="{FF2B5EF4-FFF2-40B4-BE49-F238E27FC236}">
                      <a16:creationId xmlns:a16="http://schemas.microsoft.com/office/drawing/2014/main" id="{136460F8-2821-469A-BFE7-B6192CCC3799}"/>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5" name="Oval 44">
                  <a:extLst>
                    <a:ext uri="{FF2B5EF4-FFF2-40B4-BE49-F238E27FC236}">
                      <a16:creationId xmlns:a16="http://schemas.microsoft.com/office/drawing/2014/main" id="{E04491EA-7DDD-4A57-AFEC-29EF162D1087}"/>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2" name="Group 11">
                <a:extLst>
                  <a:ext uri="{FF2B5EF4-FFF2-40B4-BE49-F238E27FC236}">
                    <a16:creationId xmlns:a16="http://schemas.microsoft.com/office/drawing/2014/main" id="{2E96863E-32C1-4C71-9590-83D6DD867D9F}"/>
                  </a:ext>
                </a:extLst>
              </p:cNvPr>
              <p:cNvGrpSpPr/>
              <p:nvPr/>
            </p:nvGrpSpPr>
            <p:grpSpPr>
              <a:xfrm>
                <a:off x="9097945" y="5239979"/>
                <a:ext cx="252166" cy="252166"/>
                <a:chOff x="6059156" y="973740"/>
                <a:chExt cx="411196" cy="411196"/>
              </a:xfrm>
              <a:grpFill/>
            </p:grpSpPr>
            <p:sp>
              <p:nvSpPr>
                <p:cNvPr id="38" name="Oval 37">
                  <a:extLst>
                    <a:ext uri="{FF2B5EF4-FFF2-40B4-BE49-F238E27FC236}">
                      <a16:creationId xmlns:a16="http://schemas.microsoft.com/office/drawing/2014/main" id="{2CDEC96C-9A7C-4EEE-AC6D-AAC3F7A323D1}"/>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39" name="Oval 38">
                  <a:extLst>
                    <a:ext uri="{FF2B5EF4-FFF2-40B4-BE49-F238E27FC236}">
                      <a16:creationId xmlns:a16="http://schemas.microsoft.com/office/drawing/2014/main" id="{EE0CC441-3F71-4C1C-B9A2-FDB787351E2D}"/>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0" name="Oval 39">
                  <a:extLst>
                    <a:ext uri="{FF2B5EF4-FFF2-40B4-BE49-F238E27FC236}">
                      <a16:creationId xmlns:a16="http://schemas.microsoft.com/office/drawing/2014/main" id="{D803FBCB-2791-4362-91D6-B2B2DDB6CEF1}"/>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1" name="Oval 40">
                  <a:extLst>
                    <a:ext uri="{FF2B5EF4-FFF2-40B4-BE49-F238E27FC236}">
                      <a16:creationId xmlns:a16="http://schemas.microsoft.com/office/drawing/2014/main" id="{E65B033E-A002-4124-BF85-AB34D4327ED8}"/>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3" name="Group 12">
                <a:extLst>
                  <a:ext uri="{FF2B5EF4-FFF2-40B4-BE49-F238E27FC236}">
                    <a16:creationId xmlns:a16="http://schemas.microsoft.com/office/drawing/2014/main" id="{19473EEF-1425-43AA-B5A9-DDF2AFA38B1E}"/>
                  </a:ext>
                </a:extLst>
              </p:cNvPr>
              <p:cNvGrpSpPr/>
              <p:nvPr/>
            </p:nvGrpSpPr>
            <p:grpSpPr>
              <a:xfrm>
                <a:off x="5563787" y="4619479"/>
                <a:ext cx="252166" cy="252166"/>
                <a:chOff x="6059156" y="973740"/>
                <a:chExt cx="411196" cy="411196"/>
              </a:xfrm>
              <a:grpFill/>
            </p:grpSpPr>
            <p:sp>
              <p:nvSpPr>
                <p:cNvPr id="34" name="Oval 33">
                  <a:extLst>
                    <a:ext uri="{FF2B5EF4-FFF2-40B4-BE49-F238E27FC236}">
                      <a16:creationId xmlns:a16="http://schemas.microsoft.com/office/drawing/2014/main" id="{C1DC9492-BA14-44F2-B21E-154AF54A3013}"/>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35" name="Oval 34">
                  <a:extLst>
                    <a:ext uri="{FF2B5EF4-FFF2-40B4-BE49-F238E27FC236}">
                      <a16:creationId xmlns:a16="http://schemas.microsoft.com/office/drawing/2014/main" id="{38211917-F988-4176-AD43-C9CE80F88BC7}"/>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6" name="Oval 35">
                  <a:extLst>
                    <a:ext uri="{FF2B5EF4-FFF2-40B4-BE49-F238E27FC236}">
                      <a16:creationId xmlns:a16="http://schemas.microsoft.com/office/drawing/2014/main" id="{1849CB2C-AF33-4F6C-B068-E0C8AB92FBBB}"/>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7" name="Oval 36">
                  <a:extLst>
                    <a:ext uri="{FF2B5EF4-FFF2-40B4-BE49-F238E27FC236}">
                      <a16:creationId xmlns:a16="http://schemas.microsoft.com/office/drawing/2014/main" id="{465CA28A-6176-4862-8532-D10B4A42D081}"/>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4" name="Group 13">
                <a:extLst>
                  <a:ext uri="{FF2B5EF4-FFF2-40B4-BE49-F238E27FC236}">
                    <a16:creationId xmlns:a16="http://schemas.microsoft.com/office/drawing/2014/main" id="{C3E2A638-8567-4E61-A9C2-853B33768EA3}"/>
                  </a:ext>
                </a:extLst>
              </p:cNvPr>
              <p:cNvGrpSpPr/>
              <p:nvPr/>
            </p:nvGrpSpPr>
            <p:grpSpPr>
              <a:xfrm>
                <a:off x="9161942" y="548798"/>
                <a:ext cx="252166" cy="252166"/>
                <a:chOff x="6059156" y="973740"/>
                <a:chExt cx="411196" cy="411196"/>
              </a:xfrm>
              <a:grpFill/>
            </p:grpSpPr>
            <p:sp>
              <p:nvSpPr>
                <p:cNvPr id="30" name="Oval 29">
                  <a:extLst>
                    <a:ext uri="{FF2B5EF4-FFF2-40B4-BE49-F238E27FC236}">
                      <a16:creationId xmlns:a16="http://schemas.microsoft.com/office/drawing/2014/main" id="{226DA764-8F56-4E87-88DC-4EE41028741A}"/>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31" name="Oval 30">
                  <a:extLst>
                    <a:ext uri="{FF2B5EF4-FFF2-40B4-BE49-F238E27FC236}">
                      <a16:creationId xmlns:a16="http://schemas.microsoft.com/office/drawing/2014/main" id="{5362BA3D-7754-42BB-8E1A-E220DC52B643}"/>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2" name="Oval 31">
                  <a:extLst>
                    <a:ext uri="{FF2B5EF4-FFF2-40B4-BE49-F238E27FC236}">
                      <a16:creationId xmlns:a16="http://schemas.microsoft.com/office/drawing/2014/main" id="{3BBC99C0-51CB-4929-8668-87F4541426A5}"/>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3" name="Oval 32">
                  <a:extLst>
                    <a:ext uri="{FF2B5EF4-FFF2-40B4-BE49-F238E27FC236}">
                      <a16:creationId xmlns:a16="http://schemas.microsoft.com/office/drawing/2014/main" id="{C487F56A-E67F-4A83-A7B7-B85F8ED0881E}"/>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5" name="Group 14">
                <a:extLst>
                  <a:ext uri="{FF2B5EF4-FFF2-40B4-BE49-F238E27FC236}">
                    <a16:creationId xmlns:a16="http://schemas.microsoft.com/office/drawing/2014/main" id="{3F95006D-E0F4-42B3-8471-808A7759AECB}"/>
                  </a:ext>
                </a:extLst>
              </p:cNvPr>
              <p:cNvGrpSpPr/>
              <p:nvPr/>
            </p:nvGrpSpPr>
            <p:grpSpPr>
              <a:xfrm>
                <a:off x="4532064" y="2042773"/>
                <a:ext cx="252166" cy="252166"/>
                <a:chOff x="6059156" y="973740"/>
                <a:chExt cx="411196" cy="411196"/>
              </a:xfrm>
              <a:grpFill/>
            </p:grpSpPr>
            <p:sp>
              <p:nvSpPr>
                <p:cNvPr id="26" name="Oval 25">
                  <a:extLst>
                    <a:ext uri="{FF2B5EF4-FFF2-40B4-BE49-F238E27FC236}">
                      <a16:creationId xmlns:a16="http://schemas.microsoft.com/office/drawing/2014/main" id="{03B1344B-E671-45B0-AE22-BC4FFBF3DF5B}"/>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27" name="Oval 26">
                  <a:extLst>
                    <a:ext uri="{FF2B5EF4-FFF2-40B4-BE49-F238E27FC236}">
                      <a16:creationId xmlns:a16="http://schemas.microsoft.com/office/drawing/2014/main" id="{A1EC59C0-EDA2-4C3F-A2A0-922328356DC5}"/>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8" name="Oval 27">
                  <a:extLst>
                    <a:ext uri="{FF2B5EF4-FFF2-40B4-BE49-F238E27FC236}">
                      <a16:creationId xmlns:a16="http://schemas.microsoft.com/office/drawing/2014/main" id="{41BF7E37-4FBB-4C9F-9FAE-26062C9813C4}"/>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9" name="Oval 28">
                  <a:extLst>
                    <a:ext uri="{FF2B5EF4-FFF2-40B4-BE49-F238E27FC236}">
                      <a16:creationId xmlns:a16="http://schemas.microsoft.com/office/drawing/2014/main" id="{3B3EF867-2744-40F4-A620-DFC8ADE42523}"/>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6" name="Group 15">
                <a:extLst>
                  <a:ext uri="{FF2B5EF4-FFF2-40B4-BE49-F238E27FC236}">
                    <a16:creationId xmlns:a16="http://schemas.microsoft.com/office/drawing/2014/main" id="{CEC0BDC8-2BFA-434C-A611-75D0341F94E9}"/>
                  </a:ext>
                </a:extLst>
              </p:cNvPr>
              <p:cNvGrpSpPr/>
              <p:nvPr/>
            </p:nvGrpSpPr>
            <p:grpSpPr>
              <a:xfrm>
                <a:off x="1328207" y="2484239"/>
                <a:ext cx="252166" cy="252166"/>
                <a:chOff x="6059156" y="973740"/>
                <a:chExt cx="411196" cy="411196"/>
              </a:xfrm>
              <a:grpFill/>
            </p:grpSpPr>
            <p:sp>
              <p:nvSpPr>
                <p:cNvPr id="22" name="Oval 21">
                  <a:extLst>
                    <a:ext uri="{FF2B5EF4-FFF2-40B4-BE49-F238E27FC236}">
                      <a16:creationId xmlns:a16="http://schemas.microsoft.com/office/drawing/2014/main" id="{4D5B4FE1-E832-44F0-B422-BA8A7FDDCC84}"/>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23" name="Oval 22">
                  <a:extLst>
                    <a:ext uri="{FF2B5EF4-FFF2-40B4-BE49-F238E27FC236}">
                      <a16:creationId xmlns:a16="http://schemas.microsoft.com/office/drawing/2014/main" id="{8EAC12B8-A98E-4599-9861-569B4CBB6478}"/>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4" name="Oval 23">
                  <a:extLst>
                    <a:ext uri="{FF2B5EF4-FFF2-40B4-BE49-F238E27FC236}">
                      <a16:creationId xmlns:a16="http://schemas.microsoft.com/office/drawing/2014/main" id="{E36E53A4-747F-4BF3-9E0B-AC4C82B5ADC2}"/>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5" name="Oval 24">
                  <a:extLst>
                    <a:ext uri="{FF2B5EF4-FFF2-40B4-BE49-F238E27FC236}">
                      <a16:creationId xmlns:a16="http://schemas.microsoft.com/office/drawing/2014/main" id="{AC9FF9C6-A3B2-45BE-B080-F011C39428B1}"/>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7" name="Group 16">
                <a:extLst>
                  <a:ext uri="{FF2B5EF4-FFF2-40B4-BE49-F238E27FC236}">
                    <a16:creationId xmlns:a16="http://schemas.microsoft.com/office/drawing/2014/main" id="{0BFB0F11-9E50-4F44-A5CC-B67FBC900CCD}"/>
                  </a:ext>
                </a:extLst>
              </p:cNvPr>
              <p:cNvGrpSpPr/>
              <p:nvPr/>
            </p:nvGrpSpPr>
            <p:grpSpPr>
              <a:xfrm>
                <a:off x="2898356" y="6142022"/>
                <a:ext cx="252166" cy="252166"/>
                <a:chOff x="6059156" y="973740"/>
                <a:chExt cx="411196" cy="411196"/>
              </a:xfrm>
              <a:grpFill/>
            </p:grpSpPr>
            <p:sp>
              <p:nvSpPr>
                <p:cNvPr id="18" name="Oval 17">
                  <a:extLst>
                    <a:ext uri="{FF2B5EF4-FFF2-40B4-BE49-F238E27FC236}">
                      <a16:creationId xmlns:a16="http://schemas.microsoft.com/office/drawing/2014/main" id="{8433B32D-D073-4329-8F3E-569DA09C1396}"/>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19" name="Oval 18">
                  <a:extLst>
                    <a:ext uri="{FF2B5EF4-FFF2-40B4-BE49-F238E27FC236}">
                      <a16:creationId xmlns:a16="http://schemas.microsoft.com/office/drawing/2014/main" id="{00D9B052-7DB6-4B15-B6FF-545F135B32E8}"/>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0" name="Oval 19">
                  <a:extLst>
                    <a:ext uri="{FF2B5EF4-FFF2-40B4-BE49-F238E27FC236}">
                      <a16:creationId xmlns:a16="http://schemas.microsoft.com/office/drawing/2014/main" id="{12F7481D-3D5E-4C9C-B4E6-089A4B3CD0FE}"/>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1" name="Oval 20">
                  <a:extLst>
                    <a:ext uri="{FF2B5EF4-FFF2-40B4-BE49-F238E27FC236}">
                      <a16:creationId xmlns:a16="http://schemas.microsoft.com/office/drawing/2014/main" id="{4C74C814-2B5F-41D1-81D6-2EE12046CE89}"/>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grpSp>
          <p:nvGrpSpPr>
            <p:cNvPr id="110" name="Group 109">
              <a:extLst>
                <a:ext uri="{FF2B5EF4-FFF2-40B4-BE49-F238E27FC236}">
                  <a16:creationId xmlns:a16="http://schemas.microsoft.com/office/drawing/2014/main" id="{92704286-E96E-4FDD-ADBF-C9520D237664}"/>
                </a:ext>
              </a:extLst>
            </p:cNvPr>
            <p:cNvGrpSpPr/>
            <p:nvPr userDrawn="1"/>
          </p:nvGrpSpPr>
          <p:grpSpPr>
            <a:xfrm>
              <a:off x="9188661" y="820564"/>
              <a:ext cx="2066272" cy="5013137"/>
              <a:chOff x="9188661" y="820564"/>
              <a:chExt cx="2066272" cy="5013137"/>
            </a:xfrm>
            <a:grpFill/>
          </p:grpSpPr>
          <p:grpSp>
            <p:nvGrpSpPr>
              <p:cNvPr id="61" name="Group 60">
                <a:extLst>
                  <a:ext uri="{FF2B5EF4-FFF2-40B4-BE49-F238E27FC236}">
                    <a16:creationId xmlns:a16="http://schemas.microsoft.com/office/drawing/2014/main" id="{36103CD8-A825-4257-BCB6-9EB35CB4C9B3}"/>
                  </a:ext>
                </a:extLst>
              </p:cNvPr>
              <p:cNvGrpSpPr/>
              <p:nvPr/>
            </p:nvGrpSpPr>
            <p:grpSpPr>
              <a:xfrm rot="5400000">
                <a:off x="10721099" y="1359754"/>
                <a:ext cx="478750" cy="478750"/>
                <a:chOff x="6059156" y="973740"/>
                <a:chExt cx="411196" cy="411196"/>
              </a:xfrm>
              <a:grpFill/>
            </p:grpSpPr>
            <p:sp>
              <p:nvSpPr>
                <p:cNvPr id="97" name="Oval 96">
                  <a:extLst>
                    <a:ext uri="{FF2B5EF4-FFF2-40B4-BE49-F238E27FC236}">
                      <a16:creationId xmlns:a16="http://schemas.microsoft.com/office/drawing/2014/main" id="{7894A9B3-FC9B-4EF6-8A92-CBECA7516E34}"/>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98" name="Oval 97">
                  <a:extLst>
                    <a:ext uri="{FF2B5EF4-FFF2-40B4-BE49-F238E27FC236}">
                      <a16:creationId xmlns:a16="http://schemas.microsoft.com/office/drawing/2014/main" id="{462A726C-209E-433D-A8E8-F413E779AA6C}"/>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99" name="Oval 98">
                  <a:extLst>
                    <a:ext uri="{FF2B5EF4-FFF2-40B4-BE49-F238E27FC236}">
                      <a16:creationId xmlns:a16="http://schemas.microsoft.com/office/drawing/2014/main" id="{798FF3CB-D8AC-4EAD-8451-B7536545CEF7}"/>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100" name="Oval 99">
                  <a:extLst>
                    <a:ext uri="{FF2B5EF4-FFF2-40B4-BE49-F238E27FC236}">
                      <a16:creationId xmlns:a16="http://schemas.microsoft.com/office/drawing/2014/main" id="{F2ED5173-A5E0-4331-B389-7BDE3EC4EEEC}"/>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62" name="Group 61">
                <a:extLst>
                  <a:ext uri="{FF2B5EF4-FFF2-40B4-BE49-F238E27FC236}">
                    <a16:creationId xmlns:a16="http://schemas.microsoft.com/office/drawing/2014/main" id="{15818CFD-CA1E-4FF9-A1FC-3D557A125C51}"/>
                  </a:ext>
                </a:extLst>
              </p:cNvPr>
              <p:cNvGrpSpPr/>
              <p:nvPr/>
            </p:nvGrpSpPr>
            <p:grpSpPr>
              <a:xfrm rot="5400000">
                <a:off x="9396599" y="5354951"/>
                <a:ext cx="478750" cy="478750"/>
                <a:chOff x="6059156" y="973740"/>
                <a:chExt cx="411196" cy="411196"/>
              </a:xfrm>
              <a:grpFill/>
            </p:grpSpPr>
            <p:sp>
              <p:nvSpPr>
                <p:cNvPr id="93" name="Oval 92">
                  <a:extLst>
                    <a:ext uri="{FF2B5EF4-FFF2-40B4-BE49-F238E27FC236}">
                      <a16:creationId xmlns:a16="http://schemas.microsoft.com/office/drawing/2014/main" id="{AD0FC914-6908-4C97-948A-2A51B189E397}"/>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94" name="Oval 93">
                  <a:extLst>
                    <a:ext uri="{FF2B5EF4-FFF2-40B4-BE49-F238E27FC236}">
                      <a16:creationId xmlns:a16="http://schemas.microsoft.com/office/drawing/2014/main" id="{70006442-1A25-47EB-9BC5-7FAA6CF9A90D}"/>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95" name="Oval 94">
                  <a:extLst>
                    <a:ext uri="{FF2B5EF4-FFF2-40B4-BE49-F238E27FC236}">
                      <a16:creationId xmlns:a16="http://schemas.microsoft.com/office/drawing/2014/main" id="{D4BD0E7A-2FE0-46B3-9977-CEC7A3AA5735}"/>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96" name="Oval 95">
                  <a:extLst>
                    <a:ext uri="{FF2B5EF4-FFF2-40B4-BE49-F238E27FC236}">
                      <a16:creationId xmlns:a16="http://schemas.microsoft.com/office/drawing/2014/main" id="{5BE5941F-FEDC-4AA8-93C7-213B6CDCA476}"/>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64" name="Group 63">
                <a:extLst>
                  <a:ext uri="{FF2B5EF4-FFF2-40B4-BE49-F238E27FC236}">
                    <a16:creationId xmlns:a16="http://schemas.microsoft.com/office/drawing/2014/main" id="{0C1E6909-F266-48F7-BC5C-34269685D131}"/>
                  </a:ext>
                </a:extLst>
              </p:cNvPr>
              <p:cNvGrpSpPr/>
              <p:nvPr/>
            </p:nvGrpSpPr>
            <p:grpSpPr>
              <a:xfrm rot="5400000">
                <a:off x="10961339" y="3923893"/>
                <a:ext cx="293594" cy="293594"/>
                <a:chOff x="6059156" y="973740"/>
                <a:chExt cx="411196" cy="411196"/>
              </a:xfrm>
              <a:grpFill/>
            </p:grpSpPr>
            <p:sp>
              <p:nvSpPr>
                <p:cNvPr id="85" name="Oval 84">
                  <a:extLst>
                    <a:ext uri="{FF2B5EF4-FFF2-40B4-BE49-F238E27FC236}">
                      <a16:creationId xmlns:a16="http://schemas.microsoft.com/office/drawing/2014/main" id="{26EDFF16-191F-4587-8265-C8E331C9220D}"/>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86" name="Oval 85">
                  <a:extLst>
                    <a:ext uri="{FF2B5EF4-FFF2-40B4-BE49-F238E27FC236}">
                      <a16:creationId xmlns:a16="http://schemas.microsoft.com/office/drawing/2014/main" id="{E2B3D077-D8AE-466F-A54E-DE929ECD1474}"/>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87" name="Oval 86">
                  <a:extLst>
                    <a:ext uri="{FF2B5EF4-FFF2-40B4-BE49-F238E27FC236}">
                      <a16:creationId xmlns:a16="http://schemas.microsoft.com/office/drawing/2014/main" id="{70A1A91A-E13E-4129-B82C-30076AFE52F9}"/>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88" name="Oval 87">
                  <a:extLst>
                    <a:ext uri="{FF2B5EF4-FFF2-40B4-BE49-F238E27FC236}">
                      <a16:creationId xmlns:a16="http://schemas.microsoft.com/office/drawing/2014/main" id="{9611691E-15DC-4AEA-B0BB-EE53DB5203D3}"/>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68" name="Group 67">
                <a:extLst>
                  <a:ext uri="{FF2B5EF4-FFF2-40B4-BE49-F238E27FC236}">
                    <a16:creationId xmlns:a16="http://schemas.microsoft.com/office/drawing/2014/main" id="{78708743-B43A-4F50-8DED-F5D7082FA4D3}"/>
                  </a:ext>
                </a:extLst>
              </p:cNvPr>
              <p:cNvGrpSpPr/>
              <p:nvPr/>
            </p:nvGrpSpPr>
            <p:grpSpPr>
              <a:xfrm rot="5400000">
                <a:off x="9188661" y="820564"/>
                <a:ext cx="293594" cy="293594"/>
                <a:chOff x="6059156" y="973740"/>
                <a:chExt cx="411196" cy="411196"/>
              </a:xfrm>
              <a:grpFill/>
            </p:grpSpPr>
            <p:sp>
              <p:nvSpPr>
                <p:cNvPr id="69" name="Oval 68">
                  <a:extLst>
                    <a:ext uri="{FF2B5EF4-FFF2-40B4-BE49-F238E27FC236}">
                      <a16:creationId xmlns:a16="http://schemas.microsoft.com/office/drawing/2014/main" id="{F8F96BB0-68AC-4EAF-BACF-9660DCEEC292}"/>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70" name="Oval 69">
                  <a:extLst>
                    <a:ext uri="{FF2B5EF4-FFF2-40B4-BE49-F238E27FC236}">
                      <a16:creationId xmlns:a16="http://schemas.microsoft.com/office/drawing/2014/main" id="{D72857F7-68E2-4E17-8682-1B8892E94180}"/>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71" name="Oval 70">
                  <a:extLst>
                    <a:ext uri="{FF2B5EF4-FFF2-40B4-BE49-F238E27FC236}">
                      <a16:creationId xmlns:a16="http://schemas.microsoft.com/office/drawing/2014/main" id="{8C3A1236-314D-479B-A3CD-FB3181ADAA73}"/>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72" name="Oval 71">
                  <a:extLst>
                    <a:ext uri="{FF2B5EF4-FFF2-40B4-BE49-F238E27FC236}">
                      <a16:creationId xmlns:a16="http://schemas.microsoft.com/office/drawing/2014/main" id="{C0F20A6E-645F-4A6C-9B37-8D50CAB105F7}"/>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grpSp>
      <p:grpSp>
        <p:nvGrpSpPr>
          <p:cNvPr id="112" name="Graphic 272">
            <a:extLst>
              <a:ext uri="{FF2B5EF4-FFF2-40B4-BE49-F238E27FC236}">
                <a16:creationId xmlns:a16="http://schemas.microsoft.com/office/drawing/2014/main" id="{85444219-219C-41CF-A405-2B827C330CE9}"/>
              </a:ext>
            </a:extLst>
          </p:cNvPr>
          <p:cNvGrpSpPr/>
          <p:nvPr userDrawn="1"/>
        </p:nvGrpSpPr>
        <p:grpSpPr>
          <a:xfrm>
            <a:off x="5501640" y="580759"/>
            <a:ext cx="6553203" cy="5579701"/>
            <a:chOff x="5353521" y="2543090"/>
            <a:chExt cx="4569705" cy="3890860"/>
          </a:xfrm>
          <a:solidFill>
            <a:schemeClr val="accent1">
              <a:alpha val="5000"/>
            </a:schemeClr>
          </a:solidFill>
        </p:grpSpPr>
        <p:sp>
          <p:nvSpPr>
            <p:cNvPr id="113" name="Freeform: Shape 112">
              <a:extLst>
                <a:ext uri="{FF2B5EF4-FFF2-40B4-BE49-F238E27FC236}">
                  <a16:creationId xmlns:a16="http://schemas.microsoft.com/office/drawing/2014/main" id="{FEE619D9-4D39-4B9E-BAD9-D95354A1DAE5}"/>
                </a:ext>
              </a:extLst>
            </p:cNvPr>
            <p:cNvSpPr/>
            <p:nvPr/>
          </p:nvSpPr>
          <p:spPr>
            <a:xfrm>
              <a:off x="6618438" y="3172501"/>
              <a:ext cx="2533644" cy="2533646"/>
            </a:xfrm>
            <a:custGeom>
              <a:avLst/>
              <a:gdLst>
                <a:gd name="connsiteX0" fmla="*/ 1270730 w 2533650"/>
                <a:gd name="connsiteY0" fmla="*/ 2541461 h 2533650"/>
                <a:gd name="connsiteX1" fmla="*/ 0 w 2533650"/>
                <a:gd name="connsiteY1" fmla="*/ 1270730 h 2533650"/>
                <a:gd name="connsiteX2" fmla="*/ 1270730 w 2533650"/>
                <a:gd name="connsiteY2" fmla="*/ 0 h 2533650"/>
                <a:gd name="connsiteX3" fmla="*/ 2541461 w 2533650"/>
                <a:gd name="connsiteY3" fmla="*/ 1270730 h 2533650"/>
                <a:gd name="connsiteX4" fmla="*/ 1270730 w 2533650"/>
                <a:gd name="connsiteY4" fmla="*/ 2541461 h 2533650"/>
                <a:gd name="connsiteX5" fmla="*/ 1270730 w 2533650"/>
                <a:gd name="connsiteY5" fmla="*/ 7049 h 2533650"/>
                <a:gd name="connsiteX6" fmla="*/ 6953 w 2533650"/>
                <a:gd name="connsiteY6" fmla="*/ 1270826 h 2533650"/>
                <a:gd name="connsiteX7" fmla="*/ 1270730 w 2533650"/>
                <a:gd name="connsiteY7" fmla="*/ 2534603 h 2533650"/>
                <a:gd name="connsiteX8" fmla="*/ 2534508 w 2533650"/>
                <a:gd name="connsiteY8" fmla="*/ 1270826 h 2533650"/>
                <a:gd name="connsiteX9" fmla="*/ 1270730 w 2533650"/>
                <a:gd name="connsiteY9" fmla="*/ 7049 h 2533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3650" h="2533650">
                  <a:moveTo>
                    <a:pt x="1270730" y="2541461"/>
                  </a:moveTo>
                  <a:cubicBezTo>
                    <a:pt x="570071" y="2541461"/>
                    <a:pt x="0" y="1971389"/>
                    <a:pt x="0" y="1270730"/>
                  </a:cubicBezTo>
                  <a:cubicBezTo>
                    <a:pt x="0" y="570071"/>
                    <a:pt x="570071" y="0"/>
                    <a:pt x="1270730" y="0"/>
                  </a:cubicBezTo>
                  <a:cubicBezTo>
                    <a:pt x="1971390" y="0"/>
                    <a:pt x="2541461" y="570071"/>
                    <a:pt x="2541461" y="1270730"/>
                  </a:cubicBezTo>
                  <a:cubicBezTo>
                    <a:pt x="2541461" y="1971485"/>
                    <a:pt x="1971390" y="2541461"/>
                    <a:pt x="1270730" y="2541461"/>
                  </a:cubicBezTo>
                  <a:close/>
                  <a:moveTo>
                    <a:pt x="1270730" y="7049"/>
                  </a:moveTo>
                  <a:cubicBezTo>
                    <a:pt x="573881" y="7049"/>
                    <a:pt x="6953" y="573977"/>
                    <a:pt x="6953" y="1270826"/>
                  </a:cubicBezTo>
                  <a:cubicBezTo>
                    <a:pt x="6953" y="1967675"/>
                    <a:pt x="573881" y="2534603"/>
                    <a:pt x="1270730" y="2534603"/>
                  </a:cubicBezTo>
                  <a:cubicBezTo>
                    <a:pt x="1967579" y="2534603"/>
                    <a:pt x="2534508" y="1967675"/>
                    <a:pt x="2534508" y="1270826"/>
                  </a:cubicBezTo>
                  <a:cubicBezTo>
                    <a:pt x="2534508" y="573977"/>
                    <a:pt x="1967579" y="7049"/>
                    <a:pt x="1270730" y="7049"/>
                  </a:cubicBezTo>
                  <a:close/>
                </a:path>
              </a:pathLst>
            </a:custGeom>
            <a:grpFill/>
            <a:ln w="9525" cap="flat">
              <a:noFill/>
              <a:prstDash val="solid"/>
              <a:miter/>
            </a:ln>
          </p:spPr>
          <p:txBody>
            <a:bodyPr rtlCol="1" anchor="ctr"/>
            <a:lstStyle/>
            <a:p>
              <a:endParaRPr lang="ar-LY" sz="1800"/>
            </a:p>
          </p:txBody>
        </p:sp>
        <p:sp>
          <p:nvSpPr>
            <p:cNvPr id="114" name="Freeform: Shape 113">
              <a:extLst>
                <a:ext uri="{FF2B5EF4-FFF2-40B4-BE49-F238E27FC236}">
                  <a16:creationId xmlns:a16="http://schemas.microsoft.com/office/drawing/2014/main" id="{93B7FB8E-9C4D-41C6-8025-FC2D675BCF83}"/>
                </a:ext>
              </a:extLst>
            </p:cNvPr>
            <p:cNvSpPr/>
            <p:nvPr/>
          </p:nvSpPr>
          <p:spPr>
            <a:xfrm>
              <a:off x="6084753" y="2784739"/>
              <a:ext cx="3314693" cy="3314694"/>
            </a:xfrm>
            <a:custGeom>
              <a:avLst/>
              <a:gdLst>
                <a:gd name="connsiteX0" fmla="*/ 1658588 w 3314700"/>
                <a:gd name="connsiteY0" fmla="*/ 3317177 h 3314700"/>
                <a:gd name="connsiteX1" fmla="*/ 485775 w 3314700"/>
                <a:gd name="connsiteY1" fmla="*/ 2831402 h 3314700"/>
                <a:gd name="connsiteX2" fmla="*/ 0 w 3314700"/>
                <a:gd name="connsiteY2" fmla="*/ 1658588 h 3314700"/>
                <a:gd name="connsiteX3" fmla="*/ 485775 w 3314700"/>
                <a:gd name="connsiteY3" fmla="*/ 485775 h 3314700"/>
                <a:gd name="connsiteX4" fmla="*/ 1658588 w 3314700"/>
                <a:gd name="connsiteY4" fmla="*/ 0 h 3314700"/>
                <a:gd name="connsiteX5" fmla="*/ 2831402 w 3314700"/>
                <a:gd name="connsiteY5" fmla="*/ 485775 h 3314700"/>
                <a:gd name="connsiteX6" fmla="*/ 3317177 w 3314700"/>
                <a:gd name="connsiteY6" fmla="*/ 1658588 h 3314700"/>
                <a:gd name="connsiteX7" fmla="*/ 2831402 w 3314700"/>
                <a:gd name="connsiteY7" fmla="*/ 2831402 h 3314700"/>
                <a:gd name="connsiteX8" fmla="*/ 1658588 w 3314700"/>
                <a:gd name="connsiteY8" fmla="*/ 3317177 h 3314700"/>
                <a:gd name="connsiteX9" fmla="*/ 1658588 w 3314700"/>
                <a:gd name="connsiteY9" fmla="*/ 6858 h 3314700"/>
                <a:gd name="connsiteX10" fmla="*/ 6858 w 3314700"/>
                <a:gd name="connsiteY10" fmla="*/ 1658588 h 3314700"/>
                <a:gd name="connsiteX11" fmla="*/ 1658588 w 3314700"/>
                <a:gd name="connsiteY11" fmla="*/ 3310319 h 3314700"/>
                <a:gd name="connsiteX12" fmla="*/ 3310319 w 3314700"/>
                <a:gd name="connsiteY12" fmla="*/ 1658588 h 3314700"/>
                <a:gd name="connsiteX13" fmla="*/ 1658588 w 3314700"/>
                <a:gd name="connsiteY13" fmla="*/ 6858 h 331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4700" h="3314700">
                  <a:moveTo>
                    <a:pt x="1658588" y="3317177"/>
                  </a:moveTo>
                  <a:cubicBezTo>
                    <a:pt x="1215581" y="3317177"/>
                    <a:pt x="799052" y="3144679"/>
                    <a:pt x="485775" y="2831402"/>
                  </a:cubicBezTo>
                  <a:cubicBezTo>
                    <a:pt x="172498" y="2518124"/>
                    <a:pt x="0" y="2101596"/>
                    <a:pt x="0" y="1658588"/>
                  </a:cubicBezTo>
                  <a:cubicBezTo>
                    <a:pt x="0" y="1215581"/>
                    <a:pt x="172498" y="799052"/>
                    <a:pt x="485775" y="485775"/>
                  </a:cubicBezTo>
                  <a:cubicBezTo>
                    <a:pt x="799052" y="172498"/>
                    <a:pt x="1215581" y="0"/>
                    <a:pt x="1658588" y="0"/>
                  </a:cubicBezTo>
                  <a:cubicBezTo>
                    <a:pt x="2101596" y="0"/>
                    <a:pt x="2518125" y="172498"/>
                    <a:pt x="2831402" y="485775"/>
                  </a:cubicBezTo>
                  <a:cubicBezTo>
                    <a:pt x="3144679" y="799052"/>
                    <a:pt x="3317177" y="1215581"/>
                    <a:pt x="3317177" y="1658588"/>
                  </a:cubicBezTo>
                  <a:cubicBezTo>
                    <a:pt x="3317177" y="2101596"/>
                    <a:pt x="3144679" y="2518124"/>
                    <a:pt x="2831402" y="2831402"/>
                  </a:cubicBezTo>
                  <a:cubicBezTo>
                    <a:pt x="2518220" y="3144679"/>
                    <a:pt x="2101692" y="3317177"/>
                    <a:pt x="1658588" y="3317177"/>
                  </a:cubicBezTo>
                  <a:close/>
                  <a:moveTo>
                    <a:pt x="1658588" y="6858"/>
                  </a:moveTo>
                  <a:cubicBezTo>
                    <a:pt x="747808" y="6858"/>
                    <a:pt x="6858" y="747808"/>
                    <a:pt x="6858" y="1658588"/>
                  </a:cubicBezTo>
                  <a:cubicBezTo>
                    <a:pt x="6858" y="2569369"/>
                    <a:pt x="747808" y="3310319"/>
                    <a:pt x="1658588" y="3310319"/>
                  </a:cubicBezTo>
                  <a:cubicBezTo>
                    <a:pt x="2569369" y="3310319"/>
                    <a:pt x="3310319" y="2569369"/>
                    <a:pt x="3310319" y="1658588"/>
                  </a:cubicBezTo>
                  <a:cubicBezTo>
                    <a:pt x="3310319" y="747808"/>
                    <a:pt x="2569369" y="6858"/>
                    <a:pt x="1658588" y="6858"/>
                  </a:cubicBezTo>
                  <a:close/>
                </a:path>
              </a:pathLst>
            </a:custGeom>
            <a:grpFill/>
            <a:ln w="9525" cap="flat">
              <a:noFill/>
              <a:prstDash val="solid"/>
              <a:miter/>
            </a:ln>
          </p:spPr>
          <p:txBody>
            <a:bodyPr rtlCol="1" anchor="ctr"/>
            <a:lstStyle/>
            <a:p>
              <a:endParaRPr lang="ar-LY" sz="1800"/>
            </a:p>
          </p:txBody>
        </p:sp>
        <p:sp>
          <p:nvSpPr>
            <p:cNvPr id="115" name="Freeform: Shape 114">
              <a:extLst>
                <a:ext uri="{FF2B5EF4-FFF2-40B4-BE49-F238E27FC236}">
                  <a16:creationId xmlns:a16="http://schemas.microsoft.com/office/drawing/2014/main" id="{10D3E6E4-C2E2-4BBF-9BD7-5E65BCFAB36D}"/>
                </a:ext>
              </a:extLst>
            </p:cNvPr>
            <p:cNvSpPr/>
            <p:nvPr/>
          </p:nvSpPr>
          <p:spPr>
            <a:xfrm>
              <a:off x="5887111" y="2930852"/>
              <a:ext cx="2533644" cy="2533646"/>
            </a:xfrm>
            <a:custGeom>
              <a:avLst/>
              <a:gdLst>
                <a:gd name="connsiteX0" fmla="*/ 1270730 w 2533650"/>
                <a:gd name="connsiteY0" fmla="*/ 2541461 h 2533650"/>
                <a:gd name="connsiteX1" fmla="*/ 0 w 2533650"/>
                <a:gd name="connsiteY1" fmla="*/ 1270730 h 2533650"/>
                <a:gd name="connsiteX2" fmla="*/ 1270730 w 2533650"/>
                <a:gd name="connsiteY2" fmla="*/ 0 h 2533650"/>
                <a:gd name="connsiteX3" fmla="*/ 2541461 w 2533650"/>
                <a:gd name="connsiteY3" fmla="*/ 1270730 h 2533650"/>
                <a:gd name="connsiteX4" fmla="*/ 1270730 w 2533650"/>
                <a:gd name="connsiteY4" fmla="*/ 2541461 h 2533650"/>
                <a:gd name="connsiteX5" fmla="*/ 1270730 w 2533650"/>
                <a:gd name="connsiteY5" fmla="*/ 7048 h 2533650"/>
                <a:gd name="connsiteX6" fmla="*/ 6953 w 2533650"/>
                <a:gd name="connsiteY6" fmla="*/ 1270826 h 2533650"/>
                <a:gd name="connsiteX7" fmla="*/ 1270730 w 2533650"/>
                <a:gd name="connsiteY7" fmla="*/ 2534603 h 2533650"/>
                <a:gd name="connsiteX8" fmla="*/ 2534507 w 2533650"/>
                <a:gd name="connsiteY8" fmla="*/ 1270826 h 2533650"/>
                <a:gd name="connsiteX9" fmla="*/ 1270730 w 2533650"/>
                <a:gd name="connsiteY9" fmla="*/ 7048 h 2533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3650" h="2533650">
                  <a:moveTo>
                    <a:pt x="1270730" y="2541461"/>
                  </a:moveTo>
                  <a:cubicBezTo>
                    <a:pt x="570071" y="2541461"/>
                    <a:pt x="0" y="1971389"/>
                    <a:pt x="0" y="1270730"/>
                  </a:cubicBezTo>
                  <a:cubicBezTo>
                    <a:pt x="0" y="570071"/>
                    <a:pt x="570071" y="0"/>
                    <a:pt x="1270730" y="0"/>
                  </a:cubicBezTo>
                  <a:cubicBezTo>
                    <a:pt x="1971389" y="0"/>
                    <a:pt x="2541461" y="570071"/>
                    <a:pt x="2541461" y="1270730"/>
                  </a:cubicBezTo>
                  <a:cubicBezTo>
                    <a:pt x="2541461" y="1971485"/>
                    <a:pt x="1971389" y="2541461"/>
                    <a:pt x="1270730" y="2541461"/>
                  </a:cubicBezTo>
                  <a:close/>
                  <a:moveTo>
                    <a:pt x="1270730" y="7048"/>
                  </a:moveTo>
                  <a:cubicBezTo>
                    <a:pt x="573881" y="7048"/>
                    <a:pt x="6953" y="573977"/>
                    <a:pt x="6953" y="1270826"/>
                  </a:cubicBezTo>
                  <a:cubicBezTo>
                    <a:pt x="6953" y="1967675"/>
                    <a:pt x="573881" y="2534603"/>
                    <a:pt x="1270730" y="2534603"/>
                  </a:cubicBezTo>
                  <a:cubicBezTo>
                    <a:pt x="1967579" y="2534603"/>
                    <a:pt x="2534507" y="1967675"/>
                    <a:pt x="2534507" y="1270826"/>
                  </a:cubicBezTo>
                  <a:cubicBezTo>
                    <a:pt x="2534507" y="573977"/>
                    <a:pt x="1967579" y="7048"/>
                    <a:pt x="1270730" y="7048"/>
                  </a:cubicBezTo>
                  <a:close/>
                </a:path>
              </a:pathLst>
            </a:custGeom>
            <a:grpFill/>
            <a:ln w="9525" cap="flat">
              <a:noFill/>
              <a:prstDash val="solid"/>
              <a:miter/>
            </a:ln>
          </p:spPr>
          <p:txBody>
            <a:bodyPr rtlCol="1" anchor="ctr"/>
            <a:lstStyle/>
            <a:p>
              <a:endParaRPr lang="ar-LY" sz="1800"/>
            </a:p>
          </p:txBody>
        </p:sp>
        <p:sp>
          <p:nvSpPr>
            <p:cNvPr id="116" name="Freeform: Shape 115">
              <a:extLst>
                <a:ext uri="{FF2B5EF4-FFF2-40B4-BE49-F238E27FC236}">
                  <a16:creationId xmlns:a16="http://schemas.microsoft.com/office/drawing/2014/main" id="{4C808A1F-4DDE-476E-91F3-4E4239829CF6}"/>
                </a:ext>
              </a:extLst>
            </p:cNvPr>
            <p:cNvSpPr/>
            <p:nvPr/>
          </p:nvSpPr>
          <p:spPr>
            <a:xfrm>
              <a:off x="5353521" y="2543090"/>
              <a:ext cx="3314693" cy="3314694"/>
            </a:xfrm>
            <a:custGeom>
              <a:avLst/>
              <a:gdLst>
                <a:gd name="connsiteX0" fmla="*/ 1658588 w 3314700"/>
                <a:gd name="connsiteY0" fmla="*/ 3317177 h 3314700"/>
                <a:gd name="connsiteX1" fmla="*/ 485775 w 3314700"/>
                <a:gd name="connsiteY1" fmla="*/ 2831402 h 3314700"/>
                <a:gd name="connsiteX2" fmla="*/ 0 w 3314700"/>
                <a:gd name="connsiteY2" fmla="*/ 1658588 h 3314700"/>
                <a:gd name="connsiteX3" fmla="*/ 485775 w 3314700"/>
                <a:gd name="connsiteY3" fmla="*/ 485775 h 3314700"/>
                <a:gd name="connsiteX4" fmla="*/ 1658588 w 3314700"/>
                <a:gd name="connsiteY4" fmla="*/ 0 h 3314700"/>
                <a:gd name="connsiteX5" fmla="*/ 2831402 w 3314700"/>
                <a:gd name="connsiteY5" fmla="*/ 485775 h 3314700"/>
                <a:gd name="connsiteX6" fmla="*/ 3317177 w 3314700"/>
                <a:gd name="connsiteY6" fmla="*/ 1658588 h 3314700"/>
                <a:gd name="connsiteX7" fmla="*/ 2831402 w 3314700"/>
                <a:gd name="connsiteY7" fmla="*/ 2831402 h 3314700"/>
                <a:gd name="connsiteX8" fmla="*/ 1658588 w 3314700"/>
                <a:gd name="connsiteY8" fmla="*/ 3317177 h 3314700"/>
                <a:gd name="connsiteX9" fmla="*/ 1658588 w 3314700"/>
                <a:gd name="connsiteY9" fmla="*/ 6858 h 3314700"/>
                <a:gd name="connsiteX10" fmla="*/ 6858 w 3314700"/>
                <a:gd name="connsiteY10" fmla="*/ 1658588 h 3314700"/>
                <a:gd name="connsiteX11" fmla="*/ 1658588 w 3314700"/>
                <a:gd name="connsiteY11" fmla="*/ 3310319 h 3314700"/>
                <a:gd name="connsiteX12" fmla="*/ 3310318 w 3314700"/>
                <a:gd name="connsiteY12" fmla="*/ 1658588 h 3314700"/>
                <a:gd name="connsiteX13" fmla="*/ 1658588 w 3314700"/>
                <a:gd name="connsiteY13" fmla="*/ 6858 h 331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4700" h="3314700">
                  <a:moveTo>
                    <a:pt x="1658588" y="3317177"/>
                  </a:moveTo>
                  <a:cubicBezTo>
                    <a:pt x="1215581" y="3317177"/>
                    <a:pt x="799052" y="3144679"/>
                    <a:pt x="485775" y="2831402"/>
                  </a:cubicBezTo>
                  <a:cubicBezTo>
                    <a:pt x="172498" y="2518124"/>
                    <a:pt x="0" y="2101596"/>
                    <a:pt x="0" y="1658588"/>
                  </a:cubicBezTo>
                  <a:cubicBezTo>
                    <a:pt x="0" y="1215581"/>
                    <a:pt x="172498" y="799052"/>
                    <a:pt x="485775" y="485775"/>
                  </a:cubicBezTo>
                  <a:cubicBezTo>
                    <a:pt x="799052" y="172498"/>
                    <a:pt x="1215581" y="0"/>
                    <a:pt x="1658588" y="0"/>
                  </a:cubicBezTo>
                  <a:cubicBezTo>
                    <a:pt x="2101596" y="0"/>
                    <a:pt x="2518124" y="172498"/>
                    <a:pt x="2831402" y="485775"/>
                  </a:cubicBezTo>
                  <a:cubicBezTo>
                    <a:pt x="3144679" y="799052"/>
                    <a:pt x="3317177" y="1215581"/>
                    <a:pt x="3317177" y="1658588"/>
                  </a:cubicBezTo>
                  <a:cubicBezTo>
                    <a:pt x="3317177" y="2101596"/>
                    <a:pt x="3144679" y="2518124"/>
                    <a:pt x="2831402" y="2831402"/>
                  </a:cubicBezTo>
                  <a:cubicBezTo>
                    <a:pt x="2518124" y="3144679"/>
                    <a:pt x="2101596" y="3317177"/>
                    <a:pt x="1658588" y="3317177"/>
                  </a:cubicBezTo>
                  <a:close/>
                  <a:moveTo>
                    <a:pt x="1658588" y="6858"/>
                  </a:moveTo>
                  <a:cubicBezTo>
                    <a:pt x="747808" y="6858"/>
                    <a:pt x="6858" y="747808"/>
                    <a:pt x="6858" y="1658588"/>
                  </a:cubicBezTo>
                  <a:cubicBezTo>
                    <a:pt x="6858" y="2569369"/>
                    <a:pt x="747808" y="3310319"/>
                    <a:pt x="1658588" y="3310319"/>
                  </a:cubicBezTo>
                  <a:cubicBezTo>
                    <a:pt x="2569369" y="3310319"/>
                    <a:pt x="3310318" y="2569369"/>
                    <a:pt x="3310318" y="1658588"/>
                  </a:cubicBezTo>
                  <a:cubicBezTo>
                    <a:pt x="3310318" y="747808"/>
                    <a:pt x="2569274" y="6858"/>
                    <a:pt x="1658588" y="6858"/>
                  </a:cubicBezTo>
                  <a:close/>
                </a:path>
              </a:pathLst>
            </a:custGeom>
            <a:grpFill/>
            <a:ln w="9525" cap="flat">
              <a:noFill/>
              <a:prstDash val="solid"/>
              <a:miter/>
            </a:ln>
          </p:spPr>
          <p:txBody>
            <a:bodyPr rtlCol="1" anchor="ctr"/>
            <a:lstStyle/>
            <a:p>
              <a:endParaRPr lang="ar-LY" sz="1800"/>
            </a:p>
          </p:txBody>
        </p:sp>
        <p:sp>
          <p:nvSpPr>
            <p:cNvPr id="117" name="Freeform: Shape 116">
              <a:extLst>
                <a:ext uri="{FF2B5EF4-FFF2-40B4-BE49-F238E27FC236}">
                  <a16:creationId xmlns:a16="http://schemas.microsoft.com/office/drawing/2014/main" id="{98AD7B4A-E065-45FD-A4AC-752A5D56CA0B}"/>
                </a:ext>
              </a:extLst>
            </p:cNvPr>
            <p:cNvSpPr/>
            <p:nvPr/>
          </p:nvSpPr>
          <p:spPr>
            <a:xfrm>
              <a:off x="8046805" y="4557528"/>
              <a:ext cx="1876421" cy="1876422"/>
            </a:xfrm>
            <a:custGeom>
              <a:avLst/>
              <a:gdLst>
                <a:gd name="connsiteX0" fmla="*/ 941546 w 1876425"/>
                <a:gd name="connsiteY0" fmla="*/ 1883093 h 1876425"/>
                <a:gd name="connsiteX1" fmla="*/ 0 w 1876425"/>
                <a:gd name="connsiteY1" fmla="*/ 941546 h 1876425"/>
                <a:gd name="connsiteX2" fmla="*/ 941546 w 1876425"/>
                <a:gd name="connsiteY2" fmla="*/ 0 h 1876425"/>
                <a:gd name="connsiteX3" fmla="*/ 1883093 w 1876425"/>
                <a:gd name="connsiteY3" fmla="*/ 941546 h 1876425"/>
                <a:gd name="connsiteX4" fmla="*/ 941546 w 1876425"/>
                <a:gd name="connsiteY4" fmla="*/ 1883093 h 1876425"/>
                <a:gd name="connsiteX5" fmla="*/ 941546 w 1876425"/>
                <a:gd name="connsiteY5" fmla="*/ 6858 h 1876425"/>
                <a:gd name="connsiteX6" fmla="*/ 6953 w 1876425"/>
                <a:gd name="connsiteY6" fmla="*/ 941451 h 1876425"/>
                <a:gd name="connsiteX7" fmla="*/ 941546 w 1876425"/>
                <a:gd name="connsiteY7" fmla="*/ 1876044 h 1876425"/>
                <a:gd name="connsiteX8" fmla="*/ 1876139 w 1876425"/>
                <a:gd name="connsiteY8" fmla="*/ 941451 h 1876425"/>
                <a:gd name="connsiteX9" fmla="*/ 941546 w 1876425"/>
                <a:gd name="connsiteY9" fmla="*/ 6858 h 187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6425" h="1876425">
                  <a:moveTo>
                    <a:pt x="941546" y="1883093"/>
                  </a:moveTo>
                  <a:cubicBezTo>
                    <a:pt x="422338" y="1883093"/>
                    <a:pt x="0" y="1460754"/>
                    <a:pt x="0" y="941546"/>
                  </a:cubicBezTo>
                  <a:cubicBezTo>
                    <a:pt x="0" y="422338"/>
                    <a:pt x="422338" y="0"/>
                    <a:pt x="941546" y="0"/>
                  </a:cubicBezTo>
                  <a:cubicBezTo>
                    <a:pt x="1460754" y="0"/>
                    <a:pt x="1883093" y="422338"/>
                    <a:pt x="1883093" y="941546"/>
                  </a:cubicBezTo>
                  <a:cubicBezTo>
                    <a:pt x="1883187" y="1460659"/>
                    <a:pt x="1460754" y="1883093"/>
                    <a:pt x="941546" y="1883093"/>
                  </a:cubicBezTo>
                  <a:close/>
                  <a:moveTo>
                    <a:pt x="941546" y="6858"/>
                  </a:moveTo>
                  <a:cubicBezTo>
                    <a:pt x="426148" y="6858"/>
                    <a:pt x="6953" y="426148"/>
                    <a:pt x="6953" y="941451"/>
                  </a:cubicBezTo>
                  <a:cubicBezTo>
                    <a:pt x="6953" y="1456754"/>
                    <a:pt x="426244" y="1876044"/>
                    <a:pt x="941546" y="1876044"/>
                  </a:cubicBezTo>
                  <a:cubicBezTo>
                    <a:pt x="1456849" y="1876044"/>
                    <a:pt x="1876139" y="1456754"/>
                    <a:pt x="1876139" y="941451"/>
                  </a:cubicBezTo>
                  <a:cubicBezTo>
                    <a:pt x="1876234" y="426148"/>
                    <a:pt x="1456944" y="6858"/>
                    <a:pt x="941546" y="6858"/>
                  </a:cubicBezTo>
                  <a:close/>
                </a:path>
              </a:pathLst>
            </a:custGeom>
            <a:grpFill/>
            <a:ln w="9525" cap="flat">
              <a:noFill/>
              <a:prstDash val="solid"/>
              <a:miter/>
            </a:ln>
          </p:spPr>
          <p:txBody>
            <a:bodyPr rtlCol="1" anchor="ctr"/>
            <a:lstStyle/>
            <a:p>
              <a:endParaRPr lang="ar-LY" sz="1800"/>
            </a:p>
          </p:txBody>
        </p:sp>
        <p:sp>
          <p:nvSpPr>
            <p:cNvPr id="118" name="Freeform: Shape 117">
              <a:extLst>
                <a:ext uri="{FF2B5EF4-FFF2-40B4-BE49-F238E27FC236}">
                  <a16:creationId xmlns:a16="http://schemas.microsoft.com/office/drawing/2014/main" id="{9A81721C-345A-43C6-9596-F3E7011B553F}"/>
                </a:ext>
              </a:extLst>
            </p:cNvPr>
            <p:cNvSpPr/>
            <p:nvPr/>
          </p:nvSpPr>
          <p:spPr>
            <a:xfrm>
              <a:off x="6580720" y="4483233"/>
              <a:ext cx="85725" cy="85725"/>
            </a:xfrm>
            <a:custGeom>
              <a:avLst/>
              <a:gdLst>
                <a:gd name="connsiteX0" fmla="*/ 89535 w 85725"/>
                <a:gd name="connsiteY0" fmla="*/ 44768 h 85725"/>
                <a:gd name="connsiteX1" fmla="*/ 44768 w 85725"/>
                <a:gd name="connsiteY1" fmla="*/ 89535 h 85725"/>
                <a:gd name="connsiteX2" fmla="*/ 0 w 85725"/>
                <a:gd name="connsiteY2" fmla="*/ 44768 h 85725"/>
                <a:gd name="connsiteX3" fmla="*/ 44768 w 85725"/>
                <a:gd name="connsiteY3" fmla="*/ 0 h 85725"/>
                <a:gd name="connsiteX4" fmla="*/ 89535 w 85725"/>
                <a:gd name="connsiteY4" fmla="*/ 44768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9535" y="44768"/>
                  </a:moveTo>
                  <a:cubicBezTo>
                    <a:pt x="89535" y="69533"/>
                    <a:pt x="69437" y="89535"/>
                    <a:pt x="44768" y="89535"/>
                  </a:cubicBezTo>
                  <a:cubicBezTo>
                    <a:pt x="20003" y="89535"/>
                    <a:pt x="0" y="69438"/>
                    <a:pt x="0" y="44768"/>
                  </a:cubicBezTo>
                  <a:cubicBezTo>
                    <a:pt x="0" y="20003"/>
                    <a:pt x="20098" y="0"/>
                    <a:pt x="44768" y="0"/>
                  </a:cubicBezTo>
                  <a:cubicBezTo>
                    <a:pt x="69437" y="-95"/>
                    <a:pt x="89535" y="20003"/>
                    <a:pt x="89535" y="44768"/>
                  </a:cubicBezTo>
                  <a:close/>
                </a:path>
              </a:pathLst>
            </a:custGeom>
            <a:grpFill/>
            <a:ln w="9525" cap="flat">
              <a:noFill/>
              <a:prstDash val="solid"/>
              <a:miter/>
            </a:ln>
          </p:spPr>
          <p:txBody>
            <a:bodyPr rtlCol="1" anchor="ctr"/>
            <a:lstStyle/>
            <a:p>
              <a:endParaRPr lang="ar-LY" sz="1800"/>
            </a:p>
          </p:txBody>
        </p:sp>
        <p:sp>
          <p:nvSpPr>
            <p:cNvPr id="119" name="Freeform: Shape 118">
              <a:extLst>
                <a:ext uri="{FF2B5EF4-FFF2-40B4-BE49-F238E27FC236}">
                  <a16:creationId xmlns:a16="http://schemas.microsoft.com/office/drawing/2014/main" id="{FD19CA89-95D3-47AC-AEC7-7CEF1C02AD2D}"/>
                </a:ext>
              </a:extLst>
            </p:cNvPr>
            <p:cNvSpPr/>
            <p:nvPr/>
          </p:nvSpPr>
          <p:spPr>
            <a:xfrm>
              <a:off x="6510616" y="4413225"/>
              <a:ext cx="228600" cy="228600"/>
            </a:xfrm>
            <a:custGeom>
              <a:avLst/>
              <a:gdLst>
                <a:gd name="connsiteX0" fmla="*/ 229552 w 228600"/>
                <a:gd name="connsiteY0" fmla="*/ 114776 h 228600"/>
                <a:gd name="connsiteX1" fmla="*/ 114776 w 228600"/>
                <a:gd name="connsiteY1" fmla="*/ 229552 h 228600"/>
                <a:gd name="connsiteX2" fmla="*/ 0 w 228600"/>
                <a:gd name="connsiteY2" fmla="*/ 114776 h 228600"/>
                <a:gd name="connsiteX3" fmla="*/ 114776 w 228600"/>
                <a:gd name="connsiteY3" fmla="*/ 0 h 228600"/>
                <a:gd name="connsiteX4" fmla="*/ 229552 w 228600"/>
                <a:gd name="connsiteY4" fmla="*/ 114776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9552" y="114776"/>
                  </a:moveTo>
                  <a:cubicBezTo>
                    <a:pt x="229552" y="178165"/>
                    <a:pt x="178165" y="229552"/>
                    <a:pt x="114776" y="229552"/>
                  </a:cubicBezTo>
                  <a:cubicBezTo>
                    <a:pt x="51387" y="229552"/>
                    <a:pt x="0" y="178165"/>
                    <a:pt x="0" y="114776"/>
                  </a:cubicBezTo>
                  <a:cubicBezTo>
                    <a:pt x="0" y="51387"/>
                    <a:pt x="51387" y="0"/>
                    <a:pt x="114776" y="0"/>
                  </a:cubicBezTo>
                  <a:cubicBezTo>
                    <a:pt x="178165" y="0"/>
                    <a:pt x="229552" y="51387"/>
                    <a:pt x="229552" y="114776"/>
                  </a:cubicBezTo>
                  <a:close/>
                </a:path>
              </a:pathLst>
            </a:custGeom>
            <a:grpFill/>
            <a:ln w="9525" cap="flat">
              <a:noFill/>
              <a:prstDash val="solid"/>
              <a:miter/>
            </a:ln>
          </p:spPr>
          <p:txBody>
            <a:bodyPr rtlCol="1" anchor="ctr"/>
            <a:lstStyle/>
            <a:p>
              <a:endParaRPr lang="ar-LY" sz="1800"/>
            </a:p>
          </p:txBody>
        </p:sp>
        <p:sp>
          <p:nvSpPr>
            <p:cNvPr id="120" name="Freeform: Shape 119">
              <a:extLst>
                <a:ext uri="{FF2B5EF4-FFF2-40B4-BE49-F238E27FC236}">
                  <a16:creationId xmlns:a16="http://schemas.microsoft.com/office/drawing/2014/main" id="{B0D504A2-A3E5-4157-BE64-E485AB4DFBB1}"/>
                </a:ext>
              </a:extLst>
            </p:cNvPr>
            <p:cNvSpPr/>
            <p:nvPr/>
          </p:nvSpPr>
          <p:spPr>
            <a:xfrm>
              <a:off x="6365075" y="3134400"/>
              <a:ext cx="85725" cy="85725"/>
            </a:xfrm>
            <a:custGeom>
              <a:avLst/>
              <a:gdLst>
                <a:gd name="connsiteX0" fmla="*/ 90297 w 85725"/>
                <a:gd name="connsiteY0" fmla="*/ 45149 h 85725"/>
                <a:gd name="connsiteX1" fmla="*/ 45148 w 85725"/>
                <a:gd name="connsiteY1" fmla="*/ 90297 h 85725"/>
                <a:gd name="connsiteX2" fmla="*/ 0 w 85725"/>
                <a:gd name="connsiteY2" fmla="*/ 45149 h 85725"/>
                <a:gd name="connsiteX3" fmla="*/ 45148 w 85725"/>
                <a:gd name="connsiteY3" fmla="*/ 0 h 85725"/>
                <a:gd name="connsiteX4" fmla="*/ 90297 w 85725"/>
                <a:gd name="connsiteY4" fmla="*/ 45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90297" y="45149"/>
                  </a:moveTo>
                  <a:cubicBezTo>
                    <a:pt x="90297" y="70104"/>
                    <a:pt x="70104" y="90297"/>
                    <a:pt x="45148" y="90297"/>
                  </a:cubicBezTo>
                  <a:cubicBezTo>
                    <a:pt x="20193" y="90297"/>
                    <a:pt x="0" y="70104"/>
                    <a:pt x="0" y="45149"/>
                  </a:cubicBezTo>
                  <a:cubicBezTo>
                    <a:pt x="0" y="20193"/>
                    <a:pt x="20193" y="0"/>
                    <a:pt x="45148" y="0"/>
                  </a:cubicBezTo>
                  <a:cubicBezTo>
                    <a:pt x="70104" y="0"/>
                    <a:pt x="90297" y="20193"/>
                    <a:pt x="90297" y="45149"/>
                  </a:cubicBezTo>
                  <a:close/>
                </a:path>
              </a:pathLst>
            </a:custGeom>
            <a:grpFill/>
            <a:ln w="9525" cap="flat">
              <a:noFill/>
              <a:prstDash val="solid"/>
              <a:miter/>
            </a:ln>
          </p:spPr>
          <p:txBody>
            <a:bodyPr rtlCol="1" anchor="ctr"/>
            <a:lstStyle/>
            <a:p>
              <a:endParaRPr lang="ar-LY" sz="1800"/>
            </a:p>
          </p:txBody>
        </p:sp>
        <p:sp>
          <p:nvSpPr>
            <p:cNvPr id="121" name="Freeform: Shape 120">
              <a:extLst>
                <a:ext uri="{FF2B5EF4-FFF2-40B4-BE49-F238E27FC236}">
                  <a16:creationId xmlns:a16="http://schemas.microsoft.com/office/drawing/2014/main" id="{8EE7778B-653E-450F-978F-7E925E87D391}"/>
                </a:ext>
              </a:extLst>
            </p:cNvPr>
            <p:cNvSpPr/>
            <p:nvPr/>
          </p:nvSpPr>
          <p:spPr>
            <a:xfrm>
              <a:off x="6287827" y="3057058"/>
              <a:ext cx="238124" cy="238124"/>
            </a:xfrm>
            <a:custGeom>
              <a:avLst/>
              <a:gdLst>
                <a:gd name="connsiteX0" fmla="*/ 244983 w 238125"/>
                <a:gd name="connsiteY0" fmla="*/ 122492 h 238125"/>
                <a:gd name="connsiteX1" fmla="*/ 122492 w 238125"/>
                <a:gd name="connsiteY1" fmla="*/ 244983 h 238125"/>
                <a:gd name="connsiteX2" fmla="*/ 0 w 238125"/>
                <a:gd name="connsiteY2" fmla="*/ 122492 h 238125"/>
                <a:gd name="connsiteX3" fmla="*/ 122492 w 238125"/>
                <a:gd name="connsiteY3" fmla="*/ 0 h 238125"/>
                <a:gd name="connsiteX4" fmla="*/ 244983 w 238125"/>
                <a:gd name="connsiteY4" fmla="*/ 122492 h 23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25" h="238125">
                  <a:moveTo>
                    <a:pt x="244983" y="122492"/>
                  </a:moveTo>
                  <a:cubicBezTo>
                    <a:pt x="244983" y="190142"/>
                    <a:pt x="190142" y="244983"/>
                    <a:pt x="122492" y="244983"/>
                  </a:cubicBezTo>
                  <a:cubicBezTo>
                    <a:pt x="54841" y="244983"/>
                    <a:pt x="0" y="190142"/>
                    <a:pt x="0" y="122492"/>
                  </a:cubicBezTo>
                  <a:cubicBezTo>
                    <a:pt x="0" y="54841"/>
                    <a:pt x="54842" y="0"/>
                    <a:pt x="122492" y="0"/>
                  </a:cubicBezTo>
                  <a:cubicBezTo>
                    <a:pt x="190142" y="0"/>
                    <a:pt x="244983" y="54841"/>
                    <a:pt x="244983" y="122492"/>
                  </a:cubicBezTo>
                  <a:close/>
                </a:path>
              </a:pathLst>
            </a:custGeom>
            <a:grpFill/>
            <a:ln w="9525" cap="flat">
              <a:noFill/>
              <a:prstDash val="solid"/>
              <a:miter/>
            </a:ln>
          </p:spPr>
          <p:txBody>
            <a:bodyPr rtlCol="1" anchor="ctr"/>
            <a:lstStyle/>
            <a:p>
              <a:endParaRPr lang="ar-LY" sz="1800"/>
            </a:p>
          </p:txBody>
        </p:sp>
        <p:sp>
          <p:nvSpPr>
            <p:cNvPr id="122" name="Freeform: Shape 121">
              <a:extLst>
                <a:ext uri="{FF2B5EF4-FFF2-40B4-BE49-F238E27FC236}">
                  <a16:creationId xmlns:a16="http://schemas.microsoft.com/office/drawing/2014/main" id="{6E0ED142-A91B-4655-9613-58C5826EE2A2}"/>
                </a:ext>
              </a:extLst>
            </p:cNvPr>
            <p:cNvSpPr/>
            <p:nvPr/>
          </p:nvSpPr>
          <p:spPr>
            <a:xfrm>
              <a:off x="9208186" y="3732188"/>
              <a:ext cx="95250" cy="95250"/>
            </a:xfrm>
            <a:custGeom>
              <a:avLst/>
              <a:gdLst>
                <a:gd name="connsiteX0" fmla="*/ 96964 w 95250"/>
                <a:gd name="connsiteY0" fmla="*/ 48482 h 95250"/>
                <a:gd name="connsiteX1" fmla="*/ 48483 w 95250"/>
                <a:gd name="connsiteY1" fmla="*/ 96965 h 95250"/>
                <a:gd name="connsiteX2" fmla="*/ 0 w 95250"/>
                <a:gd name="connsiteY2" fmla="*/ 48482 h 95250"/>
                <a:gd name="connsiteX3" fmla="*/ 48483 w 95250"/>
                <a:gd name="connsiteY3" fmla="*/ 0 h 95250"/>
                <a:gd name="connsiteX4" fmla="*/ 96964 w 95250"/>
                <a:gd name="connsiteY4" fmla="*/ 48482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964" y="48482"/>
                  </a:moveTo>
                  <a:cubicBezTo>
                    <a:pt x="96964" y="75248"/>
                    <a:pt x="75248" y="96965"/>
                    <a:pt x="48483" y="96965"/>
                  </a:cubicBezTo>
                  <a:cubicBezTo>
                    <a:pt x="21717" y="96965"/>
                    <a:pt x="0" y="75248"/>
                    <a:pt x="0" y="48482"/>
                  </a:cubicBezTo>
                  <a:cubicBezTo>
                    <a:pt x="0" y="21717"/>
                    <a:pt x="21717" y="0"/>
                    <a:pt x="48483" y="0"/>
                  </a:cubicBezTo>
                  <a:cubicBezTo>
                    <a:pt x="75248" y="0"/>
                    <a:pt x="96964" y="21717"/>
                    <a:pt x="96964" y="48482"/>
                  </a:cubicBezTo>
                  <a:close/>
                </a:path>
              </a:pathLst>
            </a:custGeom>
            <a:grpFill/>
            <a:ln w="9525" cap="flat">
              <a:noFill/>
              <a:prstDash val="solid"/>
              <a:miter/>
            </a:ln>
          </p:spPr>
          <p:txBody>
            <a:bodyPr rtlCol="1" anchor="ctr"/>
            <a:lstStyle/>
            <a:p>
              <a:endParaRPr lang="ar-LY" sz="1800"/>
            </a:p>
          </p:txBody>
        </p:sp>
        <p:sp>
          <p:nvSpPr>
            <p:cNvPr id="123" name="Freeform: Shape 122">
              <a:extLst>
                <a:ext uri="{FF2B5EF4-FFF2-40B4-BE49-F238E27FC236}">
                  <a16:creationId xmlns:a16="http://schemas.microsoft.com/office/drawing/2014/main" id="{A5C1FEEE-2E7D-4CA6-880C-953D7AAC9EE7}"/>
                </a:ext>
              </a:extLst>
            </p:cNvPr>
            <p:cNvSpPr/>
            <p:nvPr/>
          </p:nvSpPr>
          <p:spPr>
            <a:xfrm>
              <a:off x="9147607" y="3671610"/>
              <a:ext cx="209549" cy="209549"/>
            </a:xfrm>
            <a:custGeom>
              <a:avLst/>
              <a:gdLst>
                <a:gd name="connsiteX0" fmla="*/ 218122 w 209550"/>
                <a:gd name="connsiteY0" fmla="*/ 109061 h 209550"/>
                <a:gd name="connsiteX1" fmla="*/ 109061 w 209550"/>
                <a:gd name="connsiteY1" fmla="*/ 218123 h 209550"/>
                <a:gd name="connsiteX2" fmla="*/ 0 w 209550"/>
                <a:gd name="connsiteY2" fmla="*/ 109061 h 209550"/>
                <a:gd name="connsiteX3" fmla="*/ 109061 w 209550"/>
                <a:gd name="connsiteY3" fmla="*/ 0 h 209550"/>
                <a:gd name="connsiteX4" fmla="*/ 218122 w 209550"/>
                <a:gd name="connsiteY4" fmla="*/ 109061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0" h="209550">
                  <a:moveTo>
                    <a:pt x="218122" y="109061"/>
                  </a:moveTo>
                  <a:cubicBezTo>
                    <a:pt x="218122" y="169294"/>
                    <a:pt x="169294" y="218123"/>
                    <a:pt x="109061" y="218123"/>
                  </a:cubicBezTo>
                  <a:cubicBezTo>
                    <a:pt x="48828" y="218123"/>
                    <a:pt x="0" y="169294"/>
                    <a:pt x="0" y="109061"/>
                  </a:cubicBezTo>
                  <a:cubicBezTo>
                    <a:pt x="0" y="48828"/>
                    <a:pt x="48828" y="0"/>
                    <a:pt x="109061" y="0"/>
                  </a:cubicBezTo>
                  <a:cubicBezTo>
                    <a:pt x="169294" y="0"/>
                    <a:pt x="218122" y="48828"/>
                    <a:pt x="218122" y="109061"/>
                  </a:cubicBezTo>
                  <a:close/>
                </a:path>
              </a:pathLst>
            </a:custGeom>
            <a:grpFill/>
            <a:ln w="9525" cap="flat">
              <a:noFill/>
              <a:prstDash val="solid"/>
              <a:miter/>
            </a:ln>
          </p:spPr>
          <p:txBody>
            <a:bodyPr rtlCol="1" anchor="ctr"/>
            <a:lstStyle/>
            <a:p>
              <a:endParaRPr lang="ar-LY" sz="1800"/>
            </a:p>
          </p:txBody>
        </p:sp>
        <p:sp>
          <p:nvSpPr>
            <p:cNvPr id="124" name="Freeform: Shape 123">
              <a:extLst>
                <a:ext uri="{FF2B5EF4-FFF2-40B4-BE49-F238E27FC236}">
                  <a16:creationId xmlns:a16="http://schemas.microsoft.com/office/drawing/2014/main" id="{701DF13E-798F-4729-9EA1-17DE99DF83F4}"/>
                </a:ext>
              </a:extLst>
            </p:cNvPr>
            <p:cNvSpPr/>
            <p:nvPr/>
          </p:nvSpPr>
          <p:spPr>
            <a:xfrm>
              <a:off x="8059951" y="5750056"/>
              <a:ext cx="85725" cy="85725"/>
            </a:xfrm>
            <a:custGeom>
              <a:avLst/>
              <a:gdLst>
                <a:gd name="connsiteX0" fmla="*/ 88582 w 85725"/>
                <a:gd name="connsiteY0" fmla="*/ 44291 h 85725"/>
                <a:gd name="connsiteX1" fmla="*/ 44291 w 85725"/>
                <a:gd name="connsiteY1" fmla="*/ 88582 h 85725"/>
                <a:gd name="connsiteX2" fmla="*/ 0 w 85725"/>
                <a:gd name="connsiteY2" fmla="*/ 44291 h 85725"/>
                <a:gd name="connsiteX3" fmla="*/ 44291 w 85725"/>
                <a:gd name="connsiteY3" fmla="*/ 0 h 85725"/>
                <a:gd name="connsiteX4" fmla="*/ 88582 w 85725"/>
                <a:gd name="connsiteY4" fmla="*/ 44291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8582" y="44291"/>
                  </a:moveTo>
                  <a:cubicBezTo>
                    <a:pt x="88582" y="68771"/>
                    <a:pt x="68770" y="88582"/>
                    <a:pt x="44291" y="88582"/>
                  </a:cubicBezTo>
                  <a:cubicBezTo>
                    <a:pt x="19812" y="88582"/>
                    <a:pt x="0" y="68771"/>
                    <a:pt x="0" y="44291"/>
                  </a:cubicBezTo>
                  <a:cubicBezTo>
                    <a:pt x="0" y="19812"/>
                    <a:pt x="19812" y="0"/>
                    <a:pt x="44291" y="0"/>
                  </a:cubicBezTo>
                  <a:cubicBezTo>
                    <a:pt x="68770" y="0"/>
                    <a:pt x="88582" y="19812"/>
                    <a:pt x="88582" y="44291"/>
                  </a:cubicBezTo>
                  <a:close/>
                </a:path>
              </a:pathLst>
            </a:custGeom>
            <a:grpFill/>
            <a:ln w="9525" cap="flat">
              <a:noFill/>
              <a:prstDash val="solid"/>
              <a:miter/>
            </a:ln>
          </p:spPr>
          <p:txBody>
            <a:bodyPr rtlCol="1" anchor="ctr"/>
            <a:lstStyle/>
            <a:p>
              <a:endParaRPr lang="ar-LY" sz="1800"/>
            </a:p>
          </p:txBody>
        </p:sp>
        <p:sp>
          <p:nvSpPr>
            <p:cNvPr id="125" name="Freeform: Shape 124">
              <a:extLst>
                <a:ext uri="{FF2B5EF4-FFF2-40B4-BE49-F238E27FC236}">
                  <a16:creationId xmlns:a16="http://schemas.microsoft.com/office/drawing/2014/main" id="{289DADEF-0121-4312-8834-FDDE9C9B8AD7}"/>
                </a:ext>
              </a:extLst>
            </p:cNvPr>
            <p:cNvSpPr/>
            <p:nvPr/>
          </p:nvSpPr>
          <p:spPr>
            <a:xfrm>
              <a:off x="7999371" y="5689382"/>
              <a:ext cx="209549" cy="209549"/>
            </a:xfrm>
            <a:custGeom>
              <a:avLst/>
              <a:gdLst>
                <a:gd name="connsiteX0" fmla="*/ 209931 w 209550"/>
                <a:gd name="connsiteY0" fmla="*/ 104966 h 209550"/>
                <a:gd name="connsiteX1" fmla="*/ 104966 w 209550"/>
                <a:gd name="connsiteY1" fmla="*/ 209931 h 209550"/>
                <a:gd name="connsiteX2" fmla="*/ 0 w 209550"/>
                <a:gd name="connsiteY2" fmla="*/ 104966 h 209550"/>
                <a:gd name="connsiteX3" fmla="*/ 104966 w 209550"/>
                <a:gd name="connsiteY3" fmla="*/ 0 h 209550"/>
                <a:gd name="connsiteX4" fmla="*/ 209931 w 209550"/>
                <a:gd name="connsiteY4" fmla="*/ 104966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0" h="209550">
                  <a:moveTo>
                    <a:pt x="209931" y="104966"/>
                  </a:moveTo>
                  <a:cubicBezTo>
                    <a:pt x="209931" y="162936"/>
                    <a:pt x="162937" y="209931"/>
                    <a:pt x="104966" y="209931"/>
                  </a:cubicBezTo>
                  <a:cubicBezTo>
                    <a:pt x="46995" y="209931"/>
                    <a:pt x="0" y="162936"/>
                    <a:pt x="0" y="104966"/>
                  </a:cubicBezTo>
                  <a:cubicBezTo>
                    <a:pt x="0" y="46995"/>
                    <a:pt x="46995" y="0"/>
                    <a:pt x="104966" y="0"/>
                  </a:cubicBezTo>
                  <a:cubicBezTo>
                    <a:pt x="162937" y="0"/>
                    <a:pt x="209931" y="46995"/>
                    <a:pt x="209931" y="104966"/>
                  </a:cubicBezTo>
                  <a:close/>
                </a:path>
              </a:pathLst>
            </a:custGeom>
            <a:grpFill/>
            <a:ln w="9525" cap="flat">
              <a:noFill/>
              <a:prstDash val="solid"/>
              <a:miter/>
            </a:ln>
          </p:spPr>
          <p:txBody>
            <a:bodyPr rtlCol="1" anchor="ctr"/>
            <a:lstStyle/>
            <a:p>
              <a:endParaRPr lang="ar-LY" sz="1800"/>
            </a:p>
          </p:txBody>
        </p:sp>
        <p:sp>
          <p:nvSpPr>
            <p:cNvPr id="126" name="Freeform: Shape 125">
              <a:extLst>
                <a:ext uri="{FF2B5EF4-FFF2-40B4-BE49-F238E27FC236}">
                  <a16:creationId xmlns:a16="http://schemas.microsoft.com/office/drawing/2014/main" id="{96CAE51E-2807-41A4-8E40-AB804DCC63A8}"/>
                </a:ext>
              </a:extLst>
            </p:cNvPr>
            <p:cNvSpPr/>
            <p:nvPr/>
          </p:nvSpPr>
          <p:spPr>
            <a:xfrm>
              <a:off x="6062086" y="4302163"/>
              <a:ext cx="57150" cy="57150"/>
            </a:xfrm>
            <a:custGeom>
              <a:avLst/>
              <a:gdLst>
                <a:gd name="connsiteX0" fmla="*/ 59055 w 57150"/>
                <a:gd name="connsiteY0" fmla="*/ 29527 h 57150"/>
                <a:gd name="connsiteX1" fmla="*/ 29527 w 57150"/>
                <a:gd name="connsiteY1" fmla="*/ 59055 h 57150"/>
                <a:gd name="connsiteX2" fmla="*/ 0 w 57150"/>
                <a:gd name="connsiteY2" fmla="*/ 29527 h 57150"/>
                <a:gd name="connsiteX3" fmla="*/ 29527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35"/>
                    <a:pt x="45835" y="59055"/>
                    <a:pt x="29527" y="59055"/>
                  </a:cubicBezTo>
                  <a:cubicBezTo>
                    <a:pt x="13220" y="59055"/>
                    <a:pt x="0" y="45835"/>
                    <a:pt x="0" y="29527"/>
                  </a:cubicBezTo>
                  <a:cubicBezTo>
                    <a:pt x="0" y="13220"/>
                    <a:pt x="13220" y="0"/>
                    <a:pt x="29527" y="0"/>
                  </a:cubicBezTo>
                  <a:cubicBezTo>
                    <a:pt x="45835" y="0"/>
                    <a:pt x="59055" y="13220"/>
                    <a:pt x="59055" y="29527"/>
                  </a:cubicBezTo>
                  <a:close/>
                </a:path>
              </a:pathLst>
            </a:custGeom>
            <a:grpFill/>
            <a:ln w="9525" cap="flat">
              <a:noFill/>
              <a:prstDash val="solid"/>
              <a:miter/>
            </a:ln>
          </p:spPr>
          <p:txBody>
            <a:bodyPr rtlCol="1" anchor="ctr"/>
            <a:lstStyle/>
            <a:p>
              <a:endParaRPr lang="ar-LY" sz="1800"/>
            </a:p>
          </p:txBody>
        </p:sp>
        <p:sp>
          <p:nvSpPr>
            <p:cNvPr id="127" name="Freeform: Shape 126">
              <a:extLst>
                <a:ext uri="{FF2B5EF4-FFF2-40B4-BE49-F238E27FC236}">
                  <a16:creationId xmlns:a16="http://schemas.microsoft.com/office/drawing/2014/main" id="{4AC318D9-09A3-47AD-9AA3-AC30AB82F2C8}"/>
                </a:ext>
              </a:extLst>
            </p:cNvPr>
            <p:cNvSpPr/>
            <p:nvPr/>
          </p:nvSpPr>
          <p:spPr>
            <a:xfrm>
              <a:off x="6022081" y="4262158"/>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8013" y="0"/>
                    <a:pt x="139065" y="31147"/>
                    <a:pt x="139065" y="69532"/>
                  </a:cubicBezTo>
                  <a:close/>
                </a:path>
              </a:pathLst>
            </a:custGeom>
            <a:grpFill/>
            <a:ln w="9525" cap="flat">
              <a:noFill/>
              <a:prstDash val="solid"/>
              <a:miter/>
            </a:ln>
          </p:spPr>
          <p:txBody>
            <a:bodyPr rtlCol="1" anchor="ctr"/>
            <a:lstStyle/>
            <a:p>
              <a:endParaRPr lang="ar-LY" sz="1800"/>
            </a:p>
          </p:txBody>
        </p:sp>
        <p:sp>
          <p:nvSpPr>
            <p:cNvPr id="128" name="Freeform: Shape 127">
              <a:extLst>
                <a:ext uri="{FF2B5EF4-FFF2-40B4-BE49-F238E27FC236}">
                  <a16:creationId xmlns:a16="http://schemas.microsoft.com/office/drawing/2014/main" id="{681F6B32-3912-446E-827B-5B3BE0AE76F9}"/>
                </a:ext>
              </a:extLst>
            </p:cNvPr>
            <p:cNvSpPr/>
            <p:nvPr/>
          </p:nvSpPr>
          <p:spPr>
            <a:xfrm>
              <a:off x="7614752" y="3005622"/>
              <a:ext cx="57150" cy="57150"/>
            </a:xfrm>
            <a:custGeom>
              <a:avLst/>
              <a:gdLst>
                <a:gd name="connsiteX0" fmla="*/ 59055 w 57150"/>
                <a:gd name="connsiteY0" fmla="*/ 29527 h 57150"/>
                <a:gd name="connsiteX1" fmla="*/ 29528 w 57150"/>
                <a:gd name="connsiteY1" fmla="*/ 59055 h 57150"/>
                <a:gd name="connsiteX2" fmla="*/ 0 w 57150"/>
                <a:gd name="connsiteY2" fmla="*/ 29527 h 57150"/>
                <a:gd name="connsiteX3" fmla="*/ 29528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15"/>
                    <a:pt x="45815" y="59055"/>
                    <a:pt x="29528" y="59055"/>
                  </a:cubicBezTo>
                  <a:cubicBezTo>
                    <a:pt x="13240" y="59055"/>
                    <a:pt x="0" y="45815"/>
                    <a:pt x="0" y="29527"/>
                  </a:cubicBezTo>
                  <a:cubicBezTo>
                    <a:pt x="0" y="13240"/>
                    <a:pt x="13240" y="0"/>
                    <a:pt x="29528" y="0"/>
                  </a:cubicBezTo>
                  <a:cubicBezTo>
                    <a:pt x="45911" y="0"/>
                    <a:pt x="59055" y="13240"/>
                    <a:pt x="59055" y="29527"/>
                  </a:cubicBezTo>
                  <a:close/>
                </a:path>
              </a:pathLst>
            </a:custGeom>
            <a:grpFill/>
            <a:ln w="9525" cap="flat">
              <a:noFill/>
              <a:prstDash val="solid"/>
              <a:miter/>
            </a:ln>
          </p:spPr>
          <p:txBody>
            <a:bodyPr rtlCol="1" anchor="ctr"/>
            <a:lstStyle/>
            <a:p>
              <a:endParaRPr lang="ar-LY" sz="1800"/>
            </a:p>
          </p:txBody>
        </p:sp>
        <p:sp>
          <p:nvSpPr>
            <p:cNvPr id="129" name="Freeform: Shape 128">
              <a:extLst>
                <a:ext uri="{FF2B5EF4-FFF2-40B4-BE49-F238E27FC236}">
                  <a16:creationId xmlns:a16="http://schemas.microsoft.com/office/drawing/2014/main" id="{428475CA-7275-4981-8594-14953EF4EB15}"/>
                </a:ext>
              </a:extLst>
            </p:cNvPr>
            <p:cNvSpPr/>
            <p:nvPr/>
          </p:nvSpPr>
          <p:spPr>
            <a:xfrm>
              <a:off x="7574842" y="2965617"/>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34"/>
                    <a:pt x="107934" y="139065"/>
                    <a:pt x="69533" y="139065"/>
                  </a:cubicBezTo>
                  <a:cubicBezTo>
                    <a:pt x="31131" y="139065"/>
                    <a:pt x="0" y="107934"/>
                    <a:pt x="0" y="69532"/>
                  </a:cubicBezTo>
                  <a:cubicBezTo>
                    <a:pt x="0" y="31131"/>
                    <a:pt x="31131" y="0"/>
                    <a:pt x="69533" y="0"/>
                  </a:cubicBezTo>
                  <a:cubicBezTo>
                    <a:pt x="107934" y="0"/>
                    <a:pt x="139065" y="31131"/>
                    <a:pt x="139065" y="69532"/>
                  </a:cubicBezTo>
                  <a:close/>
                </a:path>
              </a:pathLst>
            </a:custGeom>
            <a:grpFill/>
            <a:ln w="9525" cap="flat">
              <a:noFill/>
              <a:prstDash val="solid"/>
              <a:miter/>
            </a:ln>
          </p:spPr>
          <p:txBody>
            <a:bodyPr rtlCol="1" anchor="ctr"/>
            <a:lstStyle/>
            <a:p>
              <a:endParaRPr lang="ar-LY" sz="1800"/>
            </a:p>
          </p:txBody>
        </p:sp>
        <p:sp>
          <p:nvSpPr>
            <p:cNvPr id="130" name="Freeform: Shape 129">
              <a:extLst>
                <a:ext uri="{FF2B5EF4-FFF2-40B4-BE49-F238E27FC236}">
                  <a16:creationId xmlns:a16="http://schemas.microsoft.com/office/drawing/2014/main" id="{7718CADC-792B-4F8B-87D2-B9728CA55A05}"/>
                </a:ext>
              </a:extLst>
            </p:cNvPr>
            <p:cNvSpPr/>
            <p:nvPr/>
          </p:nvSpPr>
          <p:spPr>
            <a:xfrm>
              <a:off x="6266682" y="5218561"/>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95"/>
                    <a:pt x="59055" y="13240"/>
                    <a:pt x="59055" y="29528"/>
                  </a:cubicBezTo>
                  <a:close/>
                </a:path>
              </a:pathLst>
            </a:custGeom>
            <a:grpFill/>
            <a:ln w="9525" cap="flat">
              <a:noFill/>
              <a:prstDash val="solid"/>
              <a:miter/>
            </a:ln>
          </p:spPr>
          <p:txBody>
            <a:bodyPr rtlCol="1" anchor="ctr"/>
            <a:lstStyle/>
            <a:p>
              <a:endParaRPr lang="ar-LY" sz="1800"/>
            </a:p>
          </p:txBody>
        </p:sp>
        <p:sp>
          <p:nvSpPr>
            <p:cNvPr id="131" name="Freeform: Shape 130">
              <a:extLst>
                <a:ext uri="{FF2B5EF4-FFF2-40B4-BE49-F238E27FC236}">
                  <a16:creationId xmlns:a16="http://schemas.microsoft.com/office/drawing/2014/main" id="{9E4BCBDD-1D0B-4522-87B8-00D6B54FCC74}"/>
                </a:ext>
              </a:extLst>
            </p:cNvPr>
            <p:cNvSpPr/>
            <p:nvPr/>
          </p:nvSpPr>
          <p:spPr>
            <a:xfrm>
              <a:off x="6226677" y="5178557"/>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7918" y="0"/>
                    <a:pt x="139065" y="31147"/>
                    <a:pt x="139065" y="69532"/>
                  </a:cubicBezTo>
                  <a:close/>
                </a:path>
              </a:pathLst>
            </a:custGeom>
            <a:grpFill/>
            <a:ln w="9525" cap="flat">
              <a:noFill/>
              <a:prstDash val="solid"/>
              <a:miter/>
            </a:ln>
          </p:spPr>
          <p:txBody>
            <a:bodyPr rtlCol="1" anchor="ctr"/>
            <a:lstStyle/>
            <a:p>
              <a:endParaRPr lang="ar-LY" sz="1800"/>
            </a:p>
          </p:txBody>
        </p:sp>
        <p:sp>
          <p:nvSpPr>
            <p:cNvPr id="132" name="Freeform: Shape 131">
              <a:extLst>
                <a:ext uri="{FF2B5EF4-FFF2-40B4-BE49-F238E27FC236}">
                  <a16:creationId xmlns:a16="http://schemas.microsoft.com/office/drawing/2014/main" id="{C6DAD548-F79E-475D-A3FD-430855A8D4CD}"/>
                </a:ext>
              </a:extLst>
            </p:cNvPr>
            <p:cNvSpPr/>
            <p:nvPr/>
          </p:nvSpPr>
          <p:spPr>
            <a:xfrm>
              <a:off x="6710641" y="5362674"/>
              <a:ext cx="57150" cy="57150"/>
            </a:xfrm>
            <a:custGeom>
              <a:avLst/>
              <a:gdLst>
                <a:gd name="connsiteX0" fmla="*/ 59055 w 57150"/>
                <a:gd name="connsiteY0" fmla="*/ 29528 h 57150"/>
                <a:gd name="connsiteX1" fmla="*/ 29527 w 57150"/>
                <a:gd name="connsiteY1" fmla="*/ 59055 h 57150"/>
                <a:gd name="connsiteX2" fmla="*/ 0 w 57150"/>
                <a:gd name="connsiteY2" fmla="*/ 29528 h 57150"/>
                <a:gd name="connsiteX3" fmla="*/ 29527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35"/>
                    <a:pt x="45835" y="59055"/>
                    <a:pt x="29527" y="59055"/>
                  </a:cubicBezTo>
                  <a:cubicBezTo>
                    <a:pt x="13220" y="59055"/>
                    <a:pt x="0" y="45835"/>
                    <a:pt x="0" y="29528"/>
                  </a:cubicBezTo>
                  <a:cubicBezTo>
                    <a:pt x="0" y="13220"/>
                    <a:pt x="13220" y="0"/>
                    <a:pt x="29527" y="0"/>
                  </a:cubicBezTo>
                  <a:cubicBezTo>
                    <a:pt x="45835" y="0"/>
                    <a:pt x="59055" y="13220"/>
                    <a:pt x="59055" y="29528"/>
                  </a:cubicBezTo>
                  <a:close/>
                </a:path>
              </a:pathLst>
            </a:custGeom>
            <a:grpFill/>
            <a:ln w="9525" cap="flat">
              <a:noFill/>
              <a:prstDash val="solid"/>
              <a:miter/>
            </a:ln>
          </p:spPr>
          <p:txBody>
            <a:bodyPr rtlCol="1" anchor="ctr"/>
            <a:lstStyle/>
            <a:p>
              <a:endParaRPr lang="ar-LY" sz="1800"/>
            </a:p>
          </p:txBody>
        </p:sp>
        <p:sp>
          <p:nvSpPr>
            <p:cNvPr id="133" name="Freeform: Shape 132">
              <a:extLst>
                <a:ext uri="{FF2B5EF4-FFF2-40B4-BE49-F238E27FC236}">
                  <a16:creationId xmlns:a16="http://schemas.microsoft.com/office/drawing/2014/main" id="{596A69F1-20DD-48CB-AE5E-DFBE8C519BF0}"/>
                </a:ext>
              </a:extLst>
            </p:cNvPr>
            <p:cNvSpPr/>
            <p:nvPr/>
          </p:nvSpPr>
          <p:spPr>
            <a:xfrm>
              <a:off x="6670636" y="5322669"/>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sz="1800"/>
            </a:p>
          </p:txBody>
        </p:sp>
        <p:sp>
          <p:nvSpPr>
            <p:cNvPr id="134" name="Freeform: Shape 133">
              <a:extLst>
                <a:ext uri="{FF2B5EF4-FFF2-40B4-BE49-F238E27FC236}">
                  <a16:creationId xmlns:a16="http://schemas.microsoft.com/office/drawing/2014/main" id="{9B1CD320-2DA3-48D5-84C1-D9244253B593}"/>
                </a:ext>
              </a:extLst>
            </p:cNvPr>
            <p:cNvSpPr/>
            <p:nvPr/>
          </p:nvSpPr>
          <p:spPr>
            <a:xfrm>
              <a:off x="5947975" y="5469449"/>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95"/>
                    <a:pt x="59055" y="13240"/>
                    <a:pt x="59055" y="29528"/>
                  </a:cubicBezTo>
                  <a:close/>
                </a:path>
              </a:pathLst>
            </a:custGeom>
            <a:grpFill/>
            <a:ln w="9525" cap="flat">
              <a:noFill/>
              <a:prstDash val="solid"/>
              <a:miter/>
            </a:ln>
          </p:spPr>
          <p:txBody>
            <a:bodyPr rtlCol="1" anchor="ctr"/>
            <a:lstStyle/>
            <a:p>
              <a:endParaRPr lang="ar-LY" sz="1800"/>
            </a:p>
          </p:txBody>
        </p:sp>
        <p:sp>
          <p:nvSpPr>
            <p:cNvPr id="135" name="Freeform: Shape 134">
              <a:extLst>
                <a:ext uri="{FF2B5EF4-FFF2-40B4-BE49-F238E27FC236}">
                  <a16:creationId xmlns:a16="http://schemas.microsoft.com/office/drawing/2014/main" id="{D55BF967-B83B-4F8C-B401-364087ABDB10}"/>
                </a:ext>
              </a:extLst>
            </p:cNvPr>
            <p:cNvSpPr/>
            <p:nvPr/>
          </p:nvSpPr>
          <p:spPr>
            <a:xfrm>
              <a:off x="5907970" y="5429445"/>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3" y="139065"/>
                  </a:cubicBezTo>
                  <a:cubicBezTo>
                    <a:pt x="31147" y="139065"/>
                    <a:pt x="0" y="107918"/>
                    <a:pt x="0" y="69532"/>
                  </a:cubicBezTo>
                  <a:cubicBezTo>
                    <a:pt x="0" y="31147"/>
                    <a:pt x="31147" y="0"/>
                    <a:pt x="69533" y="0"/>
                  </a:cubicBezTo>
                  <a:cubicBezTo>
                    <a:pt x="107918" y="95"/>
                    <a:pt x="139065" y="31147"/>
                    <a:pt x="139065" y="69532"/>
                  </a:cubicBezTo>
                  <a:close/>
                </a:path>
              </a:pathLst>
            </a:custGeom>
            <a:grpFill/>
            <a:ln w="9525" cap="flat">
              <a:noFill/>
              <a:prstDash val="solid"/>
              <a:miter/>
            </a:ln>
          </p:spPr>
          <p:txBody>
            <a:bodyPr rtlCol="1" anchor="ctr"/>
            <a:lstStyle/>
            <a:p>
              <a:endParaRPr lang="ar-LY" sz="1800"/>
            </a:p>
          </p:txBody>
        </p:sp>
        <p:sp>
          <p:nvSpPr>
            <p:cNvPr id="136" name="Freeform: Shape 135">
              <a:extLst>
                <a:ext uri="{FF2B5EF4-FFF2-40B4-BE49-F238E27FC236}">
                  <a16:creationId xmlns:a16="http://schemas.microsoft.com/office/drawing/2014/main" id="{7BE9792D-086A-4AF8-A630-840582407577}"/>
                </a:ext>
              </a:extLst>
            </p:cNvPr>
            <p:cNvSpPr/>
            <p:nvPr/>
          </p:nvSpPr>
          <p:spPr>
            <a:xfrm>
              <a:off x="8883574" y="3671514"/>
              <a:ext cx="57150" cy="57150"/>
            </a:xfrm>
            <a:custGeom>
              <a:avLst/>
              <a:gdLst>
                <a:gd name="connsiteX0" fmla="*/ 59055 w 57150"/>
                <a:gd name="connsiteY0" fmla="*/ 29527 h 57150"/>
                <a:gd name="connsiteX1" fmla="*/ 29528 w 57150"/>
                <a:gd name="connsiteY1" fmla="*/ 59055 h 57150"/>
                <a:gd name="connsiteX2" fmla="*/ 0 w 57150"/>
                <a:gd name="connsiteY2" fmla="*/ 29527 h 57150"/>
                <a:gd name="connsiteX3" fmla="*/ 29528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15"/>
                    <a:pt x="45815" y="59055"/>
                    <a:pt x="29528" y="59055"/>
                  </a:cubicBezTo>
                  <a:cubicBezTo>
                    <a:pt x="13240" y="59055"/>
                    <a:pt x="0" y="45815"/>
                    <a:pt x="0" y="29527"/>
                  </a:cubicBezTo>
                  <a:cubicBezTo>
                    <a:pt x="0" y="13240"/>
                    <a:pt x="13240" y="0"/>
                    <a:pt x="29528" y="0"/>
                  </a:cubicBezTo>
                  <a:cubicBezTo>
                    <a:pt x="45815" y="0"/>
                    <a:pt x="59055" y="13240"/>
                    <a:pt x="59055" y="29527"/>
                  </a:cubicBezTo>
                  <a:close/>
                </a:path>
              </a:pathLst>
            </a:custGeom>
            <a:grpFill/>
            <a:ln w="9525" cap="flat">
              <a:noFill/>
              <a:prstDash val="solid"/>
              <a:miter/>
            </a:ln>
          </p:spPr>
          <p:txBody>
            <a:bodyPr rtlCol="1" anchor="ctr"/>
            <a:lstStyle/>
            <a:p>
              <a:endParaRPr lang="ar-LY" sz="1800"/>
            </a:p>
          </p:txBody>
        </p:sp>
        <p:sp>
          <p:nvSpPr>
            <p:cNvPr id="137" name="Freeform: Shape 136">
              <a:extLst>
                <a:ext uri="{FF2B5EF4-FFF2-40B4-BE49-F238E27FC236}">
                  <a16:creationId xmlns:a16="http://schemas.microsoft.com/office/drawing/2014/main" id="{0B5C730C-FDE5-413D-B8DB-3D2EF8DA8220}"/>
                </a:ext>
              </a:extLst>
            </p:cNvPr>
            <p:cNvSpPr/>
            <p:nvPr/>
          </p:nvSpPr>
          <p:spPr>
            <a:xfrm>
              <a:off x="8843569" y="3631509"/>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sz="1800"/>
            </a:p>
          </p:txBody>
        </p:sp>
        <p:sp>
          <p:nvSpPr>
            <p:cNvPr id="138" name="Freeform: Shape 137">
              <a:extLst>
                <a:ext uri="{FF2B5EF4-FFF2-40B4-BE49-F238E27FC236}">
                  <a16:creationId xmlns:a16="http://schemas.microsoft.com/office/drawing/2014/main" id="{23B92F83-F1CF-46E8-B5DB-C09C74DBD5E8}"/>
                </a:ext>
              </a:extLst>
            </p:cNvPr>
            <p:cNvSpPr/>
            <p:nvPr/>
          </p:nvSpPr>
          <p:spPr>
            <a:xfrm>
              <a:off x="9123318" y="4543526"/>
              <a:ext cx="57150" cy="57150"/>
            </a:xfrm>
            <a:custGeom>
              <a:avLst/>
              <a:gdLst>
                <a:gd name="connsiteX0" fmla="*/ 59055 w 57150"/>
                <a:gd name="connsiteY0" fmla="*/ 29528 h 57150"/>
                <a:gd name="connsiteX1" fmla="*/ 29527 w 57150"/>
                <a:gd name="connsiteY1" fmla="*/ 59055 h 57150"/>
                <a:gd name="connsiteX2" fmla="*/ 0 w 57150"/>
                <a:gd name="connsiteY2" fmla="*/ 29528 h 57150"/>
                <a:gd name="connsiteX3" fmla="*/ 29527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7" y="59055"/>
                  </a:cubicBezTo>
                  <a:cubicBezTo>
                    <a:pt x="13239" y="59055"/>
                    <a:pt x="0" y="45815"/>
                    <a:pt x="0" y="29528"/>
                  </a:cubicBezTo>
                  <a:cubicBezTo>
                    <a:pt x="0" y="13240"/>
                    <a:pt x="13239" y="0"/>
                    <a:pt x="29527" y="0"/>
                  </a:cubicBezTo>
                  <a:cubicBezTo>
                    <a:pt x="45910" y="95"/>
                    <a:pt x="59055" y="13240"/>
                    <a:pt x="59055" y="29528"/>
                  </a:cubicBezTo>
                  <a:close/>
                </a:path>
              </a:pathLst>
            </a:custGeom>
            <a:grpFill/>
            <a:ln w="9525" cap="flat">
              <a:noFill/>
              <a:prstDash val="solid"/>
              <a:miter/>
            </a:ln>
          </p:spPr>
          <p:txBody>
            <a:bodyPr rtlCol="1" anchor="ctr"/>
            <a:lstStyle/>
            <a:p>
              <a:endParaRPr lang="ar-LY" sz="1800"/>
            </a:p>
          </p:txBody>
        </p:sp>
        <p:sp>
          <p:nvSpPr>
            <p:cNvPr id="139" name="Freeform: Shape 138">
              <a:extLst>
                <a:ext uri="{FF2B5EF4-FFF2-40B4-BE49-F238E27FC236}">
                  <a16:creationId xmlns:a16="http://schemas.microsoft.com/office/drawing/2014/main" id="{0446919C-B6A9-4394-ACBE-2A07A507DBAB}"/>
                </a:ext>
              </a:extLst>
            </p:cNvPr>
            <p:cNvSpPr/>
            <p:nvPr/>
          </p:nvSpPr>
          <p:spPr>
            <a:xfrm>
              <a:off x="9083408" y="4503235"/>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sz="1800"/>
            </a:p>
          </p:txBody>
        </p:sp>
        <p:sp>
          <p:nvSpPr>
            <p:cNvPr id="140" name="Freeform: Shape 139">
              <a:extLst>
                <a:ext uri="{FF2B5EF4-FFF2-40B4-BE49-F238E27FC236}">
                  <a16:creationId xmlns:a16="http://schemas.microsoft.com/office/drawing/2014/main" id="{F85861B1-DF83-4CFB-AECB-159E868CEAD9}"/>
                </a:ext>
              </a:extLst>
            </p:cNvPr>
            <p:cNvSpPr/>
            <p:nvPr/>
          </p:nvSpPr>
          <p:spPr>
            <a:xfrm>
              <a:off x="9227140" y="5087307"/>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0"/>
                    <a:pt x="59055" y="13240"/>
                    <a:pt x="59055" y="29528"/>
                  </a:cubicBezTo>
                  <a:close/>
                </a:path>
              </a:pathLst>
            </a:custGeom>
            <a:grpFill/>
            <a:ln w="9525" cap="flat">
              <a:noFill/>
              <a:prstDash val="solid"/>
              <a:miter/>
            </a:ln>
          </p:spPr>
          <p:txBody>
            <a:bodyPr rtlCol="1" anchor="ctr"/>
            <a:lstStyle/>
            <a:p>
              <a:endParaRPr lang="ar-LY" sz="1800"/>
            </a:p>
          </p:txBody>
        </p:sp>
        <p:sp>
          <p:nvSpPr>
            <p:cNvPr id="141" name="Freeform: Shape 140">
              <a:extLst>
                <a:ext uri="{FF2B5EF4-FFF2-40B4-BE49-F238E27FC236}">
                  <a16:creationId xmlns:a16="http://schemas.microsoft.com/office/drawing/2014/main" id="{08F42432-F2AE-4F37-8263-177E4B42F934}"/>
                </a:ext>
              </a:extLst>
            </p:cNvPr>
            <p:cNvSpPr/>
            <p:nvPr/>
          </p:nvSpPr>
          <p:spPr>
            <a:xfrm>
              <a:off x="9187136" y="5047304"/>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3" y="139065"/>
                  </a:cubicBezTo>
                  <a:cubicBezTo>
                    <a:pt x="31147" y="139065"/>
                    <a:pt x="0" y="107918"/>
                    <a:pt x="0" y="69532"/>
                  </a:cubicBezTo>
                  <a:cubicBezTo>
                    <a:pt x="0" y="31147"/>
                    <a:pt x="31147" y="0"/>
                    <a:pt x="69533" y="0"/>
                  </a:cubicBezTo>
                  <a:cubicBezTo>
                    <a:pt x="107918" y="0"/>
                    <a:pt x="139065" y="31147"/>
                    <a:pt x="139065" y="69532"/>
                  </a:cubicBezTo>
                  <a:close/>
                </a:path>
              </a:pathLst>
            </a:custGeom>
            <a:grpFill/>
            <a:ln w="9525" cap="flat">
              <a:noFill/>
              <a:prstDash val="solid"/>
              <a:miter/>
            </a:ln>
          </p:spPr>
          <p:txBody>
            <a:bodyPr rtlCol="1" anchor="ctr"/>
            <a:lstStyle/>
            <a:p>
              <a:endParaRPr lang="ar-LY" sz="1800"/>
            </a:p>
          </p:txBody>
        </p:sp>
        <p:sp>
          <p:nvSpPr>
            <p:cNvPr id="142" name="Freeform: Shape 141">
              <a:extLst>
                <a:ext uri="{FF2B5EF4-FFF2-40B4-BE49-F238E27FC236}">
                  <a16:creationId xmlns:a16="http://schemas.microsoft.com/office/drawing/2014/main" id="{C6CD409E-8A15-4A92-9D13-7DF760D4A7E5}"/>
                </a:ext>
              </a:extLst>
            </p:cNvPr>
            <p:cNvSpPr/>
            <p:nvPr/>
          </p:nvSpPr>
          <p:spPr>
            <a:xfrm>
              <a:off x="6714071" y="3097063"/>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0"/>
                    <a:pt x="59055" y="13240"/>
                    <a:pt x="59055" y="29528"/>
                  </a:cubicBezTo>
                  <a:close/>
                </a:path>
              </a:pathLst>
            </a:custGeom>
            <a:grpFill/>
            <a:ln w="9525" cap="flat">
              <a:noFill/>
              <a:prstDash val="solid"/>
              <a:miter/>
            </a:ln>
          </p:spPr>
          <p:txBody>
            <a:bodyPr rtlCol="1" anchor="ctr"/>
            <a:lstStyle/>
            <a:p>
              <a:endParaRPr lang="ar-LY" sz="1800"/>
            </a:p>
          </p:txBody>
        </p:sp>
        <p:sp>
          <p:nvSpPr>
            <p:cNvPr id="143" name="Freeform: Shape 142">
              <a:extLst>
                <a:ext uri="{FF2B5EF4-FFF2-40B4-BE49-F238E27FC236}">
                  <a16:creationId xmlns:a16="http://schemas.microsoft.com/office/drawing/2014/main" id="{CCABC29B-5A52-4654-847A-BD11CD88F20B}"/>
                </a:ext>
              </a:extLst>
            </p:cNvPr>
            <p:cNvSpPr/>
            <p:nvPr/>
          </p:nvSpPr>
          <p:spPr>
            <a:xfrm>
              <a:off x="6674079" y="3057063"/>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7918" y="0"/>
                    <a:pt x="139065" y="31147"/>
                    <a:pt x="139065" y="69532"/>
                  </a:cubicBezTo>
                  <a:close/>
                </a:path>
              </a:pathLst>
            </a:custGeom>
            <a:grpFill/>
            <a:ln w="9525" cap="flat">
              <a:noFill/>
              <a:prstDash val="solid"/>
              <a:miter/>
            </a:ln>
          </p:spPr>
          <p:txBody>
            <a:bodyPr rtlCol="1" anchor="ctr"/>
            <a:lstStyle/>
            <a:p>
              <a:endParaRPr lang="ar-LY" sz="1800"/>
            </a:p>
          </p:txBody>
        </p:sp>
      </p:grpSp>
    </p:spTree>
    <p:extLst>
      <p:ext uri="{BB962C8B-B14F-4D97-AF65-F5344CB8AC3E}">
        <p14:creationId xmlns:p14="http://schemas.microsoft.com/office/powerpoint/2010/main" val="1082210236"/>
      </p:ext>
    </p:extLst>
  </p:cSld>
  <p:clrMap bg1="lt1" tx1="dk1" bg2="lt2" tx2="dk2" accent1="accent1" accent2="accent2" accent3="accent3" accent4="accent4" accent5="accent5" accent6="accent6" hlink="hlink" folHlink="folHlink"/>
  <p:sldLayoutIdLst>
    <p:sldLayoutId id="[redacted]" r:id="rId1"/>
    <p:sldLayoutId id="[redacted]" r:id="rId2"/>
    <p:sldLayoutId id="[redacted]" r:id="rId3"/>
    <p:sldLayoutId id="[redacted]" r:id="rId4"/>
    <p:sldLayoutId id="[redacted]" r:id="rId5"/>
    <p:sldLayoutId id="[redacted]" r:id="rId6"/>
    <p:sldLayoutId id="[redacted]" r:id="rId7"/>
    <p:sldLayoutId id="[redacted]" r:id="rId8"/>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LY"/>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tiff"/></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TextBox 308">
            <a:extLst>
              <a:ext uri="{FF2B5EF4-FFF2-40B4-BE49-F238E27FC236}">
                <a16:creationId xmlns:a16="http://schemas.microsoft.com/office/drawing/2014/main" id="{D5FC8BB6-F6FB-476D-B484-6B5D63DE65D3}"/>
              </a:ext>
            </a:extLst>
          </p:cNvPr>
          <p:cNvSpPr txBox="1"/>
          <p:nvPr/>
        </p:nvSpPr>
        <p:spPr>
          <a:xfrm>
            <a:off x="4721779" y="2611449"/>
            <a:ext cx="5027339" cy="1107996"/>
          </a:xfrm>
          <a:prstGeom prst="rect">
            <a:avLst/>
          </a:prstGeom>
          <a:noFill/>
        </p:spPr>
        <p:txBody>
          <a:bodyPr wrap="square" rtlCol="1">
            <a:spAutoFit/>
          </a:bodyPr>
          <a:lstStyle/>
          <a:p>
            <a:r>
              <a:rPr lang="en-US" sz="4800" dirty="0">
                <a:solidFill>
                  <a:schemeClr val="bg1"/>
                </a:solidFill>
                <a:latin typeface="Poppins" panose="00000500000000000000" pitchFamily="2" charset="0"/>
                <a:cs typeface="Poppins" panose="00000500000000000000" pitchFamily="2" charset="0"/>
              </a:rPr>
              <a:t>Ambient Systems</a:t>
            </a:r>
          </a:p>
          <a:p>
            <a:r>
              <a:rPr lang="en-CA" dirty="0">
                <a:solidFill>
                  <a:schemeClr val="bg1"/>
                </a:solidFill>
              </a:rPr>
              <a:t>Climate Management for Cities of Tomorrow</a:t>
            </a:r>
            <a:endParaRPr lang="en-CA" sz="2400" dirty="0">
              <a:solidFill>
                <a:schemeClr val="bg1"/>
              </a:solidFill>
            </a:endParaRPr>
          </a:p>
        </p:txBody>
      </p:sp>
      <p:grpSp>
        <p:nvGrpSpPr>
          <p:cNvPr id="4" name="Group 3">
            <a:extLst>
              <a:ext uri="{FF2B5EF4-FFF2-40B4-BE49-F238E27FC236}">
                <a16:creationId xmlns:a16="http://schemas.microsoft.com/office/drawing/2014/main" id="{DCC86869-144C-4362-8835-D83D20FAD15C}"/>
              </a:ext>
            </a:extLst>
          </p:cNvPr>
          <p:cNvGrpSpPr/>
          <p:nvPr/>
        </p:nvGrpSpPr>
        <p:grpSpPr>
          <a:xfrm>
            <a:off x="0" y="4868033"/>
            <a:ext cx="2362200" cy="2025452"/>
            <a:chOff x="0" y="4868032"/>
            <a:chExt cx="2362200" cy="2025452"/>
          </a:xfrm>
        </p:grpSpPr>
        <p:sp>
          <p:nvSpPr>
            <p:cNvPr id="108" name="Freeform: Shape 107">
              <a:extLst>
                <a:ext uri="{FF2B5EF4-FFF2-40B4-BE49-F238E27FC236}">
                  <a16:creationId xmlns:a16="http://schemas.microsoft.com/office/drawing/2014/main" id="{7ACC092D-78DF-43A4-A6FD-9333EE17D3AB}"/>
                </a:ext>
              </a:extLst>
            </p:cNvPr>
            <p:cNvSpPr/>
            <p:nvPr/>
          </p:nvSpPr>
          <p:spPr>
            <a:xfrm flipH="1" flipV="1">
              <a:off x="1682808" y="5249619"/>
              <a:ext cx="623452" cy="802801"/>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109" name="Freeform: Shape 108">
              <a:extLst>
                <a:ext uri="{FF2B5EF4-FFF2-40B4-BE49-F238E27FC236}">
                  <a16:creationId xmlns:a16="http://schemas.microsoft.com/office/drawing/2014/main" id="{380BCF0F-69DE-4BB7-9095-FBC6E0843EFE}"/>
                </a:ext>
              </a:extLst>
            </p:cNvPr>
            <p:cNvSpPr/>
            <p:nvPr/>
          </p:nvSpPr>
          <p:spPr>
            <a:xfrm flipH="1" flipV="1">
              <a:off x="1694423" y="5769135"/>
              <a:ext cx="614912" cy="973610"/>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110" name="Freeform: Shape 109">
              <a:extLst>
                <a:ext uri="{FF2B5EF4-FFF2-40B4-BE49-F238E27FC236}">
                  <a16:creationId xmlns:a16="http://schemas.microsoft.com/office/drawing/2014/main" id="{6B579CB2-7678-49F4-88A7-4999A20A95CE}"/>
                </a:ext>
              </a:extLst>
            </p:cNvPr>
            <p:cNvSpPr/>
            <p:nvPr/>
          </p:nvSpPr>
          <p:spPr>
            <a:xfrm flipH="1" flipV="1">
              <a:off x="1200872" y="4902878"/>
              <a:ext cx="631992" cy="862584"/>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111" name="Freeform: Shape 110">
              <a:extLst>
                <a:ext uri="{FF2B5EF4-FFF2-40B4-BE49-F238E27FC236}">
                  <a16:creationId xmlns:a16="http://schemas.microsoft.com/office/drawing/2014/main" id="{18CAAF9A-FB00-4319-B3BB-3C400040CB09}"/>
                </a:ext>
              </a:extLst>
            </p:cNvPr>
            <p:cNvSpPr/>
            <p:nvPr/>
          </p:nvSpPr>
          <p:spPr>
            <a:xfrm flipH="1" flipV="1">
              <a:off x="1693825" y="5773405"/>
              <a:ext cx="606371" cy="965070"/>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112" name="Freeform: Shape 111">
              <a:extLst>
                <a:ext uri="{FF2B5EF4-FFF2-40B4-BE49-F238E27FC236}">
                  <a16:creationId xmlns:a16="http://schemas.microsoft.com/office/drawing/2014/main" id="{A7EF2380-4836-42E9-AFD0-6A2BFF259481}"/>
                </a:ext>
              </a:extLst>
            </p:cNvPr>
            <p:cNvSpPr/>
            <p:nvPr/>
          </p:nvSpPr>
          <p:spPr>
            <a:xfrm flipH="1" flipV="1">
              <a:off x="1259972" y="5766743"/>
              <a:ext cx="427022" cy="896746"/>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3" name="Freeform: Shape 112">
              <a:extLst>
                <a:ext uri="{FF2B5EF4-FFF2-40B4-BE49-F238E27FC236}">
                  <a16:creationId xmlns:a16="http://schemas.microsoft.com/office/drawing/2014/main" id="{4F340D06-58A4-4370-A1F7-8F744B68750F}"/>
                </a:ext>
              </a:extLst>
            </p:cNvPr>
            <p:cNvSpPr/>
            <p:nvPr/>
          </p:nvSpPr>
          <p:spPr>
            <a:xfrm flipH="1" flipV="1">
              <a:off x="1337262" y="5766743"/>
              <a:ext cx="555128" cy="896746"/>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114" name="Freeform: Shape 113">
              <a:extLst>
                <a:ext uri="{FF2B5EF4-FFF2-40B4-BE49-F238E27FC236}">
                  <a16:creationId xmlns:a16="http://schemas.microsoft.com/office/drawing/2014/main" id="{5CFD9798-531C-4A05-998B-5C6D65916ECC}"/>
                </a:ext>
              </a:extLst>
            </p:cNvPr>
            <p:cNvSpPr/>
            <p:nvPr/>
          </p:nvSpPr>
          <p:spPr>
            <a:xfrm flipH="1" flipV="1">
              <a:off x="407123" y="4872388"/>
              <a:ext cx="785720" cy="563669"/>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115" name="Freeform: Shape 114">
              <a:extLst>
                <a:ext uri="{FF2B5EF4-FFF2-40B4-BE49-F238E27FC236}">
                  <a16:creationId xmlns:a16="http://schemas.microsoft.com/office/drawing/2014/main" id="{7AA26C9D-42AB-46CF-80C1-C70767C9E73D}"/>
                </a:ext>
              </a:extLst>
            </p:cNvPr>
            <p:cNvSpPr/>
            <p:nvPr/>
          </p:nvSpPr>
          <p:spPr>
            <a:xfrm flipH="1" flipV="1">
              <a:off x="1106244" y="5447075"/>
              <a:ext cx="580750" cy="495346"/>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dirty="0"/>
            </a:p>
          </p:txBody>
        </p:sp>
        <p:sp>
          <p:nvSpPr>
            <p:cNvPr id="116" name="Freeform: Shape 115">
              <a:extLst>
                <a:ext uri="{FF2B5EF4-FFF2-40B4-BE49-F238E27FC236}">
                  <a16:creationId xmlns:a16="http://schemas.microsoft.com/office/drawing/2014/main" id="{E72CB72B-FD85-4DC3-8F3B-C107D1D8265B}"/>
                </a:ext>
              </a:extLst>
            </p:cNvPr>
            <p:cNvSpPr/>
            <p:nvPr/>
          </p:nvSpPr>
          <p:spPr>
            <a:xfrm flipH="1" flipV="1">
              <a:off x="1106244" y="4902878"/>
              <a:ext cx="580750" cy="862584"/>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117" name="Freeform: Shape 116">
              <a:extLst>
                <a:ext uri="{FF2B5EF4-FFF2-40B4-BE49-F238E27FC236}">
                  <a16:creationId xmlns:a16="http://schemas.microsoft.com/office/drawing/2014/main" id="{B9151E3B-F894-4AB0-AA0E-EEC36F29EFF1}"/>
                </a:ext>
              </a:extLst>
            </p:cNvPr>
            <p:cNvSpPr/>
            <p:nvPr/>
          </p:nvSpPr>
          <p:spPr>
            <a:xfrm flipH="1" flipV="1">
              <a:off x="407123" y="4897411"/>
              <a:ext cx="785720" cy="546588"/>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118" name="Freeform: Shape 117">
              <a:extLst>
                <a:ext uri="{FF2B5EF4-FFF2-40B4-BE49-F238E27FC236}">
                  <a16:creationId xmlns:a16="http://schemas.microsoft.com/office/drawing/2014/main" id="{B0752B23-2A48-45EA-8029-E73055306DBE}"/>
                </a:ext>
              </a:extLst>
            </p:cNvPr>
            <p:cNvSpPr/>
            <p:nvPr/>
          </p:nvSpPr>
          <p:spPr>
            <a:xfrm flipH="1" flipV="1">
              <a:off x="342" y="5278549"/>
              <a:ext cx="404252" cy="15745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9" name="Freeform: Shape 118">
              <a:extLst>
                <a:ext uri="{FF2B5EF4-FFF2-40B4-BE49-F238E27FC236}">
                  <a16:creationId xmlns:a16="http://schemas.microsoft.com/office/drawing/2014/main" id="{638608FF-F4D3-4A4C-88BF-AB40047AEBAF}"/>
                </a:ext>
              </a:extLst>
            </p:cNvPr>
            <p:cNvSpPr/>
            <p:nvPr/>
          </p:nvSpPr>
          <p:spPr>
            <a:xfrm flipH="1" flipV="1">
              <a:off x="342" y="5280245"/>
              <a:ext cx="404389" cy="726314"/>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0" name="Freeform: Shape 119">
              <a:extLst>
                <a:ext uri="{FF2B5EF4-FFF2-40B4-BE49-F238E27FC236}">
                  <a16:creationId xmlns:a16="http://schemas.microsoft.com/office/drawing/2014/main" id="{E8C2A47E-5451-469D-9593-BE466AF3261F}"/>
                </a:ext>
              </a:extLst>
            </p:cNvPr>
            <p:cNvSpPr/>
            <p:nvPr/>
          </p:nvSpPr>
          <p:spPr>
            <a:xfrm flipH="1" flipV="1">
              <a:off x="342" y="4873925"/>
              <a:ext cx="534973" cy="562132"/>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1" name="Freeform: Shape 120">
              <a:extLst>
                <a:ext uri="{FF2B5EF4-FFF2-40B4-BE49-F238E27FC236}">
                  <a16:creationId xmlns:a16="http://schemas.microsoft.com/office/drawing/2014/main" id="{86CE580B-9297-481E-8EFD-111C8EB1DA22}"/>
                </a:ext>
              </a:extLst>
            </p:cNvPr>
            <p:cNvSpPr/>
            <p:nvPr/>
          </p:nvSpPr>
          <p:spPr>
            <a:xfrm flipH="1" flipV="1">
              <a:off x="411734" y="5442548"/>
              <a:ext cx="691776" cy="4270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2" name="Freeform: Shape 121">
              <a:extLst>
                <a:ext uri="{FF2B5EF4-FFF2-40B4-BE49-F238E27FC236}">
                  <a16:creationId xmlns:a16="http://schemas.microsoft.com/office/drawing/2014/main" id="{2474B05D-C381-4F0F-A16F-E35DC5850724}"/>
                </a:ext>
              </a:extLst>
            </p:cNvPr>
            <p:cNvSpPr/>
            <p:nvPr/>
          </p:nvSpPr>
          <p:spPr>
            <a:xfrm flipH="1" flipV="1">
              <a:off x="760440" y="5447075"/>
              <a:ext cx="495346" cy="495346"/>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3" name="Freeform: Shape 122">
              <a:extLst>
                <a:ext uri="{FF2B5EF4-FFF2-40B4-BE49-F238E27FC236}">
                  <a16:creationId xmlns:a16="http://schemas.microsoft.com/office/drawing/2014/main" id="{BD3AF008-5BDE-4A4F-9174-5B51298F6F20}"/>
                </a:ext>
              </a:extLst>
            </p:cNvPr>
            <p:cNvSpPr/>
            <p:nvPr/>
          </p:nvSpPr>
          <p:spPr>
            <a:xfrm flipH="1" flipV="1">
              <a:off x="883594" y="5946092"/>
              <a:ext cx="452643" cy="717397"/>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124" name="Freeform: Shape 123">
              <a:extLst>
                <a:ext uri="{FF2B5EF4-FFF2-40B4-BE49-F238E27FC236}">
                  <a16:creationId xmlns:a16="http://schemas.microsoft.com/office/drawing/2014/main" id="{F57B656B-D254-4308-8FFF-3E5521C28F19}"/>
                </a:ext>
              </a:extLst>
            </p:cNvPr>
            <p:cNvSpPr/>
            <p:nvPr/>
          </p:nvSpPr>
          <p:spPr>
            <a:xfrm flipH="1" flipV="1">
              <a:off x="760440" y="5870851"/>
              <a:ext cx="495346" cy="478264"/>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5" name="Freeform: Shape 124">
              <a:extLst>
                <a:ext uri="{FF2B5EF4-FFF2-40B4-BE49-F238E27FC236}">
                  <a16:creationId xmlns:a16="http://schemas.microsoft.com/office/drawing/2014/main" id="{A8C92B49-0F94-4570-B79E-A18D73B7745C}"/>
                </a:ext>
              </a:extLst>
            </p:cNvPr>
            <p:cNvSpPr/>
            <p:nvPr/>
          </p:nvSpPr>
          <p:spPr>
            <a:xfrm flipH="1" flipV="1">
              <a:off x="412162" y="5442548"/>
              <a:ext cx="341618" cy="879665"/>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126" name="Freeform: Shape 125">
              <a:extLst>
                <a:ext uri="{FF2B5EF4-FFF2-40B4-BE49-F238E27FC236}">
                  <a16:creationId xmlns:a16="http://schemas.microsoft.com/office/drawing/2014/main" id="{8AC761C4-41DA-438E-A81C-7D1D96456964}"/>
                </a:ext>
              </a:extLst>
            </p:cNvPr>
            <p:cNvSpPr/>
            <p:nvPr/>
          </p:nvSpPr>
          <p:spPr>
            <a:xfrm flipH="1" flipV="1">
              <a:off x="14348" y="5442548"/>
              <a:ext cx="435562" cy="879665"/>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127" name="Freeform: Shape 126">
              <a:extLst>
                <a:ext uri="{FF2B5EF4-FFF2-40B4-BE49-F238E27FC236}">
                  <a16:creationId xmlns:a16="http://schemas.microsoft.com/office/drawing/2014/main" id="{FC8B8D8F-A2F4-448D-8077-D07A23B344D6}"/>
                </a:ext>
              </a:extLst>
            </p:cNvPr>
            <p:cNvSpPr/>
            <p:nvPr/>
          </p:nvSpPr>
          <p:spPr>
            <a:xfrm flipH="1" flipV="1">
              <a:off x="455376" y="5870851"/>
              <a:ext cx="427022" cy="478264"/>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8" name="Freeform: Shape 127">
              <a:extLst>
                <a:ext uri="{FF2B5EF4-FFF2-40B4-BE49-F238E27FC236}">
                  <a16:creationId xmlns:a16="http://schemas.microsoft.com/office/drawing/2014/main" id="{EC505487-3EA0-467C-97AC-0095AD99C644}"/>
                </a:ext>
              </a:extLst>
            </p:cNvPr>
            <p:cNvSpPr/>
            <p:nvPr/>
          </p:nvSpPr>
          <p:spPr>
            <a:xfrm flipH="1" flipV="1">
              <a:off x="883594" y="6355436"/>
              <a:ext cx="452643" cy="538048"/>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25400" cap="flat">
              <a:solidFill>
                <a:schemeClr val="accent1">
                  <a:alpha val="10000"/>
                </a:schemeClr>
              </a:solidFill>
              <a:prstDash val="solid"/>
              <a:round/>
            </a:ln>
          </p:spPr>
          <p:txBody>
            <a:bodyPr rtlCol="1" anchor="ctr"/>
            <a:lstStyle/>
            <a:p>
              <a:endParaRPr lang="ar-LY"/>
            </a:p>
          </p:txBody>
        </p:sp>
        <p:sp>
          <p:nvSpPr>
            <p:cNvPr id="129" name="Freeform: Shape 128">
              <a:extLst>
                <a:ext uri="{FF2B5EF4-FFF2-40B4-BE49-F238E27FC236}">
                  <a16:creationId xmlns:a16="http://schemas.microsoft.com/office/drawing/2014/main" id="{3649AF7F-34F7-4872-B653-BF3744860CBD}"/>
                </a:ext>
              </a:extLst>
            </p:cNvPr>
            <p:cNvSpPr/>
            <p:nvPr/>
          </p:nvSpPr>
          <p:spPr>
            <a:xfrm flipH="1" flipV="1">
              <a:off x="5808" y="6009804"/>
              <a:ext cx="444103" cy="802801"/>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0" name="Freeform: Shape 129">
              <a:extLst>
                <a:ext uri="{FF2B5EF4-FFF2-40B4-BE49-F238E27FC236}">
                  <a16:creationId xmlns:a16="http://schemas.microsoft.com/office/drawing/2014/main" id="{64F37E16-C5C4-4E19-A59A-8D5DD503030F}"/>
                </a:ext>
              </a:extLst>
            </p:cNvPr>
            <p:cNvSpPr/>
            <p:nvPr/>
          </p:nvSpPr>
          <p:spPr>
            <a:xfrm flipH="1" flipV="1">
              <a:off x="541851" y="6349116"/>
              <a:ext cx="362113" cy="514221"/>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1" name="Freeform: Shape 130">
              <a:extLst>
                <a:ext uri="{FF2B5EF4-FFF2-40B4-BE49-F238E27FC236}">
                  <a16:creationId xmlns:a16="http://schemas.microsoft.com/office/drawing/2014/main" id="{50705E66-353C-47B6-9C99-539997795B1B}"/>
                </a:ext>
              </a:extLst>
            </p:cNvPr>
            <p:cNvSpPr/>
            <p:nvPr/>
          </p:nvSpPr>
          <p:spPr>
            <a:xfrm flipH="1" flipV="1">
              <a:off x="0" y="6322214"/>
              <a:ext cx="882398" cy="541123"/>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2" name="Freeform: Shape 131">
              <a:extLst>
                <a:ext uri="{FF2B5EF4-FFF2-40B4-BE49-F238E27FC236}">
                  <a16:creationId xmlns:a16="http://schemas.microsoft.com/office/drawing/2014/main" id="{1E20D68C-2697-40F0-99FA-491651632149}"/>
                </a:ext>
              </a:extLst>
            </p:cNvPr>
            <p:cNvSpPr/>
            <p:nvPr/>
          </p:nvSpPr>
          <p:spPr>
            <a:xfrm flipH="1" flipV="1">
              <a:off x="1634106" y="5712078"/>
              <a:ext cx="102485" cy="102485"/>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3" name="Freeform: Shape 132">
              <a:extLst>
                <a:ext uri="{FF2B5EF4-FFF2-40B4-BE49-F238E27FC236}">
                  <a16:creationId xmlns:a16="http://schemas.microsoft.com/office/drawing/2014/main" id="{373B34EE-9E1B-4B70-848E-0DB23028952F}"/>
                </a:ext>
              </a:extLst>
            </p:cNvPr>
            <p:cNvSpPr/>
            <p:nvPr/>
          </p:nvSpPr>
          <p:spPr>
            <a:xfrm flipH="1" flipV="1">
              <a:off x="351674" y="5389660"/>
              <a:ext cx="102485" cy="102485"/>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4" name="Freeform: Shape 133">
              <a:extLst>
                <a:ext uri="{FF2B5EF4-FFF2-40B4-BE49-F238E27FC236}">
                  <a16:creationId xmlns:a16="http://schemas.microsoft.com/office/drawing/2014/main" id="{2AEE5365-86DF-4FF5-83C5-177544A3439B}"/>
                </a:ext>
              </a:extLst>
            </p:cNvPr>
            <p:cNvSpPr/>
            <p:nvPr/>
          </p:nvSpPr>
          <p:spPr>
            <a:xfrm flipH="1" flipV="1">
              <a:off x="2259715" y="6002800"/>
              <a:ext cx="102485" cy="102485"/>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5" name="Freeform: Shape 134">
              <a:extLst>
                <a:ext uri="{FF2B5EF4-FFF2-40B4-BE49-F238E27FC236}">
                  <a16:creationId xmlns:a16="http://schemas.microsoft.com/office/drawing/2014/main" id="{7D5ABBF1-980E-465F-8804-DD999CDEEA67}"/>
                </a:ext>
              </a:extLst>
            </p:cNvPr>
            <p:cNvSpPr/>
            <p:nvPr/>
          </p:nvSpPr>
          <p:spPr>
            <a:xfrm flipH="1" flipV="1">
              <a:off x="828401" y="6297595"/>
              <a:ext cx="102485" cy="102485"/>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9" name="Freeform: Shape 138">
              <a:extLst>
                <a:ext uri="{FF2B5EF4-FFF2-40B4-BE49-F238E27FC236}">
                  <a16:creationId xmlns:a16="http://schemas.microsoft.com/office/drawing/2014/main" id="{7958CCEC-22C6-4C76-B8A4-B33FCED516C2}"/>
                </a:ext>
              </a:extLst>
            </p:cNvPr>
            <p:cNvSpPr/>
            <p:nvPr/>
          </p:nvSpPr>
          <p:spPr>
            <a:xfrm flipH="1" flipV="1">
              <a:off x="1892463" y="6548131"/>
              <a:ext cx="56694" cy="284118"/>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0" name="Freeform: Shape 139">
              <a:extLst>
                <a:ext uri="{FF2B5EF4-FFF2-40B4-BE49-F238E27FC236}">
                  <a16:creationId xmlns:a16="http://schemas.microsoft.com/office/drawing/2014/main" id="{8DC821A8-A0F3-4634-8905-3308E896108F}"/>
                </a:ext>
              </a:extLst>
            </p:cNvPr>
            <p:cNvSpPr/>
            <p:nvPr/>
          </p:nvSpPr>
          <p:spPr>
            <a:xfrm flipH="1" flipV="1">
              <a:off x="1892390" y="6547766"/>
              <a:ext cx="73" cy="364"/>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1" name="Freeform: Shape 140">
              <a:extLst>
                <a:ext uri="{FF2B5EF4-FFF2-40B4-BE49-F238E27FC236}">
                  <a16:creationId xmlns:a16="http://schemas.microsoft.com/office/drawing/2014/main" id="{037BE0B8-165B-45E4-8F14-58CB4F668298}"/>
                </a:ext>
              </a:extLst>
            </p:cNvPr>
            <p:cNvSpPr/>
            <p:nvPr/>
          </p:nvSpPr>
          <p:spPr>
            <a:xfrm flipH="1" flipV="1">
              <a:off x="1892391" y="6547766"/>
              <a:ext cx="407805" cy="284482"/>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2" name="Freeform: Shape 141">
              <a:extLst>
                <a:ext uri="{FF2B5EF4-FFF2-40B4-BE49-F238E27FC236}">
                  <a16:creationId xmlns:a16="http://schemas.microsoft.com/office/drawing/2014/main" id="{2721A00C-E42F-4A86-AEA3-F2C50D7D0AE3}"/>
                </a:ext>
              </a:extLst>
            </p:cNvPr>
            <p:cNvSpPr/>
            <p:nvPr/>
          </p:nvSpPr>
          <p:spPr>
            <a:xfrm flipH="1" flipV="1">
              <a:off x="1336238" y="6547766"/>
              <a:ext cx="612470" cy="284482"/>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3" name="Freeform: Shape 142">
              <a:extLst>
                <a:ext uri="{FF2B5EF4-FFF2-40B4-BE49-F238E27FC236}">
                  <a16:creationId xmlns:a16="http://schemas.microsoft.com/office/drawing/2014/main" id="{630AD418-F949-447A-A2EE-907FE44B38D8}"/>
                </a:ext>
              </a:extLst>
            </p:cNvPr>
            <p:cNvSpPr/>
            <p:nvPr/>
          </p:nvSpPr>
          <p:spPr>
            <a:xfrm flipH="1" flipV="1">
              <a:off x="1024162" y="6663490"/>
              <a:ext cx="430128" cy="168759"/>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 name="Straight Connector 2">
              <a:extLst>
                <a:ext uri="{FF2B5EF4-FFF2-40B4-BE49-F238E27FC236}">
                  <a16:creationId xmlns:a16="http://schemas.microsoft.com/office/drawing/2014/main" id="{A64E411C-C5F7-40EB-9FB3-2F337BAC6738}"/>
                </a:ext>
              </a:extLst>
            </p:cNvPr>
            <p:cNvCxnSpPr>
              <a:stCxn id="114" idx="0"/>
              <a:endCxn id="117" idx="0"/>
            </p:cNvCxnSpPr>
            <p:nvPr/>
          </p:nvCxnSpPr>
          <p:spPr>
            <a:xfrm>
              <a:off x="539499" y="4868032"/>
              <a:ext cx="653344" cy="29123"/>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31595E0A-9E8E-427D-A1A2-40E46D78CDD9}"/>
              </a:ext>
            </a:extLst>
          </p:cNvPr>
          <p:cNvGrpSpPr/>
          <p:nvPr/>
        </p:nvGrpSpPr>
        <p:grpSpPr>
          <a:xfrm>
            <a:off x="9646173" y="-78916"/>
            <a:ext cx="2567428" cy="2201423"/>
            <a:chOff x="9646172" y="-78917"/>
            <a:chExt cx="2567428" cy="2201423"/>
          </a:xfrm>
        </p:grpSpPr>
        <p:sp>
          <p:nvSpPr>
            <p:cNvPr id="32" name="Freeform: Shape 31">
              <a:extLst>
                <a:ext uri="{FF2B5EF4-FFF2-40B4-BE49-F238E27FC236}">
                  <a16:creationId xmlns:a16="http://schemas.microsoft.com/office/drawing/2014/main" id="{9E7A7763-7818-4DDC-BC05-47B0FBF9EDB8}"/>
                </a:ext>
              </a:extLst>
            </p:cNvPr>
            <p:cNvSpPr/>
            <p:nvPr/>
          </p:nvSpPr>
          <p:spPr>
            <a:xfrm>
              <a:off x="10761270" y="-78917"/>
              <a:ext cx="491969" cy="584793"/>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9525" cap="flat">
              <a:solidFill>
                <a:schemeClr val="accent1">
                  <a:alpha val="10000"/>
                </a:schemeClr>
              </a:solidFill>
              <a:prstDash val="solid"/>
              <a:round/>
            </a:ln>
          </p:spPr>
          <p:txBody>
            <a:bodyPr rtlCol="1" anchor="ctr"/>
            <a:lstStyle/>
            <a:p>
              <a:endParaRPr lang="ar-LY"/>
            </a:p>
          </p:txBody>
        </p:sp>
        <p:sp>
          <p:nvSpPr>
            <p:cNvPr id="41" name="Freeform: Shape 40">
              <a:extLst>
                <a:ext uri="{FF2B5EF4-FFF2-40B4-BE49-F238E27FC236}">
                  <a16:creationId xmlns:a16="http://schemas.microsoft.com/office/drawing/2014/main" id="{DDFD568A-8E81-4AB7-BF0D-7FFB45CEE9DB}"/>
                </a:ext>
              </a:extLst>
            </p:cNvPr>
            <p:cNvSpPr/>
            <p:nvPr/>
          </p:nvSpPr>
          <p:spPr>
            <a:xfrm>
              <a:off x="11724602" y="8988"/>
              <a:ext cx="482686" cy="872549"/>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9525" cap="flat">
              <a:solidFill>
                <a:schemeClr val="accent1">
                  <a:alpha val="10000"/>
                </a:schemeClr>
              </a:solidFill>
              <a:prstDash val="solid"/>
              <a:round/>
            </a:ln>
          </p:spPr>
          <p:txBody>
            <a:bodyPr rtlCol="1" anchor="ctr"/>
            <a:lstStyle/>
            <a:p>
              <a:endParaRPr lang="ar-LY"/>
            </a:p>
          </p:txBody>
        </p:sp>
        <p:sp>
          <p:nvSpPr>
            <p:cNvPr id="95" name="Freeform: Shape 94">
              <a:extLst>
                <a:ext uri="{FF2B5EF4-FFF2-40B4-BE49-F238E27FC236}">
                  <a16:creationId xmlns:a16="http://schemas.microsoft.com/office/drawing/2014/main" id="{39B599B4-A601-4066-891E-478B8C92F598}"/>
                </a:ext>
              </a:extLst>
            </p:cNvPr>
            <p:cNvSpPr/>
            <p:nvPr/>
          </p:nvSpPr>
          <p:spPr>
            <a:xfrm>
              <a:off x="11231100" y="-46151"/>
              <a:ext cx="393573" cy="558896"/>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9525" cap="flat">
              <a:solidFill>
                <a:schemeClr val="accent1">
                  <a:alpha val="10000"/>
                </a:schemeClr>
              </a:solidFill>
              <a:prstDash val="solid"/>
              <a:round/>
            </a:ln>
          </p:spPr>
          <p:txBody>
            <a:bodyPr rtlCol="1" anchor="ctr"/>
            <a:lstStyle/>
            <a:p>
              <a:endParaRPr lang="ar-LY"/>
            </a:p>
          </p:txBody>
        </p:sp>
        <p:sp>
          <p:nvSpPr>
            <p:cNvPr id="94" name="Freeform: Shape 93">
              <a:extLst>
                <a:ext uri="{FF2B5EF4-FFF2-40B4-BE49-F238E27FC236}">
                  <a16:creationId xmlns:a16="http://schemas.microsoft.com/office/drawing/2014/main" id="{42248E57-1982-4C77-B7B6-98067B11D1D0}"/>
                </a:ext>
              </a:extLst>
            </p:cNvPr>
            <p:cNvSpPr/>
            <p:nvPr/>
          </p:nvSpPr>
          <p:spPr>
            <a:xfrm>
              <a:off x="11254539" y="-46151"/>
              <a:ext cx="959061" cy="588135"/>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9525" cap="flat">
              <a:solidFill>
                <a:schemeClr val="accent1">
                  <a:alpha val="10000"/>
                </a:schemeClr>
              </a:solidFill>
              <a:prstDash val="solid"/>
              <a:round/>
            </a:ln>
          </p:spPr>
          <p:txBody>
            <a:bodyPr rtlCol="1" anchor="ctr"/>
            <a:lstStyle/>
            <a:p>
              <a:endParaRPr lang="ar-LY"/>
            </a:p>
          </p:txBody>
        </p:sp>
        <p:sp>
          <p:nvSpPr>
            <p:cNvPr id="79" name="Freeform: Shape 78">
              <a:extLst>
                <a:ext uri="{FF2B5EF4-FFF2-40B4-BE49-F238E27FC236}">
                  <a16:creationId xmlns:a16="http://schemas.microsoft.com/office/drawing/2014/main" id="{34989CAA-40F1-4EFA-A879-220B2D5F2A65}"/>
                </a:ext>
              </a:extLst>
            </p:cNvPr>
            <p:cNvSpPr/>
            <p:nvPr/>
          </p:nvSpPr>
          <p:spPr>
            <a:xfrm>
              <a:off x="10095100" y="-12362"/>
              <a:ext cx="61620" cy="308802"/>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5" name="Freeform: Shape 64">
              <a:extLst>
                <a:ext uri="{FF2B5EF4-FFF2-40B4-BE49-F238E27FC236}">
                  <a16:creationId xmlns:a16="http://schemas.microsoft.com/office/drawing/2014/main" id="{A1875776-4C74-43F2-AEEC-816CFBAEB717}"/>
                </a:ext>
              </a:extLst>
            </p:cNvPr>
            <p:cNvSpPr/>
            <p:nvPr/>
          </p:nvSpPr>
          <p:spPr>
            <a:xfrm>
              <a:off x="9713562" y="-12362"/>
              <a:ext cx="443236" cy="309198"/>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4" name="Freeform: Shape 63">
              <a:extLst>
                <a:ext uri="{FF2B5EF4-FFF2-40B4-BE49-F238E27FC236}">
                  <a16:creationId xmlns:a16="http://schemas.microsoft.com/office/drawing/2014/main" id="{E218BE3B-E994-44D2-8724-0F39BEC2B403}"/>
                </a:ext>
              </a:extLst>
            </p:cNvPr>
            <p:cNvSpPr/>
            <p:nvPr/>
          </p:nvSpPr>
          <p:spPr>
            <a:xfrm>
              <a:off x="10095588" y="-12362"/>
              <a:ext cx="665681" cy="309198"/>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3" name="Freeform: Shape 62">
              <a:extLst>
                <a:ext uri="{FF2B5EF4-FFF2-40B4-BE49-F238E27FC236}">
                  <a16:creationId xmlns:a16="http://schemas.microsoft.com/office/drawing/2014/main" id="{111D1371-80CE-4D92-AD42-1CD94C8B430F}"/>
                </a:ext>
              </a:extLst>
            </p:cNvPr>
            <p:cNvSpPr/>
            <p:nvPr/>
          </p:nvSpPr>
          <p:spPr>
            <a:xfrm>
              <a:off x="10632961" y="-12362"/>
              <a:ext cx="467497" cy="183420"/>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 name="Freeform: Shape 5">
              <a:extLst>
                <a:ext uri="{FF2B5EF4-FFF2-40B4-BE49-F238E27FC236}">
                  <a16:creationId xmlns:a16="http://schemas.microsoft.com/office/drawing/2014/main" id="{DA0BE4FC-E249-4118-8CDC-104C4F90FA99}"/>
                </a:ext>
              </a:extLst>
            </p:cNvPr>
            <p:cNvSpPr/>
            <p:nvPr/>
          </p:nvSpPr>
          <p:spPr>
            <a:xfrm>
              <a:off x="9706972" y="835218"/>
              <a:ext cx="677617" cy="872549"/>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7" name="Freeform: Shape 6">
              <a:extLst>
                <a:ext uri="{FF2B5EF4-FFF2-40B4-BE49-F238E27FC236}">
                  <a16:creationId xmlns:a16="http://schemas.microsoft.com/office/drawing/2014/main" id="{55EB3C09-B204-400D-AE74-F4633E5D1BF6}"/>
                </a:ext>
              </a:extLst>
            </p:cNvPr>
            <p:cNvSpPr/>
            <p:nvPr/>
          </p:nvSpPr>
          <p:spPr>
            <a:xfrm>
              <a:off x="9703630" y="84919"/>
              <a:ext cx="668335" cy="1058197"/>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8" name="Freeform: Shape 7">
              <a:extLst>
                <a:ext uri="{FF2B5EF4-FFF2-40B4-BE49-F238E27FC236}">
                  <a16:creationId xmlns:a16="http://schemas.microsoft.com/office/drawing/2014/main" id="{5AEDAA89-2EDC-4940-908D-F4F13997DE4D}"/>
                </a:ext>
              </a:extLst>
            </p:cNvPr>
            <p:cNvSpPr/>
            <p:nvPr/>
          </p:nvSpPr>
          <p:spPr>
            <a:xfrm>
              <a:off x="10221496" y="1147107"/>
              <a:ext cx="686900" cy="937526"/>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9" name="Freeform: Shape 8">
              <a:extLst>
                <a:ext uri="{FF2B5EF4-FFF2-40B4-BE49-F238E27FC236}">
                  <a16:creationId xmlns:a16="http://schemas.microsoft.com/office/drawing/2014/main" id="{A7B952A6-2FF0-4FE4-9335-2E660CAD6F4C}"/>
                </a:ext>
              </a:extLst>
            </p:cNvPr>
            <p:cNvSpPr/>
            <p:nvPr/>
          </p:nvSpPr>
          <p:spPr>
            <a:xfrm>
              <a:off x="9713563" y="89560"/>
              <a:ext cx="659053" cy="1048915"/>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10" name="Freeform: Shape 9">
              <a:extLst>
                <a:ext uri="{FF2B5EF4-FFF2-40B4-BE49-F238E27FC236}">
                  <a16:creationId xmlns:a16="http://schemas.microsoft.com/office/drawing/2014/main" id="{C1E3601C-F2C6-49E9-89A7-AEAF5213F83A}"/>
                </a:ext>
              </a:extLst>
            </p:cNvPr>
            <p:cNvSpPr/>
            <p:nvPr/>
          </p:nvSpPr>
          <p:spPr>
            <a:xfrm>
              <a:off x="10380041" y="171060"/>
              <a:ext cx="464122" cy="974655"/>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 name="Freeform: Shape 10">
              <a:extLst>
                <a:ext uri="{FF2B5EF4-FFF2-40B4-BE49-F238E27FC236}">
                  <a16:creationId xmlns:a16="http://schemas.microsoft.com/office/drawing/2014/main" id="{D78C6FF3-7A07-4CE1-806E-F86A50C1D310}"/>
                </a:ext>
              </a:extLst>
            </p:cNvPr>
            <p:cNvSpPr/>
            <p:nvPr/>
          </p:nvSpPr>
          <p:spPr>
            <a:xfrm>
              <a:off x="10156798" y="171060"/>
              <a:ext cx="603358" cy="974655"/>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13" name="Freeform: Shape 12">
              <a:extLst>
                <a:ext uri="{FF2B5EF4-FFF2-40B4-BE49-F238E27FC236}">
                  <a16:creationId xmlns:a16="http://schemas.microsoft.com/office/drawing/2014/main" id="{701A1714-B275-453F-B17D-8C979553C5B2}"/>
                </a:ext>
              </a:extLst>
            </p:cNvPr>
            <p:cNvSpPr/>
            <p:nvPr/>
          </p:nvSpPr>
          <p:spPr>
            <a:xfrm>
              <a:off x="10917122" y="1505131"/>
              <a:ext cx="853984" cy="612641"/>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14" name="Freeform: Shape 13">
              <a:extLst>
                <a:ext uri="{FF2B5EF4-FFF2-40B4-BE49-F238E27FC236}">
                  <a16:creationId xmlns:a16="http://schemas.microsoft.com/office/drawing/2014/main" id="{7D5FEB2B-C37D-4740-BC67-4BA2C198E7E8}"/>
                </a:ext>
              </a:extLst>
            </p:cNvPr>
            <p:cNvSpPr/>
            <p:nvPr/>
          </p:nvSpPr>
          <p:spPr>
            <a:xfrm>
              <a:off x="10380041" y="954775"/>
              <a:ext cx="631205" cy="538381"/>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15" name="Freeform: Shape 14">
              <a:extLst>
                <a:ext uri="{FF2B5EF4-FFF2-40B4-BE49-F238E27FC236}">
                  <a16:creationId xmlns:a16="http://schemas.microsoft.com/office/drawing/2014/main" id="{DF2AEB8D-D654-4621-844C-3C11F5A26A01}"/>
                </a:ext>
              </a:extLst>
            </p:cNvPr>
            <p:cNvSpPr/>
            <p:nvPr/>
          </p:nvSpPr>
          <p:spPr>
            <a:xfrm>
              <a:off x="10380041" y="1147107"/>
              <a:ext cx="631205" cy="937526"/>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16" name="Freeform: Shape 15">
              <a:extLst>
                <a:ext uri="{FF2B5EF4-FFF2-40B4-BE49-F238E27FC236}">
                  <a16:creationId xmlns:a16="http://schemas.microsoft.com/office/drawing/2014/main" id="{7D8C20A4-77D2-4510-8BF3-A7F865E4AD9A}"/>
                </a:ext>
              </a:extLst>
            </p:cNvPr>
            <p:cNvSpPr/>
            <p:nvPr/>
          </p:nvSpPr>
          <p:spPr>
            <a:xfrm>
              <a:off x="10917122" y="1496499"/>
              <a:ext cx="853984" cy="594076"/>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104" name="Freeform: Shape 103">
              <a:extLst>
                <a:ext uri="{FF2B5EF4-FFF2-40B4-BE49-F238E27FC236}">
                  <a16:creationId xmlns:a16="http://schemas.microsoft.com/office/drawing/2014/main" id="{1E5F006B-92DF-4EC3-8936-C7F3F8C6EE74}"/>
                </a:ext>
              </a:extLst>
            </p:cNvPr>
            <p:cNvSpPr/>
            <p:nvPr/>
          </p:nvSpPr>
          <p:spPr>
            <a:xfrm>
              <a:off x="11773855" y="1505189"/>
              <a:ext cx="439374" cy="17113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01" name="Freeform: Shape 100">
              <a:extLst>
                <a:ext uri="{FF2B5EF4-FFF2-40B4-BE49-F238E27FC236}">
                  <a16:creationId xmlns:a16="http://schemas.microsoft.com/office/drawing/2014/main" id="{7F62F606-8377-4849-9C8A-FBF71850764F}"/>
                </a:ext>
              </a:extLst>
            </p:cNvPr>
            <p:cNvSpPr/>
            <p:nvPr/>
          </p:nvSpPr>
          <p:spPr>
            <a:xfrm>
              <a:off x="11773706" y="885064"/>
              <a:ext cx="439523" cy="789417"/>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00" name="Freeform: Shape 99">
              <a:extLst>
                <a:ext uri="{FF2B5EF4-FFF2-40B4-BE49-F238E27FC236}">
                  <a16:creationId xmlns:a16="http://schemas.microsoft.com/office/drawing/2014/main" id="{995C44F4-8747-4DF8-9E05-01180D885AC4}"/>
                </a:ext>
              </a:extLst>
            </p:cNvPr>
            <p:cNvSpPr/>
            <p:nvPr/>
          </p:nvSpPr>
          <p:spPr>
            <a:xfrm>
              <a:off x="11631777" y="1505131"/>
              <a:ext cx="581452" cy="610970"/>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8" name="Freeform: Shape 17">
              <a:extLst>
                <a:ext uri="{FF2B5EF4-FFF2-40B4-BE49-F238E27FC236}">
                  <a16:creationId xmlns:a16="http://schemas.microsoft.com/office/drawing/2014/main" id="{C0522BFE-3F6A-4D00-9354-C9B1640C029A}"/>
                </a:ext>
              </a:extLst>
            </p:cNvPr>
            <p:cNvSpPr/>
            <p:nvPr/>
          </p:nvSpPr>
          <p:spPr>
            <a:xfrm>
              <a:off x="11014217" y="1033955"/>
              <a:ext cx="751877" cy="4641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19" name="Freeform: Shape 18">
              <a:extLst>
                <a:ext uri="{FF2B5EF4-FFF2-40B4-BE49-F238E27FC236}">
                  <a16:creationId xmlns:a16="http://schemas.microsoft.com/office/drawing/2014/main" id="{D89E3CD7-9086-446F-9391-D2770EB46090}"/>
                </a:ext>
              </a:extLst>
            </p:cNvPr>
            <p:cNvSpPr/>
            <p:nvPr/>
          </p:nvSpPr>
          <p:spPr>
            <a:xfrm>
              <a:off x="10848711" y="954775"/>
              <a:ext cx="538381" cy="538381"/>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20" name="Freeform: Shape 19">
              <a:extLst>
                <a:ext uri="{FF2B5EF4-FFF2-40B4-BE49-F238E27FC236}">
                  <a16:creationId xmlns:a16="http://schemas.microsoft.com/office/drawing/2014/main" id="{5F67EBAA-20C0-4BD5-BA48-726EDA4A78D0}"/>
                </a:ext>
              </a:extLst>
            </p:cNvPr>
            <p:cNvSpPr/>
            <p:nvPr/>
          </p:nvSpPr>
          <p:spPr>
            <a:xfrm>
              <a:off x="10761270" y="171060"/>
              <a:ext cx="491969" cy="779725"/>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21" name="Freeform: Shape 20">
              <a:extLst>
                <a:ext uri="{FF2B5EF4-FFF2-40B4-BE49-F238E27FC236}">
                  <a16:creationId xmlns:a16="http://schemas.microsoft.com/office/drawing/2014/main" id="{BAD38D0B-BF4A-460F-8411-CE9D51C91629}"/>
                </a:ext>
              </a:extLst>
            </p:cNvPr>
            <p:cNvSpPr/>
            <p:nvPr/>
          </p:nvSpPr>
          <p:spPr>
            <a:xfrm>
              <a:off x="10848711" y="512746"/>
              <a:ext cx="538381" cy="519816"/>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22" name="Freeform: Shape 21">
              <a:extLst>
                <a:ext uri="{FF2B5EF4-FFF2-40B4-BE49-F238E27FC236}">
                  <a16:creationId xmlns:a16="http://schemas.microsoft.com/office/drawing/2014/main" id="{58C187B5-B513-4FD6-B2D4-77BB2F8EE81C}"/>
                </a:ext>
              </a:extLst>
            </p:cNvPr>
            <p:cNvSpPr/>
            <p:nvPr/>
          </p:nvSpPr>
          <p:spPr>
            <a:xfrm>
              <a:off x="11394332" y="541986"/>
              <a:ext cx="371297" cy="956091"/>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25" name="Freeform: Shape 24">
              <a:extLst>
                <a:ext uri="{FF2B5EF4-FFF2-40B4-BE49-F238E27FC236}">
                  <a16:creationId xmlns:a16="http://schemas.microsoft.com/office/drawing/2014/main" id="{4963B90B-F6AA-47B5-A122-4215B6665540}"/>
                </a:ext>
              </a:extLst>
            </p:cNvPr>
            <p:cNvSpPr/>
            <p:nvPr/>
          </p:nvSpPr>
          <p:spPr>
            <a:xfrm>
              <a:off x="11724602" y="541986"/>
              <a:ext cx="473404" cy="956091"/>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26" name="Freeform: Shape 25">
              <a:extLst>
                <a:ext uri="{FF2B5EF4-FFF2-40B4-BE49-F238E27FC236}">
                  <a16:creationId xmlns:a16="http://schemas.microsoft.com/office/drawing/2014/main" id="{22951845-37F1-43F7-85FC-F98449620568}"/>
                </a:ext>
              </a:extLst>
            </p:cNvPr>
            <p:cNvSpPr/>
            <p:nvPr/>
          </p:nvSpPr>
          <p:spPr>
            <a:xfrm>
              <a:off x="11254539" y="512746"/>
              <a:ext cx="464122" cy="519816"/>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48" name="Freeform: Shape 47">
              <a:extLst>
                <a:ext uri="{FF2B5EF4-FFF2-40B4-BE49-F238E27FC236}">
                  <a16:creationId xmlns:a16="http://schemas.microsoft.com/office/drawing/2014/main" id="{370E5F52-70E3-48CB-B497-66DD4C96C7D3}"/>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9" name="Freeform: Shape 48">
              <a:extLst>
                <a:ext uri="{FF2B5EF4-FFF2-40B4-BE49-F238E27FC236}">
                  <a16:creationId xmlns:a16="http://schemas.microsoft.com/office/drawing/2014/main" id="{F9DE2464-4D85-4453-B698-75D676F33865}"/>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0" name="Freeform: Shape 49">
              <a:extLst>
                <a:ext uri="{FF2B5EF4-FFF2-40B4-BE49-F238E27FC236}">
                  <a16:creationId xmlns:a16="http://schemas.microsoft.com/office/drawing/2014/main" id="{23FB01A5-728A-4A3C-AB4D-BCA7FC61063B}"/>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1" name="Freeform: Shape 50">
              <a:extLst>
                <a:ext uri="{FF2B5EF4-FFF2-40B4-BE49-F238E27FC236}">
                  <a16:creationId xmlns:a16="http://schemas.microsoft.com/office/drawing/2014/main" id="{1EACAF30-0929-48B7-8DD1-1190B209BA89}"/>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3" name="Freeform: Shape 52">
              <a:extLst>
                <a:ext uri="{FF2B5EF4-FFF2-40B4-BE49-F238E27FC236}">
                  <a16:creationId xmlns:a16="http://schemas.microsoft.com/office/drawing/2014/main" id="{97C99107-C4F8-4C92-9F7A-10DCF9A5ACD2}"/>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4" name="Freeform: Shape 53">
              <a:extLst>
                <a:ext uri="{FF2B5EF4-FFF2-40B4-BE49-F238E27FC236}">
                  <a16:creationId xmlns:a16="http://schemas.microsoft.com/office/drawing/2014/main" id="{B36A5D5D-1212-4972-88F2-ACA4F24ABC0B}"/>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5" name="Freeform: Shape 54">
              <a:extLst>
                <a:ext uri="{FF2B5EF4-FFF2-40B4-BE49-F238E27FC236}">
                  <a16:creationId xmlns:a16="http://schemas.microsoft.com/office/drawing/2014/main" id="{5813AF68-4B88-49DC-8D5F-19741244B69F}"/>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78" name="Freeform: Shape 77">
              <a:extLst>
                <a:ext uri="{FF2B5EF4-FFF2-40B4-BE49-F238E27FC236}">
                  <a16:creationId xmlns:a16="http://schemas.microsoft.com/office/drawing/2014/main" id="{4020148D-809B-406F-8AE9-6378531A50FF}"/>
                </a:ext>
              </a:extLst>
            </p:cNvPr>
            <p:cNvSpPr/>
            <p:nvPr/>
          </p:nvSpPr>
          <p:spPr>
            <a:xfrm>
              <a:off x="10156720" y="296441"/>
              <a:ext cx="79" cy="396"/>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57" name="Freeform: Shape 56">
              <a:extLst>
                <a:ext uri="{FF2B5EF4-FFF2-40B4-BE49-F238E27FC236}">
                  <a16:creationId xmlns:a16="http://schemas.microsoft.com/office/drawing/2014/main" id="{9901E08C-E238-4FB9-A622-274942CB80FD}"/>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58" name="Straight Connector 357">
              <a:extLst>
                <a:ext uri="{FF2B5EF4-FFF2-40B4-BE49-F238E27FC236}">
                  <a16:creationId xmlns:a16="http://schemas.microsoft.com/office/drawing/2014/main" id="{FCEBB729-71CD-47ED-986C-1E732F9AAAB1}"/>
                </a:ext>
              </a:extLst>
            </p:cNvPr>
            <p:cNvCxnSpPr>
              <a:cxnSpLocks/>
              <a:endCxn id="13" idx="0"/>
            </p:cNvCxnSpPr>
            <p:nvPr/>
          </p:nvCxnSpPr>
          <p:spPr>
            <a:xfrm>
              <a:off x="10926567" y="2089612"/>
              <a:ext cx="700662" cy="32894"/>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261" name="Group 260">
            <a:extLst>
              <a:ext uri="{FF2B5EF4-FFF2-40B4-BE49-F238E27FC236}">
                <a16:creationId xmlns:a16="http://schemas.microsoft.com/office/drawing/2014/main" id="{7D1081D1-3993-492A-A293-1F93C7739B71}"/>
              </a:ext>
            </a:extLst>
          </p:cNvPr>
          <p:cNvGrpSpPr/>
          <p:nvPr/>
        </p:nvGrpSpPr>
        <p:grpSpPr>
          <a:xfrm flipH="1">
            <a:off x="29593" y="-34757"/>
            <a:ext cx="2567428" cy="2201423"/>
            <a:chOff x="9646172" y="-78917"/>
            <a:chExt cx="2567428" cy="2201423"/>
          </a:xfrm>
        </p:grpSpPr>
        <p:sp>
          <p:nvSpPr>
            <p:cNvPr id="262" name="Freeform: Shape 261">
              <a:extLst>
                <a:ext uri="{FF2B5EF4-FFF2-40B4-BE49-F238E27FC236}">
                  <a16:creationId xmlns:a16="http://schemas.microsoft.com/office/drawing/2014/main" id="{21203898-75F5-43AF-8606-3E55A307715E}"/>
                </a:ext>
              </a:extLst>
            </p:cNvPr>
            <p:cNvSpPr/>
            <p:nvPr/>
          </p:nvSpPr>
          <p:spPr>
            <a:xfrm>
              <a:off x="10761270" y="-78917"/>
              <a:ext cx="491969" cy="584793"/>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9525" cap="flat">
              <a:solidFill>
                <a:schemeClr val="accent1">
                  <a:alpha val="10000"/>
                </a:schemeClr>
              </a:solidFill>
              <a:prstDash val="solid"/>
              <a:round/>
            </a:ln>
          </p:spPr>
          <p:txBody>
            <a:bodyPr rtlCol="1" anchor="ctr"/>
            <a:lstStyle/>
            <a:p>
              <a:endParaRPr lang="ar-LY"/>
            </a:p>
          </p:txBody>
        </p:sp>
        <p:sp>
          <p:nvSpPr>
            <p:cNvPr id="263" name="Freeform: Shape 262">
              <a:extLst>
                <a:ext uri="{FF2B5EF4-FFF2-40B4-BE49-F238E27FC236}">
                  <a16:creationId xmlns:a16="http://schemas.microsoft.com/office/drawing/2014/main" id="{560F1574-9085-489D-B747-5B001AD6274F}"/>
                </a:ext>
              </a:extLst>
            </p:cNvPr>
            <p:cNvSpPr/>
            <p:nvPr/>
          </p:nvSpPr>
          <p:spPr>
            <a:xfrm>
              <a:off x="11724602" y="8988"/>
              <a:ext cx="482686" cy="872549"/>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9525" cap="flat">
              <a:solidFill>
                <a:schemeClr val="accent1">
                  <a:alpha val="10000"/>
                </a:schemeClr>
              </a:solidFill>
              <a:prstDash val="solid"/>
              <a:round/>
            </a:ln>
          </p:spPr>
          <p:txBody>
            <a:bodyPr rtlCol="1" anchor="ctr"/>
            <a:lstStyle/>
            <a:p>
              <a:endParaRPr lang="ar-LY"/>
            </a:p>
          </p:txBody>
        </p:sp>
        <p:sp>
          <p:nvSpPr>
            <p:cNvPr id="264" name="Freeform: Shape 263">
              <a:extLst>
                <a:ext uri="{FF2B5EF4-FFF2-40B4-BE49-F238E27FC236}">
                  <a16:creationId xmlns:a16="http://schemas.microsoft.com/office/drawing/2014/main" id="{1D6C1127-94E0-4957-890F-444F307AB581}"/>
                </a:ext>
              </a:extLst>
            </p:cNvPr>
            <p:cNvSpPr/>
            <p:nvPr/>
          </p:nvSpPr>
          <p:spPr>
            <a:xfrm>
              <a:off x="11231100" y="-46151"/>
              <a:ext cx="393573" cy="558896"/>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9525" cap="flat">
              <a:solidFill>
                <a:schemeClr val="accent1">
                  <a:alpha val="10000"/>
                </a:schemeClr>
              </a:solidFill>
              <a:prstDash val="solid"/>
              <a:round/>
            </a:ln>
          </p:spPr>
          <p:txBody>
            <a:bodyPr rtlCol="1" anchor="ctr"/>
            <a:lstStyle/>
            <a:p>
              <a:endParaRPr lang="ar-LY"/>
            </a:p>
          </p:txBody>
        </p:sp>
        <p:sp>
          <p:nvSpPr>
            <p:cNvPr id="265" name="Freeform: Shape 264">
              <a:extLst>
                <a:ext uri="{FF2B5EF4-FFF2-40B4-BE49-F238E27FC236}">
                  <a16:creationId xmlns:a16="http://schemas.microsoft.com/office/drawing/2014/main" id="{5108B5DD-00AC-480E-BCE3-BA53E825D431}"/>
                </a:ext>
              </a:extLst>
            </p:cNvPr>
            <p:cNvSpPr/>
            <p:nvPr/>
          </p:nvSpPr>
          <p:spPr>
            <a:xfrm>
              <a:off x="11254539" y="-46151"/>
              <a:ext cx="959061" cy="588135"/>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9525" cap="flat">
              <a:solidFill>
                <a:schemeClr val="accent1">
                  <a:alpha val="10000"/>
                </a:schemeClr>
              </a:solidFill>
              <a:prstDash val="solid"/>
              <a:round/>
            </a:ln>
          </p:spPr>
          <p:txBody>
            <a:bodyPr rtlCol="1" anchor="ctr"/>
            <a:lstStyle/>
            <a:p>
              <a:endParaRPr lang="ar-LY"/>
            </a:p>
          </p:txBody>
        </p:sp>
        <p:sp>
          <p:nvSpPr>
            <p:cNvPr id="266" name="Freeform: Shape 265">
              <a:extLst>
                <a:ext uri="{FF2B5EF4-FFF2-40B4-BE49-F238E27FC236}">
                  <a16:creationId xmlns:a16="http://schemas.microsoft.com/office/drawing/2014/main" id="{E8E2DB72-5014-4F57-AE3E-994ACD62AE58}"/>
                </a:ext>
              </a:extLst>
            </p:cNvPr>
            <p:cNvSpPr/>
            <p:nvPr/>
          </p:nvSpPr>
          <p:spPr>
            <a:xfrm>
              <a:off x="10095100" y="-12362"/>
              <a:ext cx="61620" cy="308802"/>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07" name="Freeform: Shape 306">
              <a:extLst>
                <a:ext uri="{FF2B5EF4-FFF2-40B4-BE49-F238E27FC236}">
                  <a16:creationId xmlns:a16="http://schemas.microsoft.com/office/drawing/2014/main" id="{C1B5F59B-6BBB-4C27-A1C9-D58B234A7661}"/>
                </a:ext>
              </a:extLst>
            </p:cNvPr>
            <p:cNvSpPr/>
            <p:nvPr/>
          </p:nvSpPr>
          <p:spPr>
            <a:xfrm>
              <a:off x="9713562" y="-12362"/>
              <a:ext cx="443236" cy="309198"/>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10" name="Freeform: Shape 309">
              <a:extLst>
                <a:ext uri="{FF2B5EF4-FFF2-40B4-BE49-F238E27FC236}">
                  <a16:creationId xmlns:a16="http://schemas.microsoft.com/office/drawing/2014/main" id="{5E5F9897-B5BF-45BB-9A97-C7417506C266}"/>
                </a:ext>
              </a:extLst>
            </p:cNvPr>
            <p:cNvSpPr/>
            <p:nvPr/>
          </p:nvSpPr>
          <p:spPr>
            <a:xfrm>
              <a:off x="10095588" y="-12362"/>
              <a:ext cx="665681" cy="309198"/>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56" name="Freeform: Shape 355">
              <a:extLst>
                <a:ext uri="{FF2B5EF4-FFF2-40B4-BE49-F238E27FC236}">
                  <a16:creationId xmlns:a16="http://schemas.microsoft.com/office/drawing/2014/main" id="{D50EB562-9DF9-4039-9EC8-192CC851C2E8}"/>
                </a:ext>
              </a:extLst>
            </p:cNvPr>
            <p:cNvSpPr/>
            <p:nvPr/>
          </p:nvSpPr>
          <p:spPr>
            <a:xfrm>
              <a:off x="10632961" y="-12362"/>
              <a:ext cx="467497" cy="183420"/>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57" name="Freeform: Shape 356">
              <a:extLst>
                <a:ext uri="{FF2B5EF4-FFF2-40B4-BE49-F238E27FC236}">
                  <a16:creationId xmlns:a16="http://schemas.microsoft.com/office/drawing/2014/main" id="{5890C0BC-2726-43EE-8B45-A1756CDA5832}"/>
                </a:ext>
              </a:extLst>
            </p:cNvPr>
            <p:cNvSpPr/>
            <p:nvPr/>
          </p:nvSpPr>
          <p:spPr>
            <a:xfrm>
              <a:off x="9706972" y="835218"/>
              <a:ext cx="677617" cy="872549"/>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359" name="Freeform: Shape 358">
              <a:extLst>
                <a:ext uri="{FF2B5EF4-FFF2-40B4-BE49-F238E27FC236}">
                  <a16:creationId xmlns:a16="http://schemas.microsoft.com/office/drawing/2014/main" id="{63D069DF-864A-4F67-B185-CF720614D9D8}"/>
                </a:ext>
              </a:extLst>
            </p:cNvPr>
            <p:cNvSpPr/>
            <p:nvPr/>
          </p:nvSpPr>
          <p:spPr>
            <a:xfrm>
              <a:off x="9703630" y="84919"/>
              <a:ext cx="668335" cy="1058197"/>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360" name="Freeform: Shape 359">
              <a:extLst>
                <a:ext uri="{FF2B5EF4-FFF2-40B4-BE49-F238E27FC236}">
                  <a16:creationId xmlns:a16="http://schemas.microsoft.com/office/drawing/2014/main" id="{33D0529D-C258-4D6C-B202-542EE7BA56E0}"/>
                </a:ext>
              </a:extLst>
            </p:cNvPr>
            <p:cNvSpPr/>
            <p:nvPr/>
          </p:nvSpPr>
          <p:spPr>
            <a:xfrm>
              <a:off x="10221496" y="1147107"/>
              <a:ext cx="686900" cy="937526"/>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361" name="Freeform: Shape 360">
              <a:extLst>
                <a:ext uri="{FF2B5EF4-FFF2-40B4-BE49-F238E27FC236}">
                  <a16:creationId xmlns:a16="http://schemas.microsoft.com/office/drawing/2014/main" id="{23F21052-C521-4292-929B-D40D675CDD15}"/>
                </a:ext>
              </a:extLst>
            </p:cNvPr>
            <p:cNvSpPr/>
            <p:nvPr/>
          </p:nvSpPr>
          <p:spPr>
            <a:xfrm>
              <a:off x="9713563" y="89560"/>
              <a:ext cx="659053" cy="1048915"/>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362" name="Freeform: Shape 361">
              <a:extLst>
                <a:ext uri="{FF2B5EF4-FFF2-40B4-BE49-F238E27FC236}">
                  <a16:creationId xmlns:a16="http://schemas.microsoft.com/office/drawing/2014/main" id="{16E1C646-B40F-4688-885F-BCC512D92272}"/>
                </a:ext>
              </a:extLst>
            </p:cNvPr>
            <p:cNvSpPr/>
            <p:nvPr/>
          </p:nvSpPr>
          <p:spPr>
            <a:xfrm>
              <a:off x="10380041" y="171060"/>
              <a:ext cx="464122" cy="974655"/>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63" name="Freeform: Shape 362">
              <a:extLst>
                <a:ext uri="{FF2B5EF4-FFF2-40B4-BE49-F238E27FC236}">
                  <a16:creationId xmlns:a16="http://schemas.microsoft.com/office/drawing/2014/main" id="{8A7431CF-1A92-47DC-83C7-5C6299B8B3D3}"/>
                </a:ext>
              </a:extLst>
            </p:cNvPr>
            <p:cNvSpPr/>
            <p:nvPr/>
          </p:nvSpPr>
          <p:spPr>
            <a:xfrm>
              <a:off x="10156798" y="171060"/>
              <a:ext cx="603358" cy="974655"/>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364" name="Freeform: Shape 363">
              <a:extLst>
                <a:ext uri="{FF2B5EF4-FFF2-40B4-BE49-F238E27FC236}">
                  <a16:creationId xmlns:a16="http://schemas.microsoft.com/office/drawing/2014/main" id="{33C1A73F-012F-4758-B091-CB6602C945AD}"/>
                </a:ext>
              </a:extLst>
            </p:cNvPr>
            <p:cNvSpPr/>
            <p:nvPr/>
          </p:nvSpPr>
          <p:spPr>
            <a:xfrm>
              <a:off x="10917122" y="1505131"/>
              <a:ext cx="853984" cy="612641"/>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365" name="Freeform: Shape 364">
              <a:extLst>
                <a:ext uri="{FF2B5EF4-FFF2-40B4-BE49-F238E27FC236}">
                  <a16:creationId xmlns:a16="http://schemas.microsoft.com/office/drawing/2014/main" id="{AB804377-27A8-4CC5-9F61-EF69A7FEDC2D}"/>
                </a:ext>
              </a:extLst>
            </p:cNvPr>
            <p:cNvSpPr/>
            <p:nvPr/>
          </p:nvSpPr>
          <p:spPr>
            <a:xfrm>
              <a:off x="10380041" y="954775"/>
              <a:ext cx="631205" cy="538381"/>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366" name="Freeform: Shape 365">
              <a:extLst>
                <a:ext uri="{FF2B5EF4-FFF2-40B4-BE49-F238E27FC236}">
                  <a16:creationId xmlns:a16="http://schemas.microsoft.com/office/drawing/2014/main" id="{8AB7A34F-77E0-4F44-85D5-EC1FCD1C005E}"/>
                </a:ext>
              </a:extLst>
            </p:cNvPr>
            <p:cNvSpPr/>
            <p:nvPr/>
          </p:nvSpPr>
          <p:spPr>
            <a:xfrm>
              <a:off x="10380041" y="1147107"/>
              <a:ext cx="631205" cy="937526"/>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367" name="Freeform: Shape 366">
              <a:extLst>
                <a:ext uri="{FF2B5EF4-FFF2-40B4-BE49-F238E27FC236}">
                  <a16:creationId xmlns:a16="http://schemas.microsoft.com/office/drawing/2014/main" id="{532FC38E-3D4D-493F-9534-B4E19B1D78DA}"/>
                </a:ext>
              </a:extLst>
            </p:cNvPr>
            <p:cNvSpPr/>
            <p:nvPr/>
          </p:nvSpPr>
          <p:spPr>
            <a:xfrm>
              <a:off x="10917122" y="1496499"/>
              <a:ext cx="853984" cy="594076"/>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368" name="Freeform: Shape 367">
              <a:extLst>
                <a:ext uri="{FF2B5EF4-FFF2-40B4-BE49-F238E27FC236}">
                  <a16:creationId xmlns:a16="http://schemas.microsoft.com/office/drawing/2014/main" id="{BB1C3AE0-FDAC-4527-82A3-7F67024E29B4}"/>
                </a:ext>
              </a:extLst>
            </p:cNvPr>
            <p:cNvSpPr/>
            <p:nvPr/>
          </p:nvSpPr>
          <p:spPr>
            <a:xfrm>
              <a:off x="11773855" y="1505189"/>
              <a:ext cx="439374" cy="17113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69" name="Freeform: Shape 368">
              <a:extLst>
                <a:ext uri="{FF2B5EF4-FFF2-40B4-BE49-F238E27FC236}">
                  <a16:creationId xmlns:a16="http://schemas.microsoft.com/office/drawing/2014/main" id="{63042967-13E2-4CA9-AD8D-EFE84F48E814}"/>
                </a:ext>
              </a:extLst>
            </p:cNvPr>
            <p:cNvSpPr/>
            <p:nvPr/>
          </p:nvSpPr>
          <p:spPr>
            <a:xfrm>
              <a:off x="11773706" y="885064"/>
              <a:ext cx="439523" cy="789417"/>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0" name="Freeform: Shape 369">
              <a:extLst>
                <a:ext uri="{FF2B5EF4-FFF2-40B4-BE49-F238E27FC236}">
                  <a16:creationId xmlns:a16="http://schemas.microsoft.com/office/drawing/2014/main" id="{47D43CB0-3885-4A86-964C-24E518FEB7BA}"/>
                </a:ext>
              </a:extLst>
            </p:cNvPr>
            <p:cNvSpPr/>
            <p:nvPr/>
          </p:nvSpPr>
          <p:spPr>
            <a:xfrm>
              <a:off x="11631777" y="1505131"/>
              <a:ext cx="581452" cy="610970"/>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1" name="Freeform: Shape 370">
              <a:extLst>
                <a:ext uri="{FF2B5EF4-FFF2-40B4-BE49-F238E27FC236}">
                  <a16:creationId xmlns:a16="http://schemas.microsoft.com/office/drawing/2014/main" id="{64800A95-B7DD-4BB7-BFA6-90438D4074DD}"/>
                </a:ext>
              </a:extLst>
            </p:cNvPr>
            <p:cNvSpPr/>
            <p:nvPr/>
          </p:nvSpPr>
          <p:spPr>
            <a:xfrm>
              <a:off x="11014217" y="1033955"/>
              <a:ext cx="751877" cy="4641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2" name="Freeform: Shape 371">
              <a:extLst>
                <a:ext uri="{FF2B5EF4-FFF2-40B4-BE49-F238E27FC236}">
                  <a16:creationId xmlns:a16="http://schemas.microsoft.com/office/drawing/2014/main" id="{7E85A836-4772-4DD2-82E6-BC3D5D352188}"/>
                </a:ext>
              </a:extLst>
            </p:cNvPr>
            <p:cNvSpPr/>
            <p:nvPr/>
          </p:nvSpPr>
          <p:spPr>
            <a:xfrm>
              <a:off x="10848711" y="954775"/>
              <a:ext cx="538381" cy="538381"/>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3" name="Freeform: Shape 372">
              <a:extLst>
                <a:ext uri="{FF2B5EF4-FFF2-40B4-BE49-F238E27FC236}">
                  <a16:creationId xmlns:a16="http://schemas.microsoft.com/office/drawing/2014/main" id="{73B1AC75-3A44-4E21-B775-2642E72CE53B}"/>
                </a:ext>
              </a:extLst>
            </p:cNvPr>
            <p:cNvSpPr/>
            <p:nvPr/>
          </p:nvSpPr>
          <p:spPr>
            <a:xfrm>
              <a:off x="10761270" y="171060"/>
              <a:ext cx="491969" cy="779725"/>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374" name="Freeform: Shape 373">
              <a:extLst>
                <a:ext uri="{FF2B5EF4-FFF2-40B4-BE49-F238E27FC236}">
                  <a16:creationId xmlns:a16="http://schemas.microsoft.com/office/drawing/2014/main" id="{B8C516EA-925C-4BE3-B77D-6C8F9ACFD37E}"/>
                </a:ext>
              </a:extLst>
            </p:cNvPr>
            <p:cNvSpPr/>
            <p:nvPr/>
          </p:nvSpPr>
          <p:spPr>
            <a:xfrm>
              <a:off x="10848711" y="512746"/>
              <a:ext cx="538381" cy="519816"/>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5" name="Freeform: Shape 374">
              <a:extLst>
                <a:ext uri="{FF2B5EF4-FFF2-40B4-BE49-F238E27FC236}">
                  <a16:creationId xmlns:a16="http://schemas.microsoft.com/office/drawing/2014/main" id="{FB04E203-3151-47D1-BF21-7E3E8EB60E2A}"/>
                </a:ext>
              </a:extLst>
            </p:cNvPr>
            <p:cNvSpPr/>
            <p:nvPr/>
          </p:nvSpPr>
          <p:spPr>
            <a:xfrm>
              <a:off x="11394332" y="541986"/>
              <a:ext cx="371297" cy="956091"/>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376" name="Freeform: Shape 375">
              <a:extLst>
                <a:ext uri="{FF2B5EF4-FFF2-40B4-BE49-F238E27FC236}">
                  <a16:creationId xmlns:a16="http://schemas.microsoft.com/office/drawing/2014/main" id="{258A6CC8-9E30-4B8F-945A-BD18AF5D368C}"/>
                </a:ext>
              </a:extLst>
            </p:cNvPr>
            <p:cNvSpPr/>
            <p:nvPr/>
          </p:nvSpPr>
          <p:spPr>
            <a:xfrm>
              <a:off x="11724602" y="541986"/>
              <a:ext cx="473404" cy="956091"/>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377" name="Freeform: Shape 376">
              <a:extLst>
                <a:ext uri="{FF2B5EF4-FFF2-40B4-BE49-F238E27FC236}">
                  <a16:creationId xmlns:a16="http://schemas.microsoft.com/office/drawing/2014/main" id="{D57D8E5C-F9AC-455D-8D4D-FFD0B14EAAD9}"/>
                </a:ext>
              </a:extLst>
            </p:cNvPr>
            <p:cNvSpPr/>
            <p:nvPr/>
          </p:nvSpPr>
          <p:spPr>
            <a:xfrm>
              <a:off x="11254539" y="512746"/>
              <a:ext cx="464122" cy="519816"/>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8" name="Freeform: Shape 377">
              <a:extLst>
                <a:ext uri="{FF2B5EF4-FFF2-40B4-BE49-F238E27FC236}">
                  <a16:creationId xmlns:a16="http://schemas.microsoft.com/office/drawing/2014/main" id="{915A31FF-0B2D-40FA-943F-49FFA49A5500}"/>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79" name="Freeform: Shape 378">
              <a:extLst>
                <a:ext uri="{FF2B5EF4-FFF2-40B4-BE49-F238E27FC236}">
                  <a16:creationId xmlns:a16="http://schemas.microsoft.com/office/drawing/2014/main" id="{4EAADF45-6631-4B08-82E4-BFCAE6011DE8}"/>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0" name="Freeform: Shape 379">
              <a:extLst>
                <a:ext uri="{FF2B5EF4-FFF2-40B4-BE49-F238E27FC236}">
                  <a16:creationId xmlns:a16="http://schemas.microsoft.com/office/drawing/2014/main" id="{CDB6778E-4E12-4BC2-8DFB-FFDF9F944B63}"/>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1" name="Freeform: Shape 380">
              <a:extLst>
                <a:ext uri="{FF2B5EF4-FFF2-40B4-BE49-F238E27FC236}">
                  <a16:creationId xmlns:a16="http://schemas.microsoft.com/office/drawing/2014/main" id="{D1475A72-4EF5-4265-A848-B4CE35354D09}"/>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2" name="Freeform: Shape 381">
              <a:extLst>
                <a:ext uri="{FF2B5EF4-FFF2-40B4-BE49-F238E27FC236}">
                  <a16:creationId xmlns:a16="http://schemas.microsoft.com/office/drawing/2014/main" id="{4473C88C-90F1-472C-97A0-584345D72B58}"/>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3" name="Freeform: Shape 382">
              <a:extLst>
                <a:ext uri="{FF2B5EF4-FFF2-40B4-BE49-F238E27FC236}">
                  <a16:creationId xmlns:a16="http://schemas.microsoft.com/office/drawing/2014/main" id="{6091FAB6-9F3F-4928-BD4A-57A4DB7FD544}"/>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4" name="Freeform: Shape 383">
              <a:extLst>
                <a:ext uri="{FF2B5EF4-FFF2-40B4-BE49-F238E27FC236}">
                  <a16:creationId xmlns:a16="http://schemas.microsoft.com/office/drawing/2014/main" id="{F178557F-E42E-4AD9-91D2-06FE205260CC}"/>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5" name="Freeform: Shape 384">
              <a:extLst>
                <a:ext uri="{FF2B5EF4-FFF2-40B4-BE49-F238E27FC236}">
                  <a16:creationId xmlns:a16="http://schemas.microsoft.com/office/drawing/2014/main" id="{3A8FA096-1E93-4945-A628-FED1FD8D9EE4}"/>
                </a:ext>
              </a:extLst>
            </p:cNvPr>
            <p:cNvSpPr/>
            <p:nvPr/>
          </p:nvSpPr>
          <p:spPr>
            <a:xfrm>
              <a:off x="10156720" y="296441"/>
              <a:ext cx="79" cy="396"/>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386" name="Freeform: Shape 385">
              <a:extLst>
                <a:ext uri="{FF2B5EF4-FFF2-40B4-BE49-F238E27FC236}">
                  <a16:creationId xmlns:a16="http://schemas.microsoft.com/office/drawing/2014/main" id="{6F9AEBA0-65A9-4496-99ED-BF82A41D437B}"/>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87" name="Straight Connector 386">
              <a:extLst>
                <a:ext uri="{FF2B5EF4-FFF2-40B4-BE49-F238E27FC236}">
                  <a16:creationId xmlns:a16="http://schemas.microsoft.com/office/drawing/2014/main" id="{F0C32599-B900-4F66-8138-3DB3C3BA4FA0}"/>
                </a:ext>
              </a:extLst>
            </p:cNvPr>
            <p:cNvCxnSpPr>
              <a:cxnSpLocks/>
              <a:endCxn id="364" idx="0"/>
            </p:cNvCxnSpPr>
            <p:nvPr/>
          </p:nvCxnSpPr>
          <p:spPr>
            <a:xfrm>
              <a:off x="10926567" y="2089612"/>
              <a:ext cx="700662" cy="32894"/>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427" name="Group 426">
            <a:extLst>
              <a:ext uri="{FF2B5EF4-FFF2-40B4-BE49-F238E27FC236}">
                <a16:creationId xmlns:a16="http://schemas.microsoft.com/office/drawing/2014/main" id="{4243A657-DAF3-4492-97EF-85FC6C802AB0}"/>
              </a:ext>
            </a:extLst>
          </p:cNvPr>
          <p:cNvGrpSpPr/>
          <p:nvPr/>
        </p:nvGrpSpPr>
        <p:grpSpPr>
          <a:xfrm flipH="1">
            <a:off x="9829800" y="4832549"/>
            <a:ext cx="2362200" cy="2025452"/>
            <a:chOff x="0" y="4868032"/>
            <a:chExt cx="2362200" cy="2025452"/>
          </a:xfrm>
        </p:grpSpPr>
        <p:sp>
          <p:nvSpPr>
            <p:cNvPr id="428" name="Freeform: Shape 427">
              <a:extLst>
                <a:ext uri="{FF2B5EF4-FFF2-40B4-BE49-F238E27FC236}">
                  <a16:creationId xmlns:a16="http://schemas.microsoft.com/office/drawing/2014/main" id="{FE06C695-3AF8-4511-A827-397633C49A0A}"/>
                </a:ext>
              </a:extLst>
            </p:cNvPr>
            <p:cNvSpPr/>
            <p:nvPr/>
          </p:nvSpPr>
          <p:spPr>
            <a:xfrm flipH="1" flipV="1">
              <a:off x="1682808" y="5249619"/>
              <a:ext cx="623452" cy="802801"/>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429" name="Freeform: Shape 428">
              <a:extLst>
                <a:ext uri="{FF2B5EF4-FFF2-40B4-BE49-F238E27FC236}">
                  <a16:creationId xmlns:a16="http://schemas.microsoft.com/office/drawing/2014/main" id="{77FAC9AF-0C05-4A43-B2CE-CE6C6379F552}"/>
                </a:ext>
              </a:extLst>
            </p:cNvPr>
            <p:cNvSpPr/>
            <p:nvPr/>
          </p:nvSpPr>
          <p:spPr>
            <a:xfrm flipH="1" flipV="1">
              <a:off x="1694423" y="5769135"/>
              <a:ext cx="614912" cy="973610"/>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430" name="Freeform: Shape 429">
              <a:extLst>
                <a:ext uri="{FF2B5EF4-FFF2-40B4-BE49-F238E27FC236}">
                  <a16:creationId xmlns:a16="http://schemas.microsoft.com/office/drawing/2014/main" id="{C53AB519-76C2-429D-830D-294354209599}"/>
                </a:ext>
              </a:extLst>
            </p:cNvPr>
            <p:cNvSpPr/>
            <p:nvPr/>
          </p:nvSpPr>
          <p:spPr>
            <a:xfrm flipH="1" flipV="1">
              <a:off x="1200872" y="4902878"/>
              <a:ext cx="631992" cy="862584"/>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431" name="Freeform: Shape 430">
              <a:extLst>
                <a:ext uri="{FF2B5EF4-FFF2-40B4-BE49-F238E27FC236}">
                  <a16:creationId xmlns:a16="http://schemas.microsoft.com/office/drawing/2014/main" id="{31D2B566-79E0-4346-BFDD-750BA6C54FD2}"/>
                </a:ext>
              </a:extLst>
            </p:cNvPr>
            <p:cNvSpPr/>
            <p:nvPr/>
          </p:nvSpPr>
          <p:spPr>
            <a:xfrm flipH="1" flipV="1">
              <a:off x="1693825" y="5773405"/>
              <a:ext cx="606371" cy="965070"/>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432" name="Freeform: Shape 431">
              <a:extLst>
                <a:ext uri="{FF2B5EF4-FFF2-40B4-BE49-F238E27FC236}">
                  <a16:creationId xmlns:a16="http://schemas.microsoft.com/office/drawing/2014/main" id="{E81A3D89-CE5B-4500-82E4-01F147646262}"/>
                </a:ext>
              </a:extLst>
            </p:cNvPr>
            <p:cNvSpPr/>
            <p:nvPr/>
          </p:nvSpPr>
          <p:spPr>
            <a:xfrm flipH="1" flipV="1">
              <a:off x="1259972" y="5766743"/>
              <a:ext cx="427022" cy="896746"/>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33" name="Freeform: Shape 432">
              <a:extLst>
                <a:ext uri="{FF2B5EF4-FFF2-40B4-BE49-F238E27FC236}">
                  <a16:creationId xmlns:a16="http://schemas.microsoft.com/office/drawing/2014/main" id="{3E915323-C1F6-4011-A307-4531A07FE0FD}"/>
                </a:ext>
              </a:extLst>
            </p:cNvPr>
            <p:cNvSpPr/>
            <p:nvPr/>
          </p:nvSpPr>
          <p:spPr>
            <a:xfrm flipH="1" flipV="1">
              <a:off x="1337262" y="5766743"/>
              <a:ext cx="555128" cy="896746"/>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434" name="Freeform: Shape 433">
              <a:extLst>
                <a:ext uri="{FF2B5EF4-FFF2-40B4-BE49-F238E27FC236}">
                  <a16:creationId xmlns:a16="http://schemas.microsoft.com/office/drawing/2014/main" id="{97D27A2A-4717-482A-A951-1273C2FA2B5A}"/>
                </a:ext>
              </a:extLst>
            </p:cNvPr>
            <p:cNvSpPr/>
            <p:nvPr/>
          </p:nvSpPr>
          <p:spPr>
            <a:xfrm flipH="1" flipV="1">
              <a:off x="407123" y="4872388"/>
              <a:ext cx="785720" cy="563669"/>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435" name="Freeform: Shape 434">
              <a:extLst>
                <a:ext uri="{FF2B5EF4-FFF2-40B4-BE49-F238E27FC236}">
                  <a16:creationId xmlns:a16="http://schemas.microsoft.com/office/drawing/2014/main" id="{4B230D0B-C07A-4EE2-A0C5-6664EEE0B669}"/>
                </a:ext>
              </a:extLst>
            </p:cNvPr>
            <p:cNvSpPr/>
            <p:nvPr/>
          </p:nvSpPr>
          <p:spPr>
            <a:xfrm flipH="1" flipV="1">
              <a:off x="1106244" y="5447075"/>
              <a:ext cx="580750" cy="495346"/>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dirty="0"/>
            </a:p>
          </p:txBody>
        </p:sp>
        <p:sp>
          <p:nvSpPr>
            <p:cNvPr id="436" name="Freeform: Shape 435">
              <a:extLst>
                <a:ext uri="{FF2B5EF4-FFF2-40B4-BE49-F238E27FC236}">
                  <a16:creationId xmlns:a16="http://schemas.microsoft.com/office/drawing/2014/main" id="{BB4755D7-C78E-4DA7-84E6-67C1CD7FDFC7}"/>
                </a:ext>
              </a:extLst>
            </p:cNvPr>
            <p:cNvSpPr/>
            <p:nvPr/>
          </p:nvSpPr>
          <p:spPr>
            <a:xfrm flipH="1" flipV="1">
              <a:off x="1106244" y="4902878"/>
              <a:ext cx="580750" cy="862584"/>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437" name="Freeform: Shape 436">
              <a:extLst>
                <a:ext uri="{FF2B5EF4-FFF2-40B4-BE49-F238E27FC236}">
                  <a16:creationId xmlns:a16="http://schemas.microsoft.com/office/drawing/2014/main" id="{74F6F84D-936A-4760-ACC4-055B64FF23DE}"/>
                </a:ext>
              </a:extLst>
            </p:cNvPr>
            <p:cNvSpPr/>
            <p:nvPr/>
          </p:nvSpPr>
          <p:spPr>
            <a:xfrm flipH="1" flipV="1">
              <a:off x="407123" y="4897411"/>
              <a:ext cx="785720" cy="546588"/>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438" name="Freeform: Shape 437">
              <a:extLst>
                <a:ext uri="{FF2B5EF4-FFF2-40B4-BE49-F238E27FC236}">
                  <a16:creationId xmlns:a16="http://schemas.microsoft.com/office/drawing/2014/main" id="{89D65E30-885A-457F-9CA3-43FB9528B5BF}"/>
                </a:ext>
              </a:extLst>
            </p:cNvPr>
            <p:cNvSpPr/>
            <p:nvPr/>
          </p:nvSpPr>
          <p:spPr>
            <a:xfrm flipH="1" flipV="1">
              <a:off x="342" y="5278549"/>
              <a:ext cx="404252" cy="15745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39" name="Freeform: Shape 438">
              <a:extLst>
                <a:ext uri="{FF2B5EF4-FFF2-40B4-BE49-F238E27FC236}">
                  <a16:creationId xmlns:a16="http://schemas.microsoft.com/office/drawing/2014/main" id="{07019A0F-FC42-4D5B-BF57-264B4A9045AC}"/>
                </a:ext>
              </a:extLst>
            </p:cNvPr>
            <p:cNvSpPr/>
            <p:nvPr/>
          </p:nvSpPr>
          <p:spPr>
            <a:xfrm flipH="1" flipV="1">
              <a:off x="342" y="5280245"/>
              <a:ext cx="404389" cy="726314"/>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0" name="Freeform: Shape 439">
              <a:extLst>
                <a:ext uri="{FF2B5EF4-FFF2-40B4-BE49-F238E27FC236}">
                  <a16:creationId xmlns:a16="http://schemas.microsoft.com/office/drawing/2014/main" id="{EB478AE6-5B32-4669-A7D5-CE7811A77EAE}"/>
                </a:ext>
              </a:extLst>
            </p:cNvPr>
            <p:cNvSpPr/>
            <p:nvPr/>
          </p:nvSpPr>
          <p:spPr>
            <a:xfrm flipH="1" flipV="1">
              <a:off x="342" y="4873925"/>
              <a:ext cx="534973" cy="562132"/>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1" name="Freeform: Shape 440">
              <a:extLst>
                <a:ext uri="{FF2B5EF4-FFF2-40B4-BE49-F238E27FC236}">
                  <a16:creationId xmlns:a16="http://schemas.microsoft.com/office/drawing/2014/main" id="{10856FB5-71B5-4FCF-9FA6-B2C51CDEABBB}"/>
                </a:ext>
              </a:extLst>
            </p:cNvPr>
            <p:cNvSpPr/>
            <p:nvPr/>
          </p:nvSpPr>
          <p:spPr>
            <a:xfrm flipH="1" flipV="1">
              <a:off x="411734" y="5442548"/>
              <a:ext cx="691776" cy="4270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2" name="Freeform: Shape 441">
              <a:extLst>
                <a:ext uri="{FF2B5EF4-FFF2-40B4-BE49-F238E27FC236}">
                  <a16:creationId xmlns:a16="http://schemas.microsoft.com/office/drawing/2014/main" id="{B36AD7C1-8F87-4CF7-A0E5-1C1D90DE7FF8}"/>
                </a:ext>
              </a:extLst>
            </p:cNvPr>
            <p:cNvSpPr/>
            <p:nvPr/>
          </p:nvSpPr>
          <p:spPr>
            <a:xfrm flipH="1" flipV="1">
              <a:off x="760440" y="5447075"/>
              <a:ext cx="495346" cy="495346"/>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3" name="Freeform: Shape 442">
              <a:extLst>
                <a:ext uri="{FF2B5EF4-FFF2-40B4-BE49-F238E27FC236}">
                  <a16:creationId xmlns:a16="http://schemas.microsoft.com/office/drawing/2014/main" id="{F28DA495-1CCA-4D4A-81EA-28774C725DFA}"/>
                </a:ext>
              </a:extLst>
            </p:cNvPr>
            <p:cNvSpPr/>
            <p:nvPr/>
          </p:nvSpPr>
          <p:spPr>
            <a:xfrm flipH="1" flipV="1">
              <a:off x="883594" y="5946092"/>
              <a:ext cx="452643" cy="717397"/>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444" name="Freeform: Shape 443">
              <a:extLst>
                <a:ext uri="{FF2B5EF4-FFF2-40B4-BE49-F238E27FC236}">
                  <a16:creationId xmlns:a16="http://schemas.microsoft.com/office/drawing/2014/main" id="{071E87B6-45C9-4A0A-93E0-9D006FBA4916}"/>
                </a:ext>
              </a:extLst>
            </p:cNvPr>
            <p:cNvSpPr/>
            <p:nvPr/>
          </p:nvSpPr>
          <p:spPr>
            <a:xfrm flipH="1" flipV="1">
              <a:off x="760440" y="5870851"/>
              <a:ext cx="495346" cy="478264"/>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5" name="Freeform: Shape 444">
              <a:extLst>
                <a:ext uri="{FF2B5EF4-FFF2-40B4-BE49-F238E27FC236}">
                  <a16:creationId xmlns:a16="http://schemas.microsoft.com/office/drawing/2014/main" id="{8822C763-DDF6-458C-9E9C-FC[redacted]}"/>
                </a:ext>
              </a:extLst>
            </p:cNvPr>
            <p:cNvSpPr/>
            <p:nvPr/>
          </p:nvSpPr>
          <p:spPr>
            <a:xfrm flipH="1" flipV="1">
              <a:off x="412162" y="5442548"/>
              <a:ext cx="341618" cy="879665"/>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446" name="Freeform: Shape 445">
              <a:extLst>
                <a:ext uri="{FF2B5EF4-FFF2-40B4-BE49-F238E27FC236}">
                  <a16:creationId xmlns:a16="http://schemas.microsoft.com/office/drawing/2014/main" id="{F1846E64-0F4A-4981-A955-7CE13D26F3E8}"/>
                </a:ext>
              </a:extLst>
            </p:cNvPr>
            <p:cNvSpPr/>
            <p:nvPr/>
          </p:nvSpPr>
          <p:spPr>
            <a:xfrm flipH="1" flipV="1">
              <a:off x="14348" y="5442548"/>
              <a:ext cx="435562" cy="879665"/>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447" name="Freeform: Shape 446">
              <a:extLst>
                <a:ext uri="{FF2B5EF4-FFF2-40B4-BE49-F238E27FC236}">
                  <a16:creationId xmlns:a16="http://schemas.microsoft.com/office/drawing/2014/main" id="{D4F8241A-CA55-4F4E-AED1-1EEEE96AEB56}"/>
                </a:ext>
              </a:extLst>
            </p:cNvPr>
            <p:cNvSpPr/>
            <p:nvPr/>
          </p:nvSpPr>
          <p:spPr>
            <a:xfrm flipH="1" flipV="1">
              <a:off x="455376" y="5870851"/>
              <a:ext cx="427022" cy="478264"/>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8" name="Freeform: Shape 447">
              <a:extLst>
                <a:ext uri="{FF2B5EF4-FFF2-40B4-BE49-F238E27FC236}">
                  <a16:creationId xmlns:a16="http://schemas.microsoft.com/office/drawing/2014/main" id="{2BB546F8-8D6F-4E5C-A8E4-C4C5D2AF980C}"/>
                </a:ext>
              </a:extLst>
            </p:cNvPr>
            <p:cNvSpPr/>
            <p:nvPr/>
          </p:nvSpPr>
          <p:spPr>
            <a:xfrm flipH="1" flipV="1">
              <a:off x="883594" y="6355436"/>
              <a:ext cx="452643" cy="538048"/>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25400" cap="flat">
              <a:solidFill>
                <a:schemeClr val="accent1">
                  <a:alpha val="10000"/>
                </a:schemeClr>
              </a:solidFill>
              <a:prstDash val="solid"/>
              <a:round/>
            </a:ln>
          </p:spPr>
          <p:txBody>
            <a:bodyPr rtlCol="1" anchor="ctr"/>
            <a:lstStyle/>
            <a:p>
              <a:endParaRPr lang="ar-LY"/>
            </a:p>
          </p:txBody>
        </p:sp>
        <p:sp>
          <p:nvSpPr>
            <p:cNvPr id="449" name="Freeform: Shape 448">
              <a:extLst>
                <a:ext uri="{FF2B5EF4-FFF2-40B4-BE49-F238E27FC236}">
                  <a16:creationId xmlns:a16="http://schemas.microsoft.com/office/drawing/2014/main" id="{4C4597FF-CB53-40D4-A186-8F3E4CE2CF1D}"/>
                </a:ext>
              </a:extLst>
            </p:cNvPr>
            <p:cNvSpPr/>
            <p:nvPr/>
          </p:nvSpPr>
          <p:spPr>
            <a:xfrm flipH="1" flipV="1">
              <a:off x="5808" y="6009804"/>
              <a:ext cx="444103" cy="802801"/>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0" name="Freeform: Shape 449">
              <a:extLst>
                <a:ext uri="{FF2B5EF4-FFF2-40B4-BE49-F238E27FC236}">
                  <a16:creationId xmlns:a16="http://schemas.microsoft.com/office/drawing/2014/main" id="{51F13E0C-46F2-4215-8356-56C438E9A323}"/>
                </a:ext>
              </a:extLst>
            </p:cNvPr>
            <p:cNvSpPr/>
            <p:nvPr/>
          </p:nvSpPr>
          <p:spPr>
            <a:xfrm flipH="1" flipV="1">
              <a:off x="541851" y="6349116"/>
              <a:ext cx="362113" cy="514221"/>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1" name="Freeform: Shape 450">
              <a:extLst>
                <a:ext uri="{FF2B5EF4-FFF2-40B4-BE49-F238E27FC236}">
                  <a16:creationId xmlns:a16="http://schemas.microsoft.com/office/drawing/2014/main" id="{5625A08C-E1C8-4FA6-9B2B-4F37C1B2E972}"/>
                </a:ext>
              </a:extLst>
            </p:cNvPr>
            <p:cNvSpPr/>
            <p:nvPr/>
          </p:nvSpPr>
          <p:spPr>
            <a:xfrm flipH="1" flipV="1">
              <a:off x="0" y="6322214"/>
              <a:ext cx="882398" cy="541123"/>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2" name="Freeform: Shape 451">
              <a:extLst>
                <a:ext uri="{FF2B5EF4-FFF2-40B4-BE49-F238E27FC236}">
                  <a16:creationId xmlns:a16="http://schemas.microsoft.com/office/drawing/2014/main" id="{3F781752-D22C-410C-8057-17EE3F28044D}"/>
                </a:ext>
              </a:extLst>
            </p:cNvPr>
            <p:cNvSpPr/>
            <p:nvPr/>
          </p:nvSpPr>
          <p:spPr>
            <a:xfrm flipH="1" flipV="1">
              <a:off x="1634106" y="5712078"/>
              <a:ext cx="102485" cy="102485"/>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3" name="Freeform: Shape 452">
              <a:extLst>
                <a:ext uri="{FF2B5EF4-FFF2-40B4-BE49-F238E27FC236}">
                  <a16:creationId xmlns:a16="http://schemas.microsoft.com/office/drawing/2014/main" id="{439B8E36-13E0-49BF-9E8F-99BA6F0D79C4}"/>
                </a:ext>
              </a:extLst>
            </p:cNvPr>
            <p:cNvSpPr/>
            <p:nvPr/>
          </p:nvSpPr>
          <p:spPr>
            <a:xfrm flipH="1" flipV="1">
              <a:off x="351674" y="5389660"/>
              <a:ext cx="102485" cy="102485"/>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4" name="Freeform: Shape 453">
              <a:extLst>
                <a:ext uri="{FF2B5EF4-FFF2-40B4-BE49-F238E27FC236}">
                  <a16:creationId xmlns:a16="http://schemas.microsoft.com/office/drawing/2014/main" id="{3D86812D-B40E-4A3A-B13D-890B13453A21}"/>
                </a:ext>
              </a:extLst>
            </p:cNvPr>
            <p:cNvSpPr/>
            <p:nvPr/>
          </p:nvSpPr>
          <p:spPr>
            <a:xfrm flipH="1" flipV="1">
              <a:off x="2259715" y="6002800"/>
              <a:ext cx="102485" cy="102485"/>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5" name="Freeform: Shape 454">
              <a:extLst>
                <a:ext uri="{FF2B5EF4-FFF2-40B4-BE49-F238E27FC236}">
                  <a16:creationId xmlns:a16="http://schemas.microsoft.com/office/drawing/2014/main" id="{95811A06-C330-4DCB-A18B-DB4267A998EC}"/>
                </a:ext>
              </a:extLst>
            </p:cNvPr>
            <p:cNvSpPr/>
            <p:nvPr/>
          </p:nvSpPr>
          <p:spPr>
            <a:xfrm flipH="1" flipV="1">
              <a:off x="828401" y="6297595"/>
              <a:ext cx="102485" cy="102485"/>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6" name="Freeform: Shape 455">
              <a:extLst>
                <a:ext uri="{FF2B5EF4-FFF2-40B4-BE49-F238E27FC236}">
                  <a16:creationId xmlns:a16="http://schemas.microsoft.com/office/drawing/2014/main" id="{A85EE8B6-01A6-46CB-A497-5C65A718FEA2}"/>
                </a:ext>
              </a:extLst>
            </p:cNvPr>
            <p:cNvSpPr/>
            <p:nvPr/>
          </p:nvSpPr>
          <p:spPr>
            <a:xfrm flipH="1" flipV="1">
              <a:off x="1892463" y="6548131"/>
              <a:ext cx="56694" cy="284118"/>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7" name="Freeform: Shape 456">
              <a:extLst>
                <a:ext uri="{FF2B5EF4-FFF2-40B4-BE49-F238E27FC236}">
                  <a16:creationId xmlns:a16="http://schemas.microsoft.com/office/drawing/2014/main" id="{40C86AD7-7590-49E1-BAB4-6E3A20572C26}"/>
                </a:ext>
              </a:extLst>
            </p:cNvPr>
            <p:cNvSpPr/>
            <p:nvPr/>
          </p:nvSpPr>
          <p:spPr>
            <a:xfrm flipH="1" flipV="1">
              <a:off x="1892390" y="6547766"/>
              <a:ext cx="73" cy="364"/>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8" name="Freeform: Shape 457">
              <a:extLst>
                <a:ext uri="{FF2B5EF4-FFF2-40B4-BE49-F238E27FC236}">
                  <a16:creationId xmlns:a16="http://schemas.microsoft.com/office/drawing/2014/main" id="{05D61590-8F32-4425-A2F0-CBBCEF0A126B}"/>
                </a:ext>
              </a:extLst>
            </p:cNvPr>
            <p:cNvSpPr/>
            <p:nvPr/>
          </p:nvSpPr>
          <p:spPr>
            <a:xfrm flipH="1" flipV="1">
              <a:off x="1892391" y="6547766"/>
              <a:ext cx="407805" cy="284482"/>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9" name="Freeform: Shape 458">
              <a:extLst>
                <a:ext uri="{FF2B5EF4-FFF2-40B4-BE49-F238E27FC236}">
                  <a16:creationId xmlns:a16="http://schemas.microsoft.com/office/drawing/2014/main" id="{2B8522D7-AAE5-4079-8552-E082C7398E62}"/>
                </a:ext>
              </a:extLst>
            </p:cNvPr>
            <p:cNvSpPr/>
            <p:nvPr/>
          </p:nvSpPr>
          <p:spPr>
            <a:xfrm flipH="1" flipV="1">
              <a:off x="1336238" y="6547766"/>
              <a:ext cx="612470" cy="284482"/>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60" name="Freeform: Shape 459">
              <a:extLst>
                <a:ext uri="{FF2B5EF4-FFF2-40B4-BE49-F238E27FC236}">
                  <a16:creationId xmlns:a16="http://schemas.microsoft.com/office/drawing/2014/main" id="{75855995-316B-4940-AD56-9DE3569549C5}"/>
                </a:ext>
              </a:extLst>
            </p:cNvPr>
            <p:cNvSpPr/>
            <p:nvPr/>
          </p:nvSpPr>
          <p:spPr>
            <a:xfrm flipH="1" flipV="1">
              <a:off x="1024162" y="6663490"/>
              <a:ext cx="430128" cy="168759"/>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25400" cap="flat">
              <a:solidFill>
                <a:schemeClr val="accent1">
                  <a:alpha val="10000"/>
                </a:schemeClr>
              </a:solidFill>
              <a:prstDash val="solid"/>
              <a:miter/>
            </a:ln>
          </p:spPr>
          <p:txBody>
            <a:bodyPr rtlCol="1" anchor="ctr"/>
            <a:lstStyle/>
            <a:p>
              <a:endParaRPr lang="ar-LY"/>
            </a:p>
          </p:txBody>
        </p:sp>
        <p:cxnSp>
          <p:nvCxnSpPr>
            <p:cNvPr id="461" name="Straight Connector 460">
              <a:extLst>
                <a:ext uri="{FF2B5EF4-FFF2-40B4-BE49-F238E27FC236}">
                  <a16:creationId xmlns:a16="http://schemas.microsoft.com/office/drawing/2014/main" id="{7DF5540B-9671-4FF2-A550-DF6A34B616AF}"/>
                </a:ext>
              </a:extLst>
            </p:cNvPr>
            <p:cNvCxnSpPr>
              <a:cxnSpLocks/>
              <a:stCxn id="434" idx="0"/>
              <a:endCxn id="437" idx="0"/>
            </p:cNvCxnSpPr>
            <p:nvPr/>
          </p:nvCxnSpPr>
          <p:spPr>
            <a:xfrm>
              <a:off x="539499" y="4868032"/>
              <a:ext cx="653344" cy="29123"/>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pic>
        <p:nvPicPr>
          <p:cNvPr id="17" name="Graphic 16">
            <a:extLst>
              <a:ext uri="{FF2B5EF4-FFF2-40B4-BE49-F238E27FC236}">
                <a16:creationId xmlns:a16="http://schemas.microsoft.com/office/drawing/2014/main" id="{E2F6A26E-E6F5-5D4C-BC24-7FA44DBF668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19338" y="2497257"/>
            <a:ext cx="1602441" cy="1612153"/>
          </a:xfrm>
          <a:prstGeom prst="rect">
            <a:avLst/>
          </a:prstGeom>
        </p:spPr>
      </p:pic>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48ABC3-8E8C-4FDD-AA32-797A4908BA56}"/>
              </a:ext>
            </a:extLst>
          </p:cNvPr>
          <p:cNvSpPr txBox="1"/>
          <p:nvPr/>
        </p:nvSpPr>
        <p:spPr>
          <a:xfrm>
            <a:off x="1119862" y="1516000"/>
            <a:ext cx="4541639" cy="1077218"/>
          </a:xfrm>
          <a:prstGeom prst="rect">
            <a:avLst/>
          </a:prstGeom>
          <a:noFill/>
        </p:spPr>
        <p:txBody>
          <a:bodyPr wrap="square" rtlCol="1">
            <a:spAutoFit/>
          </a:bodyPr>
          <a:lstStyle/>
          <a:p>
            <a:r>
              <a:rPr lang="en-US" sz="3200" b="1" dirty="0">
                <a:solidFill>
                  <a:schemeClr val="accent1"/>
                </a:solidFill>
                <a:latin typeface="Cantarell" panose="02000603000000000000" pitchFamily="2" charset="0"/>
                <a:cs typeface="Poppins Black" panose="00000A00000000000000" pitchFamily="2" charset="0"/>
              </a:rPr>
              <a:t>Modern Buildings</a:t>
            </a:r>
          </a:p>
          <a:p>
            <a:r>
              <a:rPr lang="en-US" sz="3200" b="1" dirty="0">
                <a:solidFill>
                  <a:schemeClr val="bg1"/>
                </a:solidFill>
                <a:latin typeface="Cantarell bold" panose="02000803000000000000" pitchFamily="2" charset="0"/>
                <a:cs typeface="Poppins Black" panose="00000A00000000000000" pitchFamily="2" charset="0"/>
              </a:rPr>
              <a:t>Face Many Challenges</a:t>
            </a:r>
            <a:endParaRPr lang="ar-LY" sz="3200" b="1" dirty="0">
              <a:solidFill>
                <a:schemeClr val="bg1"/>
              </a:solidFill>
              <a:latin typeface="Cantarell bold" panose="02000803000000000000" pitchFamily="2" charset="0"/>
            </a:endParaRPr>
          </a:p>
        </p:txBody>
      </p:sp>
      <p:sp>
        <p:nvSpPr>
          <p:cNvPr id="6" name="TextBox 5">
            <a:extLst>
              <a:ext uri="{FF2B5EF4-FFF2-40B4-BE49-F238E27FC236}">
                <a16:creationId xmlns:a16="http://schemas.microsoft.com/office/drawing/2014/main" id="{48B38AC8-6A13-48D8-A3E9-1B663F3239DA}"/>
              </a:ext>
            </a:extLst>
          </p:cNvPr>
          <p:cNvSpPr txBox="1"/>
          <p:nvPr/>
        </p:nvSpPr>
        <p:spPr>
          <a:xfrm>
            <a:off x="1150341" y="2866524"/>
            <a:ext cx="4258639" cy="1631216"/>
          </a:xfrm>
          <a:prstGeom prst="rect">
            <a:avLst/>
          </a:prstGeom>
          <a:noFill/>
        </p:spPr>
        <p:txBody>
          <a:bodyPr wrap="square" rtlCol="1">
            <a:spAutoFit/>
          </a:bodyPr>
          <a:lstStyle/>
          <a:p>
            <a:pPr marL="228594" indent="-228594">
              <a:buFont typeface="+mj-lt"/>
              <a:buAutoNum type="arabicPeriod"/>
            </a:pPr>
            <a:r>
              <a:rPr lang="en-CA" sz="2000" dirty="0">
                <a:solidFill>
                  <a:schemeClr val="bg1"/>
                </a:solidFill>
                <a:latin typeface="Cantarell bold" panose="02000803000000000000" pitchFamily="2" charset="0"/>
              </a:rPr>
              <a:t>Climate Change</a:t>
            </a:r>
          </a:p>
          <a:p>
            <a:pPr marL="228594" indent="-228594">
              <a:buFont typeface="+mj-lt"/>
              <a:buAutoNum type="arabicPeriod"/>
            </a:pPr>
            <a:r>
              <a:rPr lang="en-CA" sz="2000" dirty="0">
                <a:solidFill>
                  <a:schemeClr val="bg1"/>
                </a:solidFill>
                <a:latin typeface="Cantarell bold" panose="02000803000000000000" pitchFamily="2" charset="0"/>
              </a:rPr>
              <a:t>Urban Pollution</a:t>
            </a:r>
          </a:p>
          <a:p>
            <a:pPr marL="228594" indent="-228594">
              <a:buFont typeface="+mj-lt"/>
              <a:buAutoNum type="arabicPeriod"/>
            </a:pPr>
            <a:r>
              <a:rPr lang="en-CA" sz="2000" dirty="0">
                <a:solidFill>
                  <a:schemeClr val="bg1"/>
                </a:solidFill>
                <a:latin typeface="Cantarell bold" panose="02000803000000000000" pitchFamily="2" charset="0"/>
              </a:rPr>
              <a:t>Indoor Contaminants</a:t>
            </a:r>
          </a:p>
          <a:p>
            <a:pPr marL="228594" indent="-228594">
              <a:buFont typeface="+mj-lt"/>
              <a:buAutoNum type="arabicPeriod"/>
            </a:pPr>
            <a:r>
              <a:rPr lang="en-CA" sz="2000" dirty="0">
                <a:solidFill>
                  <a:schemeClr val="bg1"/>
                </a:solidFill>
                <a:latin typeface="Cantarell bold" panose="02000803000000000000" pitchFamily="2" charset="0"/>
              </a:rPr>
              <a:t>Rising Energy Costs</a:t>
            </a:r>
          </a:p>
          <a:p>
            <a:pPr marL="228594" indent="-228594">
              <a:buFont typeface="+mj-lt"/>
              <a:buAutoNum type="arabicPeriod"/>
            </a:pPr>
            <a:r>
              <a:rPr lang="en-CA" sz="2000" dirty="0">
                <a:solidFill>
                  <a:schemeClr val="bg1"/>
                </a:solidFill>
                <a:latin typeface="Cantarell bold" panose="02000803000000000000" pitchFamily="2" charset="0"/>
              </a:rPr>
              <a:t>Increasing Technological Complexity</a:t>
            </a:r>
          </a:p>
        </p:txBody>
      </p:sp>
      <p:pic>
        <p:nvPicPr>
          <p:cNvPr id="1027" name="Picture 3">
            <a:extLst>
              <a:ext uri="{FF2B5EF4-FFF2-40B4-BE49-F238E27FC236}">
                <a16:creationId xmlns:a16="http://schemas.microsoft.com/office/drawing/2014/main" id="{695A43E0-6D70-DC4D-B04B-E0C23115E0B3}"/>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100347" y="2470851"/>
            <a:ext cx="3085567" cy="19163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a:extLst>
              <a:ext uri="{FF2B5EF4-FFF2-40B4-BE49-F238E27FC236}">
                <a16:creationId xmlns:a16="http://schemas.microsoft.com/office/drawing/2014/main" id="{F05CB951-D72E-2E4B-ADBA-DCE50F027083}"/>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100347" y="4394436"/>
            <a:ext cx="3085567" cy="181132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limate change is turning cities into harsh, sweltering hotspots">
            <a:extLst>
              <a:ext uri="{FF2B5EF4-FFF2-40B4-BE49-F238E27FC236}">
                <a16:creationId xmlns:a16="http://schemas.microsoft.com/office/drawing/2014/main" id="{BB9886C1-B585-C542-BEA5-4433035C5BCF}"/>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7100348" y="727935"/>
            <a:ext cx="3085565" cy="1735631"/>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4FF3C7AF-9892-2C48-9353-A65E0CD34D60}"/>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t>1</a:t>
            </a:fld>
            <a:endParaRPr lang="ar-LY" dirty="0"/>
          </a:p>
        </p:txBody>
      </p:sp>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4"/>
          <p:cNvSpPr txBox="1">
            <a:spLocks noGrp="1"/>
          </p:cNvSpPr>
          <p:nvPr>
            <p:ph type="title" idx="[redacted]"/>
          </p:nvPr>
        </p:nvSpPr>
        <p:spPr>
          <a:xfrm>
            <a:off x="668741" y="542925"/>
            <a:ext cx="9689911" cy="4766387"/>
          </a:xfrm>
          <a:prstGeom prst="rect">
            <a:avLst/>
          </a:prstGeom>
        </p:spPr>
        <p:txBody>
          <a:bodyPr spcFirstLastPara="1" vert="horz" wrap="square" lIns="121900" tIns="121900" rIns="121900" bIns="121900" rtlCol="0" anchor="ctr" anchorCtr="0">
            <a:noAutofit/>
          </a:bodyPr>
          <a:lstStyle/>
          <a:p>
            <a:r>
              <a:rPr lang="en-CA" b="1" dirty="0">
                <a:solidFill>
                  <a:schemeClr val="bg1"/>
                </a:solidFill>
              </a:rPr>
              <a:t>Indoor Farming Opportunity</a:t>
            </a:r>
            <a:endParaRPr b="1" dirty="0">
              <a:solidFill>
                <a:schemeClr val="bg1"/>
              </a:solidFill>
            </a:endParaRPr>
          </a:p>
          <a:p>
            <a:endParaRPr sz="3200" dirty="0">
              <a:solidFill>
                <a:schemeClr val="bg2"/>
              </a:solidFill>
            </a:endParaRPr>
          </a:p>
          <a:p>
            <a:pPr marL="609570" indent="-507974">
              <a:buSzPts val="2400"/>
              <a:buAutoNum type="arabicPeriod"/>
            </a:pPr>
            <a:r>
              <a:rPr lang="en-GB" sz="3200" dirty="0">
                <a:solidFill>
                  <a:schemeClr val="bg1"/>
                </a:solidFill>
              </a:rPr>
              <a:t>Vertical Farming is a rapidly growing industry with 24% CAGR*.</a:t>
            </a:r>
            <a:br>
              <a:rPr lang="en-GB" sz="3200" dirty="0">
                <a:solidFill>
                  <a:schemeClr val="bg1"/>
                </a:solidFill>
              </a:rPr>
            </a:br>
            <a:endParaRPr sz="3200" dirty="0">
              <a:solidFill>
                <a:schemeClr val="bg1"/>
              </a:solidFill>
            </a:endParaRPr>
          </a:p>
          <a:p>
            <a:pPr marL="609570" indent="-507974">
              <a:buSzPts val="2400"/>
              <a:buAutoNum type="arabicPeriod"/>
            </a:pPr>
            <a:r>
              <a:rPr lang="en-CA" sz="3200" dirty="0">
                <a:solidFill>
                  <a:schemeClr val="bg1"/>
                </a:solidFill>
              </a:rPr>
              <a:t>Asia-Pacific </a:t>
            </a:r>
            <a:r>
              <a:rPr lang="en-CA" sz="3200">
                <a:solidFill>
                  <a:schemeClr val="bg1"/>
                </a:solidFill>
              </a:rPr>
              <a:t>is a </a:t>
            </a:r>
            <a:r>
              <a:rPr lang="en-CA" sz="3200" dirty="0">
                <a:solidFill>
                  <a:schemeClr val="bg1"/>
                </a:solidFill>
              </a:rPr>
              <a:t>global leader in vertical farming with market value of &gt;$350M.</a:t>
            </a:r>
            <a:endParaRPr sz="3200" dirty="0">
              <a:solidFill>
                <a:schemeClr val="bg1"/>
              </a:solidFill>
            </a:endParaRPr>
          </a:p>
          <a:p>
            <a:pPr marL="1123907" indent="-514338">
              <a:buFont typeface="+mj-lt"/>
              <a:buAutoNum type="arabicPeriod"/>
            </a:pPr>
            <a:endParaRPr sz="3200" dirty="0">
              <a:solidFill>
                <a:schemeClr val="bg2"/>
              </a:solidFill>
            </a:endParaRPr>
          </a:p>
          <a:p>
            <a:pPr marL="609570" indent="-507974">
              <a:buSzPts val="2400"/>
              <a:buAutoNum type="arabicPeriod"/>
            </a:pPr>
            <a:r>
              <a:rPr lang="en-GB" sz="3200" dirty="0">
                <a:solidFill>
                  <a:schemeClr val="bg2"/>
                </a:solidFill>
              </a:rPr>
              <a:t>Clear need from several farm operators in Singapore.</a:t>
            </a:r>
            <a:endParaRPr sz="3200" dirty="0">
              <a:solidFill>
                <a:schemeClr val="bg2"/>
              </a:solidFill>
            </a:endParaRPr>
          </a:p>
        </p:txBody>
      </p:sp>
      <p:sp>
        <p:nvSpPr>
          <p:cNvPr id="3" name="Google Shape;145;p21">
            <a:extLst>
              <a:ext uri="{FF2B5EF4-FFF2-40B4-BE49-F238E27FC236}">
                <a16:creationId xmlns:a16="http://schemas.microsoft.com/office/drawing/2014/main" id="{96C91798-36A7-A745-AFAE-0D471968FB21}"/>
              </a:ext>
            </a:extLst>
          </p:cNvPr>
          <p:cNvSpPr txBox="1"/>
          <p:nvPr/>
        </p:nvSpPr>
        <p:spPr>
          <a:xfrm>
            <a:off x="668740" y="6121785"/>
            <a:ext cx="3412800" cy="435200"/>
          </a:xfrm>
          <a:prstGeom prst="rect">
            <a:avLst/>
          </a:prstGeom>
          <a:noFill/>
          <a:ln>
            <a:noFill/>
          </a:ln>
        </p:spPr>
        <p:txBody>
          <a:bodyPr spcFirstLastPara="1" wrap="square" lIns="121900" tIns="121900" rIns="121900" bIns="121900" anchor="ctr" anchorCtr="0">
            <a:noAutofit/>
          </a:bodyPr>
          <a:lstStyle/>
          <a:p>
            <a:r>
              <a:rPr lang="en-GB" sz="2000" dirty="0">
                <a:solidFill>
                  <a:schemeClr val="bg1"/>
                </a:solidFill>
                <a:latin typeface="Source Sans Pro"/>
                <a:ea typeface="Source Sans Pro"/>
                <a:cs typeface="Source Sans Pro"/>
                <a:sym typeface="Source Sans Pro"/>
              </a:rPr>
              <a:t>*Source: Statista</a:t>
            </a:r>
            <a:endParaRPr sz="2000" dirty="0">
              <a:solidFill>
                <a:schemeClr val="bg1"/>
              </a:solidFill>
              <a:latin typeface="Source Sans Pro"/>
              <a:ea typeface="Source Sans Pro"/>
              <a:cs typeface="Source Sans Pro"/>
              <a:sym typeface="Source Sans Pro"/>
            </a:endParaRPr>
          </a:p>
        </p:txBody>
      </p:sp>
      <p:sp>
        <p:nvSpPr>
          <p:cNvPr id="4" name="Slide Number Placeholder 4">
            <a:extLst>
              <a:ext uri="{FF2B5EF4-FFF2-40B4-BE49-F238E27FC236}">
                <a16:creationId xmlns:a16="http://schemas.microsoft.com/office/drawing/2014/main" id="{F6FAF644-EC05-FE4D-ACA6-4701F3418458}"/>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t>2</a:t>
            </a:fld>
            <a:endParaRPr lang="ar-LY" dirty="0"/>
          </a:p>
        </p:txBody>
      </p:sp>
    </p:spTree>
    <p:extLst>
      <p:ext uri="{BB962C8B-B14F-4D97-AF65-F5344CB8AC3E}">
        <p14:creationId xmlns:p14="http://schemas.microsoft.com/office/powerpoint/2010/main" val="[redacted]"/>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EC52A0-B39B-CD41-8A84-7440DE4707A2}"/>
              </a:ext>
            </a:extLst>
          </p:cNvPr>
          <p:cNvSpPr>
            <a:spLocks noGrp="1"/>
          </p:cNvSpPr>
          <p:nvPr>
            <p:ph type="title"/>
          </p:nvPr>
        </p:nvSpPr>
        <p:spPr/>
        <p:txBody>
          <a:bodyPr/>
          <a:lstStyle/>
          <a:p>
            <a:r>
              <a:rPr lang="en-US" dirty="0"/>
              <a:t>The Urban Farmer’s Dilemma</a:t>
            </a:r>
          </a:p>
        </p:txBody>
      </p:sp>
      <p:sp>
        <p:nvSpPr>
          <p:cNvPr id="2" name="Slide Number Placeholder 1">
            <a:extLst>
              <a:ext uri="{FF2B5EF4-FFF2-40B4-BE49-F238E27FC236}">
                <a16:creationId xmlns:a16="http://schemas.microsoft.com/office/drawing/2014/main" id="{EE393505-CDE9-DC4C-97B1-4573CEF7E796}"/>
              </a:ext>
            </a:extLst>
          </p:cNvPr>
          <p:cNvSpPr>
            <a:spLocks noGrp="1"/>
          </p:cNvSpPr>
          <p:nvPr>
            <p:ph type="sldNum" sz="quarter" idx="4"/>
          </p:nvPr>
        </p:nvSpPr>
        <p:spPr/>
        <p:txBody>
          <a:bodyPr/>
          <a:lstStyle/>
          <a:p>
            <a:fld id="{9312FC69-CE3E-4598-98C1-B119891192DE}" type="slidenum">
              <a:rPr lang="ar-LY" smtClean="0"/>
              <a:pPr/>
              <a:t>3</a:t>
            </a:fld>
            <a:endParaRPr lang="ar-LY" b="1" dirty="0"/>
          </a:p>
        </p:txBody>
      </p:sp>
      <p:pic>
        <p:nvPicPr>
          <p:cNvPr id="5" name="Graphic 4" descr="Confused person">
            <a:extLst>
              <a:ext uri="{FF2B5EF4-FFF2-40B4-BE49-F238E27FC236}">
                <a16:creationId xmlns:a16="http://schemas.microsoft.com/office/drawing/2014/main" id="{0254257A-8845-0E42-9651-37F42D1BBD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68532" y="3669873"/>
            <a:ext cx="2454936" cy="2454936"/>
          </a:xfrm>
          <a:prstGeom prst="rect">
            <a:avLst/>
          </a:prstGeom>
        </p:spPr>
      </p:pic>
      <p:sp>
        <p:nvSpPr>
          <p:cNvPr id="14" name="Cloud Callout 13">
            <a:extLst>
              <a:ext uri="{FF2B5EF4-FFF2-40B4-BE49-F238E27FC236}">
                <a16:creationId xmlns:a16="http://schemas.microsoft.com/office/drawing/2014/main" id="{0FBA1071-FD05-C542-9CEB-22C4E71E66FE}"/>
              </a:ext>
            </a:extLst>
          </p:cNvPr>
          <p:cNvSpPr/>
          <p:nvPr/>
        </p:nvSpPr>
        <p:spPr>
          <a:xfrm>
            <a:off x="8135671" y="2207762"/>
            <a:ext cx="3218129" cy="1199278"/>
          </a:xfrm>
          <a:prstGeom prst="cloudCallout">
            <a:avLst>
              <a:gd name="adj1" fmla="val -66085"/>
              <a:gd name="adj2" fmla="val 72384"/>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Building environmental data stored on-site</a:t>
            </a:r>
          </a:p>
        </p:txBody>
      </p:sp>
      <p:sp>
        <p:nvSpPr>
          <p:cNvPr id="15" name="Cloud Callout 14">
            <a:extLst>
              <a:ext uri="{FF2B5EF4-FFF2-40B4-BE49-F238E27FC236}">
                <a16:creationId xmlns:a16="http://schemas.microsoft.com/office/drawing/2014/main" id="{AB285D44-9850-0548-8B10-045650F0BC08}"/>
              </a:ext>
            </a:extLst>
          </p:cNvPr>
          <p:cNvSpPr/>
          <p:nvPr/>
        </p:nvSpPr>
        <p:spPr>
          <a:xfrm>
            <a:off x="387747" y="2553661"/>
            <a:ext cx="3661833" cy="1116212"/>
          </a:xfrm>
          <a:prstGeom prst="cloudCallout">
            <a:avLst>
              <a:gd name="adj1" fmla="val 55990"/>
              <a:gd name="adj2" fmla="val 76620"/>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Need to make complex building optimization trade-offs </a:t>
            </a:r>
          </a:p>
        </p:txBody>
      </p:sp>
      <p:sp>
        <p:nvSpPr>
          <p:cNvPr id="16" name="Cloud Callout 15">
            <a:extLst>
              <a:ext uri="{FF2B5EF4-FFF2-40B4-BE49-F238E27FC236}">
                <a16:creationId xmlns:a16="http://schemas.microsoft.com/office/drawing/2014/main" id="{2E8D30B6-C499-2440-A763-60979156EB24}"/>
              </a:ext>
            </a:extLst>
          </p:cNvPr>
          <p:cNvSpPr/>
          <p:nvPr/>
        </p:nvSpPr>
        <p:spPr>
          <a:xfrm>
            <a:off x="7919771" y="4220479"/>
            <a:ext cx="3434029" cy="1188070"/>
          </a:xfrm>
          <a:prstGeom prst="cloudCallout">
            <a:avLst>
              <a:gd name="adj1" fmla="val -68190"/>
              <a:gd name="adj2" fmla="val -30689"/>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Equipment runs only on pre-determined schedules</a:t>
            </a:r>
          </a:p>
        </p:txBody>
      </p:sp>
      <p:sp>
        <p:nvSpPr>
          <p:cNvPr id="17" name="Cloud Callout 16">
            <a:extLst>
              <a:ext uri="{FF2B5EF4-FFF2-40B4-BE49-F238E27FC236}">
                <a16:creationId xmlns:a16="http://schemas.microsoft.com/office/drawing/2014/main" id="{0B09FD90-7FE9-0B44-B48C-BDE645DDFDCD}"/>
              </a:ext>
            </a:extLst>
          </p:cNvPr>
          <p:cNvSpPr/>
          <p:nvPr/>
        </p:nvSpPr>
        <p:spPr>
          <a:xfrm>
            <a:off x="831451" y="4636287"/>
            <a:ext cx="3218129" cy="1199278"/>
          </a:xfrm>
          <a:prstGeom prst="cloudCallout">
            <a:avLst>
              <a:gd name="adj1" fmla="val 80721"/>
              <a:gd name="adj2" fmla="val -19393"/>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Must manually combine many sensor readings</a:t>
            </a:r>
          </a:p>
        </p:txBody>
      </p:sp>
      <p:sp>
        <p:nvSpPr>
          <p:cNvPr id="18" name="Cloud Callout 17">
            <a:extLst>
              <a:ext uri="{FF2B5EF4-FFF2-40B4-BE49-F238E27FC236}">
                <a16:creationId xmlns:a16="http://schemas.microsoft.com/office/drawing/2014/main" id="{3407B411-3530-DD47-B5F2-A9B7E2FE5F81}"/>
              </a:ext>
            </a:extLst>
          </p:cNvPr>
          <p:cNvSpPr/>
          <p:nvPr/>
        </p:nvSpPr>
        <p:spPr>
          <a:xfrm>
            <a:off x="4372238" y="1608123"/>
            <a:ext cx="3218129" cy="1199278"/>
          </a:xfrm>
          <a:prstGeom prst="cloudCallout">
            <a:avLst>
              <a:gd name="adj1" fmla="val 3372"/>
              <a:gd name="adj2" fmla="val 104859"/>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Can’t input climate preferences into building system</a:t>
            </a:r>
          </a:p>
        </p:txBody>
      </p:sp>
    </p:spTree>
    <p:extLst>
      <p:ext uri="{BB962C8B-B14F-4D97-AF65-F5344CB8AC3E}">
        <p14:creationId xmlns:p14="http://schemas.microsoft.com/office/powerpoint/2010/main" val="[redacted]"/>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6D46A63-4E94-4AE9-9D95-AD4304F2FC10}"/>
              </a:ext>
            </a:extLst>
          </p:cNvPr>
          <p:cNvSpPr/>
          <p:nvPr/>
        </p:nvSpPr>
        <p:spPr>
          <a:xfrm>
            <a:off x="230982" y="364010"/>
            <a:ext cx="11730039" cy="4457700"/>
          </a:xfrm>
          <a:prstGeom prst="roundRect">
            <a:avLst>
              <a:gd name="adj" fmla="val 3782"/>
            </a:avLst>
          </a:prstGeom>
          <a:gradFill flip="none" rotWithShape="1">
            <a:gsLst>
              <a:gs pos="0">
                <a:schemeClr val="accent1">
                  <a:alpha val="70000"/>
                </a:schemeClr>
              </a:gs>
              <a:gs pos="100000">
                <a:schemeClr val="accent4">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nvGrpSpPr>
          <p:cNvPr id="27" name="Group 26">
            <a:extLst>
              <a:ext uri="{FF2B5EF4-FFF2-40B4-BE49-F238E27FC236}">
                <a16:creationId xmlns:a16="http://schemas.microsoft.com/office/drawing/2014/main" id="{11222F9B-7526-42EA-B115-B2ACC83773A1}"/>
              </a:ext>
            </a:extLst>
          </p:cNvPr>
          <p:cNvGrpSpPr/>
          <p:nvPr/>
        </p:nvGrpSpPr>
        <p:grpSpPr>
          <a:xfrm>
            <a:off x="7591721" y="1874408"/>
            <a:ext cx="4153407" cy="2095173"/>
            <a:chOff x="700948" y="1573522"/>
            <a:chExt cx="5074819" cy="2095172"/>
          </a:xfrm>
        </p:grpSpPr>
        <p:sp>
          <p:nvSpPr>
            <p:cNvPr id="32" name="TextBox 31">
              <a:extLst>
                <a:ext uri="{FF2B5EF4-FFF2-40B4-BE49-F238E27FC236}">
                  <a16:creationId xmlns:a16="http://schemas.microsoft.com/office/drawing/2014/main" id="{D459B1F3-1225-49D5-8231-1313FEBB7008}"/>
                </a:ext>
              </a:extLst>
            </p:cNvPr>
            <p:cNvSpPr txBox="1"/>
            <p:nvPr/>
          </p:nvSpPr>
          <p:spPr>
            <a:xfrm>
              <a:off x="700948" y="1573522"/>
              <a:ext cx="5074819" cy="584775"/>
            </a:xfrm>
            <a:prstGeom prst="rect">
              <a:avLst/>
            </a:prstGeom>
            <a:noFill/>
          </p:spPr>
          <p:txBody>
            <a:bodyPr wrap="square" rtlCol="1">
              <a:spAutoFit/>
            </a:bodyPr>
            <a:lstStyle/>
            <a:p>
              <a:r>
                <a:rPr lang="en-US" sz="3200" b="1" dirty="0">
                  <a:solidFill>
                    <a:schemeClr val="bg1"/>
                  </a:solidFill>
                  <a:latin typeface="Cantarell" panose="02000603000000000000" pitchFamily="2" charset="0"/>
                  <a:cs typeface="Poppins Black" panose="00000A00000000000000" pitchFamily="2" charset="0"/>
                </a:rPr>
                <a:t>Ambient Platform</a:t>
              </a:r>
              <a:endParaRPr lang="ar-LY" sz="3200" b="1" dirty="0">
                <a:solidFill>
                  <a:schemeClr val="bg1"/>
                </a:solidFill>
                <a:latin typeface="Cantarell bold" panose="02000803000000000000" pitchFamily="2" charset="0"/>
              </a:endParaRPr>
            </a:p>
          </p:txBody>
        </p:sp>
        <p:sp>
          <p:nvSpPr>
            <p:cNvPr id="33" name="TextBox 32">
              <a:extLst>
                <a:ext uri="{FF2B5EF4-FFF2-40B4-BE49-F238E27FC236}">
                  <a16:creationId xmlns:a16="http://schemas.microsoft.com/office/drawing/2014/main" id="{5979E82E-E95E-4116-B566-4CD31FFF63B4}"/>
                </a:ext>
              </a:extLst>
            </p:cNvPr>
            <p:cNvSpPr txBox="1"/>
            <p:nvPr/>
          </p:nvSpPr>
          <p:spPr>
            <a:xfrm>
              <a:off x="700949" y="2678883"/>
              <a:ext cx="4765840" cy="989811"/>
            </a:xfrm>
            <a:prstGeom prst="rect">
              <a:avLst/>
            </a:prstGeom>
            <a:noFill/>
          </p:spPr>
          <p:txBody>
            <a:bodyPr wrap="square" rtlCol="1">
              <a:spAutoFit/>
            </a:bodyPr>
            <a:lstStyle/>
            <a:p>
              <a:r>
                <a:rPr lang="en-US" sz="1400" dirty="0">
                  <a:solidFill>
                    <a:schemeClr val="bg1"/>
                  </a:solidFill>
                  <a:latin typeface="Cantarell" panose="02000603000000000000" pitchFamily="2" charset="0"/>
                  <a:cs typeface="Poppins Black" panose="00000A00000000000000" pitchFamily="2" charset="0"/>
                </a:rPr>
                <a:t>Comprehensive climate management solution that combines state-of-the-art hardware and web technologies to deliver real-time insights to the farm operator.</a:t>
              </a:r>
              <a:endParaRPr lang="ar-LY" sz="1400" dirty="0">
                <a:solidFill>
                  <a:schemeClr val="bg1"/>
                </a:solidFill>
                <a:latin typeface="Cantarell bold" panose="02000803000000000000" pitchFamily="2" charset="0"/>
              </a:endParaRPr>
            </a:p>
          </p:txBody>
        </p:sp>
      </p:grpSp>
      <p:pic>
        <p:nvPicPr>
          <p:cNvPr id="59" name="Picture 58">
            <a:extLst>
              <a:ext uri="{FF2B5EF4-FFF2-40B4-BE49-F238E27FC236}">
                <a16:creationId xmlns:a16="http://schemas.microsoft.com/office/drawing/2014/main" id="{44557717-AA78-481E-897A-EBD811D4435D}"/>
              </a:ext>
            </a:extLst>
          </p:cNvPr>
          <p:cNvPicPr>
            <a:picLocks noChangeAspect="1"/>
          </p:cNvPicPr>
          <p:nvPr/>
        </p:nvPicPr>
        <p:blipFill>
          <a:blip r:embed="rId3"/>
          <a:srcRect/>
          <a:stretch>
            <a:fillRect/>
          </a:stretch>
        </p:blipFill>
        <p:spPr>
          <a:xfrm>
            <a:off x="615200" y="872151"/>
            <a:ext cx="7192413" cy="4136803"/>
          </a:xfrm>
          <a:custGeom>
            <a:avLst/>
            <a:gdLst>
              <a:gd name="connsiteX0" fmla="*/ 0 w 6217918"/>
              <a:gd name="connsiteY0" fmla="*/ 0 h 3618626"/>
              <a:gd name="connsiteX1" fmla="*/ 6217918 w 6217918"/>
              <a:gd name="connsiteY1" fmla="*/ 0 h 3618626"/>
              <a:gd name="connsiteX2" fmla="*/ 6217918 w 6217918"/>
              <a:gd name="connsiteY2" fmla="*/ 3618626 h 3618626"/>
              <a:gd name="connsiteX3" fmla="*/ 0 w 6217918"/>
              <a:gd name="connsiteY3" fmla="*/ 3618626 h 3618626"/>
              <a:gd name="connsiteX4" fmla="*/ 0 w 6217918"/>
              <a:gd name="connsiteY4" fmla="*/ 0 h 3618626"/>
              <a:gd name="connsiteX5" fmla="*/ 810767 w 6217918"/>
              <a:gd name="connsiteY5" fmla="*/ 259070 h 3618626"/>
              <a:gd name="connsiteX6" fmla="*/ 810767 w 6217918"/>
              <a:gd name="connsiteY6" fmla="*/ 3036261 h 3618626"/>
              <a:gd name="connsiteX7" fmla="*/ 5401055 w 6217918"/>
              <a:gd name="connsiteY7" fmla="*/ 3036261 h 3618626"/>
              <a:gd name="connsiteX8" fmla="*/ 5401055 w 6217918"/>
              <a:gd name="connsiteY8" fmla="*/ 259070 h 3618626"/>
              <a:gd name="connsiteX9" fmla="*/ 810767 w 6217918"/>
              <a:gd name="connsiteY9" fmla="*/ 259070 h 361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17918" h="3618626">
                <a:moveTo>
                  <a:pt x="0" y="0"/>
                </a:moveTo>
                <a:lnTo>
                  <a:pt x="6217918" y="0"/>
                </a:lnTo>
                <a:lnTo>
                  <a:pt x="6217918" y="3618626"/>
                </a:lnTo>
                <a:lnTo>
                  <a:pt x="0" y="3618626"/>
                </a:lnTo>
                <a:lnTo>
                  <a:pt x="0" y="0"/>
                </a:lnTo>
                <a:close/>
                <a:moveTo>
                  <a:pt x="810767" y="259070"/>
                </a:moveTo>
                <a:lnTo>
                  <a:pt x="810767" y="3036261"/>
                </a:lnTo>
                <a:lnTo>
                  <a:pt x="5401055" y="3036261"/>
                </a:lnTo>
                <a:lnTo>
                  <a:pt x="5401055" y="259070"/>
                </a:lnTo>
                <a:lnTo>
                  <a:pt x="810767" y="259070"/>
                </a:lnTo>
                <a:close/>
              </a:path>
            </a:pathLst>
          </a:custGeom>
        </p:spPr>
      </p:pic>
      <p:grpSp>
        <p:nvGrpSpPr>
          <p:cNvPr id="46" name="Group 45">
            <a:extLst>
              <a:ext uri="{FF2B5EF4-FFF2-40B4-BE49-F238E27FC236}">
                <a16:creationId xmlns:a16="http://schemas.microsoft.com/office/drawing/2014/main" id="{A3A9B559-AC8A-4B7C-A91D-E0F7678050B0}"/>
              </a:ext>
            </a:extLst>
          </p:cNvPr>
          <p:cNvGrpSpPr/>
          <p:nvPr/>
        </p:nvGrpSpPr>
        <p:grpSpPr>
          <a:xfrm>
            <a:off x="699754" y="5218165"/>
            <a:ext cx="3406175" cy="1107996"/>
            <a:chOff x="785709" y="5621864"/>
            <a:chExt cx="3406175" cy="1107996"/>
          </a:xfrm>
        </p:grpSpPr>
        <p:sp>
          <p:nvSpPr>
            <p:cNvPr id="63" name="TextBox 62">
              <a:extLst>
                <a:ext uri="{FF2B5EF4-FFF2-40B4-BE49-F238E27FC236}">
                  <a16:creationId xmlns:a16="http://schemas.microsoft.com/office/drawing/2014/main" id="{B689AC35-AF76-46C2-AAF1-1C309FACC2C9}"/>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1">
                      <a:alpha val="88000"/>
                    </a:schemeClr>
                  </a:solidFill>
                </a:rPr>
                <a:t>01</a:t>
              </a:r>
              <a:endParaRPr lang="ar-LY" sz="6600" dirty="0">
                <a:solidFill>
                  <a:schemeClr val="accent1">
                    <a:alpha val="88000"/>
                  </a:schemeClr>
                </a:solidFill>
              </a:endParaRPr>
            </a:p>
          </p:txBody>
        </p:sp>
        <p:grpSp>
          <p:nvGrpSpPr>
            <p:cNvPr id="45" name="Group 44">
              <a:extLst>
                <a:ext uri="{FF2B5EF4-FFF2-40B4-BE49-F238E27FC236}">
                  <a16:creationId xmlns:a16="http://schemas.microsoft.com/office/drawing/2014/main" id="{A54D7476-AAD8-4DA4-BFBF-076A3516ECB3}"/>
                </a:ext>
              </a:extLst>
            </p:cNvPr>
            <p:cNvGrpSpPr/>
            <p:nvPr/>
          </p:nvGrpSpPr>
          <p:grpSpPr>
            <a:xfrm>
              <a:off x="2245362" y="5770830"/>
              <a:ext cx="1946522" cy="902396"/>
              <a:chOff x="2245362" y="5884613"/>
              <a:chExt cx="1946522" cy="902396"/>
            </a:xfrm>
          </p:grpSpPr>
          <p:sp>
            <p:nvSpPr>
              <p:cNvPr id="64" name="TextBox 63">
                <a:extLst>
                  <a:ext uri="{FF2B5EF4-FFF2-40B4-BE49-F238E27FC236}">
                    <a16:creationId xmlns:a16="http://schemas.microsoft.com/office/drawing/2014/main" id="{AC30A684-4120-4B77-B255-925341D4D896}"/>
                  </a:ext>
                </a:extLst>
              </p:cNvPr>
              <p:cNvSpPr txBox="1"/>
              <p:nvPr/>
            </p:nvSpPr>
            <p:spPr>
              <a:xfrm>
                <a:off x="2245362" y="6186845"/>
                <a:ext cx="1946522" cy="600164"/>
              </a:xfrm>
              <a:prstGeom prst="rect">
                <a:avLst/>
              </a:prstGeom>
              <a:noFill/>
            </p:spPr>
            <p:txBody>
              <a:bodyPr wrap="square" rtlCol="1">
                <a:spAutoFit/>
              </a:bodyPr>
              <a:lstStyle/>
              <a:p>
                <a:r>
                  <a:rPr lang="en-US" sz="1100" dirty="0">
                    <a:solidFill>
                      <a:schemeClr val="bg1"/>
                    </a:solidFill>
                    <a:latin typeface="Cantarell" panose="02000603000000000000" pitchFamily="2" charset="0"/>
                  </a:rPr>
                  <a:t>Integrated with essential equipment and control systems</a:t>
                </a:r>
                <a:endParaRPr lang="ar-LY" sz="1100" dirty="0">
                  <a:solidFill>
                    <a:schemeClr val="bg1"/>
                  </a:solidFill>
                  <a:latin typeface="Cantarell bold" panose="02000803000000000000" pitchFamily="2" charset="0"/>
                </a:endParaRPr>
              </a:p>
            </p:txBody>
          </p:sp>
          <p:sp>
            <p:nvSpPr>
              <p:cNvPr id="65" name="TextBox 64">
                <a:extLst>
                  <a:ext uri="{FF2B5EF4-FFF2-40B4-BE49-F238E27FC236}">
                    <a16:creationId xmlns:a16="http://schemas.microsoft.com/office/drawing/2014/main" id="{3F733AF1-878E-417C-88E3-AAB2BFA38B1F}"/>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Connected</a:t>
                </a:r>
              </a:p>
            </p:txBody>
          </p:sp>
        </p:grpSp>
      </p:grpSp>
      <p:grpSp>
        <p:nvGrpSpPr>
          <p:cNvPr id="67" name="Group 66">
            <a:extLst>
              <a:ext uri="{FF2B5EF4-FFF2-40B4-BE49-F238E27FC236}">
                <a16:creationId xmlns:a16="http://schemas.microsoft.com/office/drawing/2014/main" id="{6220EA56-16BF-4049-85FA-D7583AD17405}"/>
              </a:ext>
            </a:extLst>
          </p:cNvPr>
          <p:cNvGrpSpPr/>
          <p:nvPr/>
        </p:nvGrpSpPr>
        <p:grpSpPr>
          <a:xfrm>
            <a:off x="4392914" y="5218165"/>
            <a:ext cx="3406175" cy="1107996"/>
            <a:chOff x="785709" y="5621864"/>
            <a:chExt cx="3406175" cy="1107996"/>
          </a:xfrm>
        </p:grpSpPr>
        <p:sp>
          <p:nvSpPr>
            <p:cNvPr id="68" name="TextBox 67">
              <a:extLst>
                <a:ext uri="{FF2B5EF4-FFF2-40B4-BE49-F238E27FC236}">
                  <a16:creationId xmlns:a16="http://schemas.microsoft.com/office/drawing/2014/main" id="{7451B2B2-09D9-4603-8AA8-655A661512D6}"/>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2">
                      <a:alpha val="88000"/>
                    </a:schemeClr>
                  </a:solidFill>
                </a:rPr>
                <a:t>02</a:t>
              </a:r>
              <a:endParaRPr lang="ar-LY" sz="6600" dirty="0">
                <a:solidFill>
                  <a:schemeClr val="accent2">
                    <a:alpha val="88000"/>
                  </a:schemeClr>
                </a:solidFill>
              </a:endParaRPr>
            </a:p>
          </p:txBody>
        </p:sp>
        <p:grpSp>
          <p:nvGrpSpPr>
            <p:cNvPr id="69" name="Group 68">
              <a:extLst>
                <a:ext uri="{FF2B5EF4-FFF2-40B4-BE49-F238E27FC236}">
                  <a16:creationId xmlns:a16="http://schemas.microsoft.com/office/drawing/2014/main" id="{62E8A053-DA03-4F6C-8902-9EF6BCE4B2A2}"/>
                </a:ext>
              </a:extLst>
            </p:cNvPr>
            <p:cNvGrpSpPr/>
            <p:nvPr/>
          </p:nvGrpSpPr>
          <p:grpSpPr>
            <a:xfrm>
              <a:off x="2245362" y="5770830"/>
              <a:ext cx="1946522" cy="733119"/>
              <a:chOff x="2245362" y="5884613"/>
              <a:chExt cx="1946522" cy="733119"/>
            </a:xfrm>
          </p:grpSpPr>
          <p:sp>
            <p:nvSpPr>
              <p:cNvPr id="70" name="TextBox 69">
                <a:extLst>
                  <a:ext uri="{FF2B5EF4-FFF2-40B4-BE49-F238E27FC236}">
                    <a16:creationId xmlns:a16="http://schemas.microsoft.com/office/drawing/2014/main" id="{3D6291DF-2C2A-4C4E-8869-E6A652CB54C1}"/>
                  </a:ext>
                </a:extLst>
              </p:cNvPr>
              <p:cNvSpPr txBox="1"/>
              <p:nvPr/>
            </p:nvSpPr>
            <p:spPr>
              <a:xfrm>
                <a:off x="2245362" y="6186845"/>
                <a:ext cx="1946522" cy="430887"/>
              </a:xfrm>
              <a:prstGeom prst="rect">
                <a:avLst/>
              </a:prstGeom>
              <a:noFill/>
            </p:spPr>
            <p:txBody>
              <a:bodyPr wrap="square" rtlCol="1">
                <a:spAutoFit/>
              </a:bodyPr>
              <a:lstStyle/>
              <a:p>
                <a:r>
                  <a:rPr lang="en-US" sz="1100" dirty="0">
                    <a:solidFill>
                      <a:schemeClr val="bg1"/>
                    </a:solidFill>
                    <a:latin typeface="Cantarell" panose="02000603000000000000" pitchFamily="2" charset="0"/>
                    <a:cs typeface="Poppins Black" panose="00000A00000000000000" pitchFamily="2" charset="0"/>
                  </a:rPr>
                  <a:t>Important data in one easy-to-access place</a:t>
                </a:r>
                <a:endParaRPr lang="ar-LY" sz="1100" dirty="0">
                  <a:solidFill>
                    <a:schemeClr val="bg1"/>
                  </a:solidFill>
                  <a:latin typeface="Cantarell bold" panose="02000803000000000000" pitchFamily="2" charset="0"/>
                </a:endParaRPr>
              </a:p>
            </p:txBody>
          </p:sp>
          <p:sp>
            <p:nvSpPr>
              <p:cNvPr id="71" name="TextBox 70">
                <a:extLst>
                  <a:ext uri="{FF2B5EF4-FFF2-40B4-BE49-F238E27FC236}">
                    <a16:creationId xmlns:a16="http://schemas.microsoft.com/office/drawing/2014/main" id="{4160D073-BD79-4D1D-90DA-273DFEDED3CB}"/>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Centralized</a:t>
                </a:r>
              </a:p>
            </p:txBody>
          </p:sp>
        </p:grpSp>
      </p:grpSp>
      <p:grpSp>
        <p:nvGrpSpPr>
          <p:cNvPr id="72" name="Group 71">
            <a:extLst>
              <a:ext uri="{FF2B5EF4-FFF2-40B4-BE49-F238E27FC236}">
                <a16:creationId xmlns:a16="http://schemas.microsoft.com/office/drawing/2014/main" id="{26D63B00-289C-4CD5-89D9-B020C1E8227F}"/>
              </a:ext>
            </a:extLst>
          </p:cNvPr>
          <p:cNvGrpSpPr/>
          <p:nvPr/>
        </p:nvGrpSpPr>
        <p:grpSpPr>
          <a:xfrm>
            <a:off x="8086074" y="5218165"/>
            <a:ext cx="3406175" cy="1107996"/>
            <a:chOff x="785709" y="5621864"/>
            <a:chExt cx="3406175" cy="1107996"/>
          </a:xfrm>
        </p:grpSpPr>
        <p:sp>
          <p:nvSpPr>
            <p:cNvPr id="73" name="TextBox 72">
              <a:extLst>
                <a:ext uri="{FF2B5EF4-FFF2-40B4-BE49-F238E27FC236}">
                  <a16:creationId xmlns:a16="http://schemas.microsoft.com/office/drawing/2014/main" id="{4B89FE6A-AC5A-4511-9DC3-B9D03D4531AA}"/>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3">
                      <a:alpha val="88000"/>
                    </a:schemeClr>
                  </a:solidFill>
                </a:rPr>
                <a:t>03</a:t>
              </a:r>
              <a:endParaRPr lang="ar-LY" sz="6600" dirty="0">
                <a:solidFill>
                  <a:schemeClr val="accent3">
                    <a:alpha val="88000"/>
                  </a:schemeClr>
                </a:solidFill>
              </a:endParaRPr>
            </a:p>
          </p:txBody>
        </p:sp>
        <p:grpSp>
          <p:nvGrpSpPr>
            <p:cNvPr id="74" name="Group 73">
              <a:extLst>
                <a:ext uri="{FF2B5EF4-FFF2-40B4-BE49-F238E27FC236}">
                  <a16:creationId xmlns:a16="http://schemas.microsoft.com/office/drawing/2014/main" id="{44379DEB-F594-47FB-9C50-FF7116C8BF5F}"/>
                </a:ext>
              </a:extLst>
            </p:cNvPr>
            <p:cNvGrpSpPr/>
            <p:nvPr/>
          </p:nvGrpSpPr>
          <p:grpSpPr>
            <a:xfrm>
              <a:off x="2245362" y="5770830"/>
              <a:ext cx="1946522" cy="733119"/>
              <a:chOff x="2245362" y="5884613"/>
              <a:chExt cx="1946522" cy="733119"/>
            </a:xfrm>
          </p:grpSpPr>
          <p:sp>
            <p:nvSpPr>
              <p:cNvPr id="75" name="TextBox 74">
                <a:extLst>
                  <a:ext uri="{FF2B5EF4-FFF2-40B4-BE49-F238E27FC236}">
                    <a16:creationId xmlns:a16="http://schemas.microsoft.com/office/drawing/2014/main" id="{0DE4CA8B-7749-485A-BEE0-22E0E6D771E0}"/>
                  </a:ext>
                </a:extLst>
              </p:cNvPr>
              <p:cNvSpPr txBox="1"/>
              <p:nvPr/>
            </p:nvSpPr>
            <p:spPr>
              <a:xfrm>
                <a:off x="2245362" y="6186845"/>
                <a:ext cx="1946522" cy="430887"/>
              </a:xfrm>
              <a:prstGeom prst="rect">
                <a:avLst/>
              </a:prstGeom>
              <a:noFill/>
            </p:spPr>
            <p:txBody>
              <a:bodyPr wrap="square" rtlCol="1">
                <a:spAutoFit/>
              </a:bodyPr>
              <a:lstStyle/>
              <a:p>
                <a:r>
                  <a:rPr lang="en-US" sz="1100" dirty="0">
                    <a:solidFill>
                      <a:schemeClr val="bg1"/>
                    </a:solidFill>
                    <a:latin typeface="Cantarell" panose="02000603000000000000" pitchFamily="2" charset="0"/>
                  </a:rPr>
                  <a:t>Machine Learning-enabled optimization models</a:t>
                </a:r>
                <a:endParaRPr lang="ar-LY" sz="1100" dirty="0">
                  <a:solidFill>
                    <a:schemeClr val="bg1"/>
                  </a:solidFill>
                  <a:latin typeface="Cantarell bold" panose="02000803000000000000" pitchFamily="2" charset="0"/>
                </a:endParaRPr>
              </a:p>
            </p:txBody>
          </p:sp>
          <p:sp>
            <p:nvSpPr>
              <p:cNvPr id="76" name="TextBox 75">
                <a:extLst>
                  <a:ext uri="{FF2B5EF4-FFF2-40B4-BE49-F238E27FC236}">
                    <a16:creationId xmlns:a16="http://schemas.microsoft.com/office/drawing/2014/main" id="{C36AFE49-2D3D-4BB5-889A-25AD6052FF38}"/>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Automated</a:t>
                </a:r>
              </a:p>
            </p:txBody>
          </p:sp>
        </p:grpSp>
      </p:grpSp>
      <p:cxnSp>
        <p:nvCxnSpPr>
          <p:cNvPr id="77" name="Straight Connector 76">
            <a:extLst>
              <a:ext uri="{FF2B5EF4-FFF2-40B4-BE49-F238E27FC236}">
                <a16:creationId xmlns:a16="http://schemas.microsoft.com/office/drawing/2014/main" id="{B7D1EC07-2D4C-4801-BE71-1440CE669CFD}"/>
              </a:ext>
            </a:extLst>
          </p:cNvPr>
          <p:cNvCxnSpPr>
            <a:cxnSpLocks/>
          </p:cNvCxnSpPr>
          <p:nvPr/>
        </p:nvCxnSpPr>
        <p:spPr>
          <a:xfrm flipV="1">
            <a:off x="4249420" y="5344727"/>
            <a:ext cx="0" cy="762541"/>
          </a:xfrm>
          <a:prstGeom prst="line">
            <a:avLst/>
          </a:prstGeom>
          <a:ln w="50800">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2F0BBBE-50A4-45C2-A9C8-1F605C379C37}"/>
              </a:ext>
            </a:extLst>
          </p:cNvPr>
          <p:cNvCxnSpPr>
            <a:cxnSpLocks/>
          </p:cNvCxnSpPr>
          <p:nvPr/>
        </p:nvCxnSpPr>
        <p:spPr>
          <a:xfrm flipV="1">
            <a:off x="7942581" y="5344727"/>
            <a:ext cx="0" cy="762541"/>
          </a:xfrm>
          <a:prstGeom prst="line">
            <a:avLst/>
          </a:prstGeom>
          <a:ln w="50800">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240B5048-FF8E-6A47-A1FA-144FCF86A749}"/>
              </a:ext>
            </a:extLst>
          </p:cNvPr>
          <p:cNvSpPr>
            <a:spLocks noGrp="1"/>
          </p:cNvSpPr>
          <p:nvPr>
            <p:ph type="sldNum" sz="quarter" idx="4"/>
          </p:nvPr>
        </p:nvSpPr>
        <p:spPr>
          <a:xfrm>
            <a:off x="8610600" y="6356351"/>
            <a:ext cx="2743200" cy="365125"/>
          </a:xfrm>
        </p:spPr>
        <p:txBody>
          <a:bodyPr/>
          <a:lstStyle/>
          <a:p>
            <a:fld id="{E977B4EF-27B9-4B65-8823-058A934F584F}" type="slidenum">
              <a:rPr lang="ar-LY" smtClean="0"/>
              <a:t>4</a:t>
            </a:fld>
            <a:endParaRPr lang="ar-LY"/>
          </a:p>
        </p:txBody>
      </p:sp>
      <p:pic>
        <p:nvPicPr>
          <p:cNvPr id="7" name="Picture Placeholder 6" descr="Graphical user interface, application&#10;&#10;Description automatically generated">
            <a:extLst>
              <a:ext uri="{FF2B5EF4-FFF2-40B4-BE49-F238E27FC236}">
                <a16:creationId xmlns:a16="http://schemas.microsoft.com/office/drawing/2014/main" id="{3C36FFD3-D6B4-7C4C-8F57-D361D029FEA9}"/>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Lst>
          </a:blip>
          <a:srcRect l="509" t="-4912" r="1766"/>
          <a:stretch/>
        </p:blipFill>
        <p:spPr>
          <a:xfrm>
            <a:off x="1455421" y="872151"/>
            <a:ext cx="5534315" cy="3724487"/>
          </a:xfrm>
        </p:spPr>
      </p:pic>
    </p:spTree>
    <p:extLst>
      <p:ext uri="{BB962C8B-B14F-4D97-AF65-F5344CB8AC3E}">
        <p14:creationId xmlns:p14="http://schemas.microsoft.com/office/powerpoint/2010/main" val="1198535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mbient Explainer Video" descr="Ambient Explainer Video">
            <a:hlinkClick r:id="" action="ppaction://media"/>
            <a:extLst>
              <a:ext uri="{FF2B5EF4-FFF2-40B4-BE49-F238E27FC236}">
                <a16:creationId xmlns:a16="http://schemas.microsoft.com/office/drawing/2014/main" id="{E83BC94D-A980-4045-BFA5-D61C919E799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redacted]"/>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585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B94C37-91CA-A44D-82AE-9097C68D4362}"/>
              </a:ext>
            </a:extLst>
          </p:cNvPr>
          <p:cNvSpPr>
            <a:spLocks noGrp="1"/>
          </p:cNvSpPr>
          <p:nvPr>
            <p:ph type="title"/>
          </p:nvPr>
        </p:nvSpPr>
        <p:spPr/>
        <p:txBody>
          <a:bodyPr anchor="ctr">
            <a:normAutofit/>
          </a:bodyPr>
          <a:lstStyle/>
          <a:p>
            <a:r>
              <a:rPr lang="en-US" sz="4000" dirty="0"/>
              <a:t>Automation Engine</a:t>
            </a:r>
            <a:br>
              <a:rPr lang="en-US" sz="4000" dirty="0"/>
            </a:br>
            <a:r>
              <a:rPr lang="en-US" sz="2400" dirty="0"/>
              <a:t>Neural Network based on Building Science </a:t>
            </a:r>
          </a:p>
        </p:txBody>
      </p:sp>
      <p:sp>
        <p:nvSpPr>
          <p:cNvPr id="2" name="Slide Number Placeholder 1">
            <a:extLst>
              <a:ext uri="{FF2B5EF4-FFF2-40B4-BE49-F238E27FC236}">
                <a16:creationId xmlns:a16="http://schemas.microsoft.com/office/drawing/2014/main" id="{AF830C1A-99EF-604E-8311-80F68B597A7F}"/>
              </a:ext>
            </a:extLst>
          </p:cNvPr>
          <p:cNvSpPr>
            <a:spLocks noGrp="1"/>
          </p:cNvSpPr>
          <p:nvPr>
            <p:ph type="sldNum" sz="quarter" idx="4"/>
          </p:nvPr>
        </p:nvSpPr>
        <p:spPr/>
        <p:txBody>
          <a:bodyPr/>
          <a:lstStyle/>
          <a:p>
            <a:fld id="{9312FC69-CE3E-4598-98C1-B119891192DE}" type="slidenum">
              <a:rPr lang="ar-LY" smtClean="0"/>
              <a:pPr/>
              <a:t>6</a:t>
            </a:fld>
            <a:endParaRPr lang="ar-LY" b="1" dirty="0"/>
          </a:p>
        </p:txBody>
      </p:sp>
      <p:sp>
        <p:nvSpPr>
          <p:cNvPr id="3" name="TextBox 2">
            <a:extLst>
              <a:ext uri="{FF2B5EF4-FFF2-40B4-BE49-F238E27FC236}">
                <a16:creationId xmlns:a16="http://schemas.microsoft.com/office/drawing/2014/main" id="{39B9C2D7-A29C-AF4E-BFB7-388F62AF5B35}"/>
              </a:ext>
            </a:extLst>
          </p:cNvPr>
          <p:cNvSpPr txBox="1"/>
          <p:nvPr/>
        </p:nvSpPr>
        <p:spPr>
          <a:xfrm>
            <a:off x="1753308" y="1990102"/>
            <a:ext cx="936000" cy="2223031"/>
          </a:xfrm>
          <a:prstGeom prst="rect">
            <a:avLst/>
          </a:prstGeom>
          <a:solidFill>
            <a:schemeClr val="accent2"/>
          </a:solidFill>
        </p:spPr>
        <p:style>
          <a:lnRef idx="2">
            <a:schemeClr val="accent1"/>
          </a:lnRef>
          <a:fillRef idx="1">
            <a:schemeClr val="lt1"/>
          </a:fillRef>
          <a:effectRef idx="0">
            <a:schemeClr val="accent1"/>
          </a:effectRef>
          <a:fontRef idx="minor">
            <a:schemeClr val="dk1"/>
          </a:fontRef>
        </p:style>
        <p:txBody>
          <a:bodyPr wrap="square" rtlCol="0">
            <a:noAutofit/>
          </a:bodyPr>
          <a:lstStyle/>
          <a:p>
            <a:pPr algn="ctr"/>
            <a:endParaRPr lang="en-US" dirty="0">
              <a:solidFill>
                <a:schemeClr val="bg1"/>
              </a:solidFill>
            </a:endParaRPr>
          </a:p>
        </p:txBody>
      </p:sp>
      <p:sp>
        <p:nvSpPr>
          <p:cNvPr id="5" name="TextBox 4">
            <a:extLst>
              <a:ext uri="{FF2B5EF4-FFF2-40B4-BE49-F238E27FC236}">
                <a16:creationId xmlns:a16="http://schemas.microsoft.com/office/drawing/2014/main" id="{1305F8B0-FE61-8143-9BD4-CADB9A5C420E}"/>
              </a:ext>
            </a:extLst>
          </p:cNvPr>
          <p:cNvSpPr txBox="1"/>
          <p:nvPr/>
        </p:nvSpPr>
        <p:spPr>
          <a:xfrm>
            <a:off x="4769229" y="1947482"/>
            <a:ext cx="936000" cy="2223031"/>
          </a:xfrm>
          <a:prstGeom prst="rect">
            <a:avLst/>
          </a:prstGeom>
          <a:solidFill>
            <a:schemeClr val="accent3"/>
          </a:solidFill>
        </p:spPr>
        <p:style>
          <a:lnRef idx="2">
            <a:schemeClr val="accent1"/>
          </a:lnRef>
          <a:fillRef idx="1">
            <a:schemeClr val="lt1"/>
          </a:fillRef>
          <a:effectRef idx="0">
            <a:schemeClr val="accent1"/>
          </a:effectRef>
          <a:fontRef idx="minor">
            <a:schemeClr val="dk1"/>
          </a:fontRef>
        </p:style>
        <p:txBody>
          <a:bodyPr wrap="square" rtlCol="0">
            <a:noAutofit/>
          </a:bodyPr>
          <a:lstStyle/>
          <a:p>
            <a:pPr algn="ctr"/>
            <a:endParaRPr lang="en-US" dirty="0">
              <a:solidFill>
                <a:schemeClr val="bg1"/>
              </a:solidFill>
            </a:endParaRPr>
          </a:p>
        </p:txBody>
      </p:sp>
      <p:sp>
        <p:nvSpPr>
          <p:cNvPr id="7" name="TextBox 6">
            <a:extLst>
              <a:ext uri="{FF2B5EF4-FFF2-40B4-BE49-F238E27FC236}">
                <a16:creationId xmlns:a16="http://schemas.microsoft.com/office/drawing/2014/main" id="{4FBD7417-E5B7-C74D-BAEF-D522005271A1}"/>
              </a:ext>
            </a:extLst>
          </p:cNvPr>
          <p:cNvSpPr txBox="1"/>
          <p:nvPr/>
        </p:nvSpPr>
        <p:spPr>
          <a:xfrm>
            <a:off x="9570663" y="1842513"/>
            <a:ext cx="936000" cy="2245081"/>
          </a:xfrm>
          <a:prstGeom prst="rect">
            <a:avLst/>
          </a:prstGeom>
          <a:solidFill>
            <a:schemeClr val="accent6"/>
          </a:solidFill>
        </p:spPr>
        <p:style>
          <a:lnRef idx="2">
            <a:schemeClr val="accent1"/>
          </a:lnRef>
          <a:fillRef idx="1">
            <a:schemeClr val="lt1"/>
          </a:fillRef>
          <a:effectRef idx="0">
            <a:schemeClr val="accent1"/>
          </a:effectRef>
          <a:fontRef idx="minor">
            <a:schemeClr val="dk1"/>
          </a:fontRef>
        </p:style>
        <p:txBody>
          <a:bodyPr wrap="square" rtlCol="0">
            <a:noAutofit/>
          </a:bodyPr>
          <a:lstStyle/>
          <a:p>
            <a:pPr algn="ctr"/>
            <a:endParaRPr lang="en-US" dirty="0">
              <a:solidFill>
                <a:schemeClr val="bg1"/>
              </a:solidFill>
            </a:endParaRPr>
          </a:p>
        </p:txBody>
      </p:sp>
      <p:sp>
        <p:nvSpPr>
          <p:cNvPr id="8" name="Oval 7">
            <a:extLst>
              <a:ext uri="{FF2B5EF4-FFF2-40B4-BE49-F238E27FC236}">
                <a16:creationId xmlns:a16="http://schemas.microsoft.com/office/drawing/2014/main" id="{E4716F6E-C665-7F4B-A992-4DDAE482B309}"/>
              </a:ext>
            </a:extLst>
          </p:cNvPr>
          <p:cNvSpPr>
            <a:spLocks noChangeAspect="1"/>
          </p:cNvSpPr>
          <p:nvPr/>
        </p:nvSpPr>
        <p:spPr>
          <a:xfrm>
            <a:off x="1969308" y="2177368"/>
            <a:ext cx="504000" cy="4676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a:t>
            </a:r>
            <a:r>
              <a:rPr lang="en-US" sz="1600" baseline="-25000" dirty="0"/>
              <a:t>1</a:t>
            </a:r>
          </a:p>
        </p:txBody>
      </p:sp>
      <p:sp>
        <p:nvSpPr>
          <p:cNvPr id="9" name="Oval 8">
            <a:extLst>
              <a:ext uri="{FF2B5EF4-FFF2-40B4-BE49-F238E27FC236}">
                <a16:creationId xmlns:a16="http://schemas.microsoft.com/office/drawing/2014/main" id="{84F4E184-F3E1-6A49-8776-BFD55DE6C67F}"/>
              </a:ext>
            </a:extLst>
          </p:cNvPr>
          <p:cNvSpPr>
            <a:spLocks noChangeAspect="1"/>
          </p:cNvSpPr>
          <p:nvPr/>
        </p:nvSpPr>
        <p:spPr>
          <a:xfrm>
            <a:off x="1969308" y="3468460"/>
            <a:ext cx="504000" cy="4676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a:t>
            </a:r>
            <a:r>
              <a:rPr lang="en-US" sz="1600" baseline="-25000" dirty="0"/>
              <a:t>n</a:t>
            </a:r>
          </a:p>
        </p:txBody>
      </p:sp>
      <p:sp>
        <p:nvSpPr>
          <p:cNvPr id="11" name="TextBox 10">
            <a:extLst>
              <a:ext uri="{FF2B5EF4-FFF2-40B4-BE49-F238E27FC236}">
                <a16:creationId xmlns:a16="http://schemas.microsoft.com/office/drawing/2014/main" id="{447C6E82-D35D-C342-A920-A5041B9BB2D7}"/>
              </a:ext>
            </a:extLst>
          </p:cNvPr>
          <p:cNvSpPr txBox="1"/>
          <p:nvPr/>
        </p:nvSpPr>
        <p:spPr>
          <a:xfrm>
            <a:off x="2036210" y="2915259"/>
            <a:ext cx="513410" cy="372717"/>
          </a:xfrm>
          <a:prstGeom prst="rect">
            <a:avLst/>
          </a:prstGeom>
          <a:noFill/>
        </p:spPr>
        <p:txBody>
          <a:bodyPr vert="wordArtVert" wrap="square" rtlCol="0" anchor="ctr">
            <a:spAutoFit/>
          </a:bodyPr>
          <a:lstStyle/>
          <a:p>
            <a:pPr algn="ctr"/>
            <a:r>
              <a:rPr lang="en-US" dirty="0">
                <a:solidFill>
                  <a:schemeClr val="bg1"/>
                </a:solidFill>
              </a:rPr>
              <a:t>…</a:t>
            </a:r>
          </a:p>
        </p:txBody>
      </p:sp>
      <p:sp>
        <p:nvSpPr>
          <p:cNvPr id="13" name="TextBox 12">
            <a:extLst>
              <a:ext uri="{FF2B5EF4-FFF2-40B4-BE49-F238E27FC236}">
                <a16:creationId xmlns:a16="http://schemas.microsoft.com/office/drawing/2014/main" id="{D01E86D6-2B05-C64E-86F7-C19B07A9A77A}"/>
              </a:ext>
            </a:extLst>
          </p:cNvPr>
          <p:cNvSpPr txBox="1"/>
          <p:nvPr/>
        </p:nvSpPr>
        <p:spPr>
          <a:xfrm>
            <a:off x="337739" y="4729522"/>
            <a:ext cx="3767137" cy="1381874"/>
          </a:xfrm>
          <a:prstGeom prst="rect">
            <a:avLst/>
          </a:prstGeom>
          <a:solidFill>
            <a:schemeClr val="accent2"/>
          </a:solidFill>
        </p:spPr>
        <p:txBody>
          <a:bodyPr wrap="square" lIns="90000" rtlCol="0">
            <a:noAutofit/>
          </a:bodyPr>
          <a:lstStyle/>
          <a:p>
            <a:pPr algn="ctr"/>
            <a:r>
              <a:rPr lang="en-US" dirty="0">
                <a:solidFill>
                  <a:schemeClr val="bg1"/>
                </a:solidFill>
              </a:rPr>
              <a:t>Input Layer</a:t>
            </a:r>
          </a:p>
          <a:p>
            <a:r>
              <a:rPr lang="en-US" sz="1600" dirty="0">
                <a:solidFill>
                  <a:schemeClr val="bg1"/>
                </a:solidFill>
              </a:rPr>
              <a:t>The sensors and external data are used as inputs. They are passed down with each subsequent stop or layer extracting a different set of high-level features. </a:t>
            </a:r>
          </a:p>
        </p:txBody>
      </p:sp>
      <p:sp>
        <p:nvSpPr>
          <p:cNvPr id="14" name="TextBox 13">
            <a:extLst>
              <a:ext uri="{FF2B5EF4-FFF2-40B4-BE49-F238E27FC236}">
                <a16:creationId xmlns:a16="http://schemas.microsoft.com/office/drawing/2014/main" id="{FE5596DB-362B-ED4E-84A4-8C1861515A8D}"/>
              </a:ext>
            </a:extLst>
          </p:cNvPr>
          <p:cNvSpPr txBox="1"/>
          <p:nvPr/>
        </p:nvSpPr>
        <p:spPr>
          <a:xfrm>
            <a:off x="4212431" y="4729522"/>
            <a:ext cx="3767137" cy="1402762"/>
          </a:xfrm>
          <a:prstGeom prst="rect">
            <a:avLst/>
          </a:prstGeom>
          <a:solidFill>
            <a:schemeClr val="accent3"/>
          </a:solidFill>
        </p:spPr>
        <p:txBody>
          <a:bodyPr wrap="square" lIns="90000" rtlCol="0">
            <a:noAutofit/>
          </a:bodyPr>
          <a:lstStyle/>
          <a:p>
            <a:pPr algn="ctr"/>
            <a:r>
              <a:rPr lang="en-US" dirty="0">
                <a:solidFill>
                  <a:schemeClr val="bg1"/>
                </a:solidFill>
              </a:rPr>
              <a:t>Hidden Layers</a:t>
            </a:r>
          </a:p>
          <a:p>
            <a:r>
              <a:rPr lang="en-US" sz="1600" dirty="0">
                <a:solidFill>
                  <a:schemeClr val="bg1"/>
                </a:solidFill>
              </a:rPr>
              <a:t>Hidden layers determine more complex feature, such as the optimal equipment setpoints to achieve desired outputs.</a:t>
            </a:r>
          </a:p>
        </p:txBody>
      </p:sp>
      <p:sp>
        <p:nvSpPr>
          <p:cNvPr id="15" name="TextBox 14">
            <a:extLst>
              <a:ext uri="{FF2B5EF4-FFF2-40B4-BE49-F238E27FC236}">
                <a16:creationId xmlns:a16="http://schemas.microsoft.com/office/drawing/2014/main" id="{FDC2A86A-1690-A74F-A19E-ADBAE0B3A299}"/>
              </a:ext>
            </a:extLst>
          </p:cNvPr>
          <p:cNvSpPr txBox="1"/>
          <p:nvPr/>
        </p:nvSpPr>
        <p:spPr>
          <a:xfrm>
            <a:off x="8155095" y="4729521"/>
            <a:ext cx="3767137" cy="1381874"/>
          </a:xfrm>
          <a:prstGeom prst="rect">
            <a:avLst/>
          </a:prstGeom>
          <a:solidFill>
            <a:schemeClr val="accent6"/>
          </a:solidFill>
        </p:spPr>
        <p:txBody>
          <a:bodyPr wrap="square" lIns="90000" rtlCol="0">
            <a:noAutofit/>
          </a:bodyPr>
          <a:lstStyle/>
          <a:p>
            <a:pPr algn="ctr"/>
            <a:r>
              <a:rPr lang="en-US" dirty="0">
                <a:solidFill>
                  <a:schemeClr val="bg1"/>
                </a:solidFill>
              </a:rPr>
              <a:t>Output Layer</a:t>
            </a:r>
          </a:p>
          <a:p>
            <a:r>
              <a:rPr lang="en-US" sz="1600" dirty="0">
                <a:solidFill>
                  <a:schemeClr val="bg1"/>
                </a:solidFill>
              </a:rPr>
              <a:t>Farm operator will receive recommendations in real-time on what the optimal equipment set points should be for the building equipment.</a:t>
            </a:r>
          </a:p>
        </p:txBody>
      </p:sp>
      <p:sp>
        <p:nvSpPr>
          <p:cNvPr id="16" name="TextBox 15">
            <a:extLst>
              <a:ext uri="{FF2B5EF4-FFF2-40B4-BE49-F238E27FC236}">
                <a16:creationId xmlns:a16="http://schemas.microsoft.com/office/drawing/2014/main" id="{0E57E53C-50A5-BD4F-9957-0D0340ABCF1D}"/>
              </a:ext>
            </a:extLst>
          </p:cNvPr>
          <p:cNvSpPr txBox="1"/>
          <p:nvPr/>
        </p:nvSpPr>
        <p:spPr>
          <a:xfrm>
            <a:off x="6486773" y="1947481"/>
            <a:ext cx="936000" cy="2223031"/>
          </a:xfrm>
          <a:prstGeom prst="rect">
            <a:avLst/>
          </a:prstGeom>
          <a:solidFill>
            <a:schemeClr val="accent3"/>
          </a:solidFill>
        </p:spPr>
        <p:style>
          <a:lnRef idx="2">
            <a:schemeClr val="accent1"/>
          </a:lnRef>
          <a:fillRef idx="1">
            <a:schemeClr val="lt1"/>
          </a:fillRef>
          <a:effectRef idx="0">
            <a:schemeClr val="accent1"/>
          </a:effectRef>
          <a:fontRef idx="minor">
            <a:schemeClr val="dk1"/>
          </a:fontRef>
        </p:style>
        <p:txBody>
          <a:bodyPr wrap="square" rtlCol="0">
            <a:noAutofit/>
          </a:bodyPr>
          <a:lstStyle/>
          <a:p>
            <a:pPr algn="ctr"/>
            <a:endParaRPr lang="en-US" dirty="0">
              <a:solidFill>
                <a:schemeClr val="bg1"/>
              </a:solidFill>
            </a:endParaRPr>
          </a:p>
        </p:txBody>
      </p:sp>
      <p:sp>
        <p:nvSpPr>
          <p:cNvPr id="17" name="Oval 16">
            <a:extLst>
              <a:ext uri="{FF2B5EF4-FFF2-40B4-BE49-F238E27FC236}">
                <a16:creationId xmlns:a16="http://schemas.microsoft.com/office/drawing/2014/main" id="{A5F2058D-483A-8442-ACA2-0DE8B2155778}"/>
              </a:ext>
            </a:extLst>
          </p:cNvPr>
          <p:cNvSpPr>
            <a:spLocks noChangeAspect="1"/>
          </p:cNvSpPr>
          <p:nvPr/>
        </p:nvSpPr>
        <p:spPr>
          <a:xfrm>
            <a:off x="4985229" y="2048176"/>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18" name="Oval 17">
            <a:extLst>
              <a:ext uri="{FF2B5EF4-FFF2-40B4-BE49-F238E27FC236}">
                <a16:creationId xmlns:a16="http://schemas.microsoft.com/office/drawing/2014/main" id="{4F6508F7-DC4D-8245-BCBA-4FF9B1F03695}"/>
              </a:ext>
            </a:extLst>
          </p:cNvPr>
          <p:cNvSpPr>
            <a:spLocks noChangeAspect="1"/>
          </p:cNvSpPr>
          <p:nvPr/>
        </p:nvSpPr>
        <p:spPr>
          <a:xfrm>
            <a:off x="9786663" y="2731236"/>
            <a:ext cx="504000" cy="467635"/>
          </a:xfrm>
          <a:prstGeom prst="ellipse">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O</a:t>
            </a:r>
          </a:p>
        </p:txBody>
      </p:sp>
      <p:sp>
        <p:nvSpPr>
          <p:cNvPr id="19" name="Oval 18">
            <a:extLst>
              <a:ext uri="{FF2B5EF4-FFF2-40B4-BE49-F238E27FC236}">
                <a16:creationId xmlns:a16="http://schemas.microsoft.com/office/drawing/2014/main" id="{418D2E87-808A-C647-9BF0-003C87F48217}"/>
              </a:ext>
            </a:extLst>
          </p:cNvPr>
          <p:cNvSpPr>
            <a:spLocks noChangeAspect="1"/>
          </p:cNvSpPr>
          <p:nvPr/>
        </p:nvSpPr>
        <p:spPr>
          <a:xfrm>
            <a:off x="4985229" y="3096032"/>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0" name="Oval 19">
            <a:extLst>
              <a:ext uri="{FF2B5EF4-FFF2-40B4-BE49-F238E27FC236}">
                <a16:creationId xmlns:a16="http://schemas.microsoft.com/office/drawing/2014/main" id="{BFFD58C5-6B25-E048-85E1-5B0435738CBA}"/>
              </a:ext>
            </a:extLst>
          </p:cNvPr>
          <p:cNvSpPr>
            <a:spLocks noChangeAspect="1"/>
          </p:cNvSpPr>
          <p:nvPr/>
        </p:nvSpPr>
        <p:spPr>
          <a:xfrm>
            <a:off x="4984031" y="3619959"/>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1" name="Oval 20">
            <a:extLst>
              <a:ext uri="{FF2B5EF4-FFF2-40B4-BE49-F238E27FC236}">
                <a16:creationId xmlns:a16="http://schemas.microsoft.com/office/drawing/2014/main" id="{DACB02C7-09CF-5B46-9F7F-53476C32EBA5}"/>
              </a:ext>
            </a:extLst>
          </p:cNvPr>
          <p:cNvSpPr>
            <a:spLocks noChangeAspect="1"/>
          </p:cNvSpPr>
          <p:nvPr/>
        </p:nvSpPr>
        <p:spPr>
          <a:xfrm>
            <a:off x="6702773" y="2048176"/>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2" name="Oval 21">
            <a:extLst>
              <a:ext uri="{FF2B5EF4-FFF2-40B4-BE49-F238E27FC236}">
                <a16:creationId xmlns:a16="http://schemas.microsoft.com/office/drawing/2014/main" id="{4A5F362E-8748-2E41-9E6D-4F78D1E259B1}"/>
              </a:ext>
            </a:extLst>
          </p:cNvPr>
          <p:cNvSpPr>
            <a:spLocks noChangeAspect="1"/>
          </p:cNvSpPr>
          <p:nvPr/>
        </p:nvSpPr>
        <p:spPr>
          <a:xfrm>
            <a:off x="6702773" y="2572104"/>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3" name="Oval 22">
            <a:extLst>
              <a:ext uri="{FF2B5EF4-FFF2-40B4-BE49-F238E27FC236}">
                <a16:creationId xmlns:a16="http://schemas.microsoft.com/office/drawing/2014/main" id="{A4502981-C8A0-444D-A3D5-AF0C3D4564A6}"/>
              </a:ext>
            </a:extLst>
          </p:cNvPr>
          <p:cNvSpPr>
            <a:spLocks noChangeAspect="1"/>
          </p:cNvSpPr>
          <p:nvPr/>
        </p:nvSpPr>
        <p:spPr>
          <a:xfrm>
            <a:off x="6702773" y="3096032"/>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4" name="Oval 23">
            <a:extLst>
              <a:ext uri="{FF2B5EF4-FFF2-40B4-BE49-F238E27FC236}">
                <a16:creationId xmlns:a16="http://schemas.microsoft.com/office/drawing/2014/main" id="{B79B6A4C-6B22-3441-B801-DEF4EB109C3F}"/>
              </a:ext>
            </a:extLst>
          </p:cNvPr>
          <p:cNvSpPr>
            <a:spLocks noChangeAspect="1"/>
          </p:cNvSpPr>
          <p:nvPr/>
        </p:nvSpPr>
        <p:spPr>
          <a:xfrm>
            <a:off x="6702773" y="3619959"/>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5" name="Oval 24">
            <a:extLst>
              <a:ext uri="{FF2B5EF4-FFF2-40B4-BE49-F238E27FC236}">
                <a16:creationId xmlns:a16="http://schemas.microsoft.com/office/drawing/2014/main" id="{7F907D75-E67A-9F4F-93C9-24B6E579E318}"/>
              </a:ext>
            </a:extLst>
          </p:cNvPr>
          <p:cNvSpPr>
            <a:spLocks noChangeAspect="1"/>
          </p:cNvSpPr>
          <p:nvPr/>
        </p:nvSpPr>
        <p:spPr>
          <a:xfrm>
            <a:off x="4985229" y="2572104"/>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cxnSp>
        <p:nvCxnSpPr>
          <p:cNvPr id="26" name="Straight Arrow Connector 25">
            <a:extLst>
              <a:ext uri="{FF2B5EF4-FFF2-40B4-BE49-F238E27FC236}">
                <a16:creationId xmlns:a16="http://schemas.microsoft.com/office/drawing/2014/main" id="{74534944-AE72-3F4F-AB3C-5AA12E4BE584}"/>
              </a:ext>
            </a:extLst>
          </p:cNvPr>
          <p:cNvCxnSpPr>
            <a:stCxn id="8" idx="6"/>
            <a:endCxn id="17" idx="2"/>
          </p:cNvCxnSpPr>
          <p:nvPr/>
        </p:nvCxnSpPr>
        <p:spPr>
          <a:xfrm flipV="1">
            <a:off x="2473308" y="2281994"/>
            <a:ext cx="2511921" cy="129192"/>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F69E3050-CA90-C945-A2BD-7A458AFF075E}"/>
              </a:ext>
            </a:extLst>
          </p:cNvPr>
          <p:cNvCxnSpPr>
            <a:cxnSpLocks/>
            <a:stCxn id="8" idx="6"/>
            <a:endCxn id="25" idx="2"/>
          </p:cNvCxnSpPr>
          <p:nvPr/>
        </p:nvCxnSpPr>
        <p:spPr>
          <a:xfrm>
            <a:off x="2473308" y="2411186"/>
            <a:ext cx="2511921" cy="394736"/>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0" name="Straight Arrow Connector 29">
            <a:extLst>
              <a:ext uri="{FF2B5EF4-FFF2-40B4-BE49-F238E27FC236}">
                <a16:creationId xmlns:a16="http://schemas.microsoft.com/office/drawing/2014/main" id="{9992B7A3-6E12-D94E-AC24-29072B97388B}"/>
              </a:ext>
            </a:extLst>
          </p:cNvPr>
          <p:cNvCxnSpPr>
            <a:cxnSpLocks/>
            <a:stCxn id="8" idx="6"/>
            <a:endCxn id="19" idx="2"/>
          </p:cNvCxnSpPr>
          <p:nvPr/>
        </p:nvCxnSpPr>
        <p:spPr>
          <a:xfrm>
            <a:off x="2473308" y="2411186"/>
            <a:ext cx="2511921" cy="918664"/>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3" name="Straight Arrow Connector 32">
            <a:extLst>
              <a:ext uri="{FF2B5EF4-FFF2-40B4-BE49-F238E27FC236}">
                <a16:creationId xmlns:a16="http://schemas.microsoft.com/office/drawing/2014/main" id="{13F26A3B-1A2C-9945-8FF8-CC8CAFB9B34F}"/>
              </a:ext>
            </a:extLst>
          </p:cNvPr>
          <p:cNvCxnSpPr>
            <a:cxnSpLocks/>
            <a:stCxn id="8" idx="6"/>
            <a:endCxn id="20" idx="2"/>
          </p:cNvCxnSpPr>
          <p:nvPr/>
        </p:nvCxnSpPr>
        <p:spPr>
          <a:xfrm>
            <a:off x="2473308" y="2411186"/>
            <a:ext cx="2510723" cy="1442591"/>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6" name="Straight Arrow Connector 35">
            <a:extLst>
              <a:ext uri="{FF2B5EF4-FFF2-40B4-BE49-F238E27FC236}">
                <a16:creationId xmlns:a16="http://schemas.microsoft.com/office/drawing/2014/main" id="{5E04E9DC-7724-C540-A571-6A40FD851E3D}"/>
              </a:ext>
            </a:extLst>
          </p:cNvPr>
          <p:cNvCxnSpPr>
            <a:cxnSpLocks/>
            <a:stCxn id="9" idx="6"/>
            <a:endCxn id="20" idx="2"/>
          </p:cNvCxnSpPr>
          <p:nvPr/>
        </p:nvCxnSpPr>
        <p:spPr>
          <a:xfrm>
            <a:off x="2473308" y="3702278"/>
            <a:ext cx="2510723" cy="151499"/>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24771930-4003-F342-8EC3-05078FC570EE}"/>
              </a:ext>
            </a:extLst>
          </p:cNvPr>
          <p:cNvCxnSpPr>
            <a:cxnSpLocks/>
            <a:stCxn id="9" idx="6"/>
            <a:endCxn id="19" idx="2"/>
          </p:cNvCxnSpPr>
          <p:nvPr/>
        </p:nvCxnSpPr>
        <p:spPr>
          <a:xfrm flipV="1">
            <a:off x="2473308" y="3329850"/>
            <a:ext cx="2511921" cy="372428"/>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42" name="Straight Arrow Connector 41">
            <a:extLst>
              <a:ext uri="{FF2B5EF4-FFF2-40B4-BE49-F238E27FC236}">
                <a16:creationId xmlns:a16="http://schemas.microsoft.com/office/drawing/2014/main" id="{8699972F-7A48-CA4A-B915-CA558D276DFC}"/>
              </a:ext>
            </a:extLst>
          </p:cNvPr>
          <p:cNvCxnSpPr>
            <a:cxnSpLocks/>
            <a:stCxn id="9" idx="6"/>
            <a:endCxn id="25" idx="2"/>
          </p:cNvCxnSpPr>
          <p:nvPr/>
        </p:nvCxnSpPr>
        <p:spPr>
          <a:xfrm flipV="1">
            <a:off x="2473308" y="2805922"/>
            <a:ext cx="2511921" cy="896356"/>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45" name="Straight Arrow Connector 44">
            <a:extLst>
              <a:ext uri="{FF2B5EF4-FFF2-40B4-BE49-F238E27FC236}">
                <a16:creationId xmlns:a16="http://schemas.microsoft.com/office/drawing/2014/main" id="{2F7EA076-4679-6348-954A-E48C5F4AD365}"/>
              </a:ext>
            </a:extLst>
          </p:cNvPr>
          <p:cNvCxnSpPr>
            <a:cxnSpLocks/>
            <a:stCxn id="9" idx="6"/>
            <a:endCxn id="17" idx="2"/>
          </p:cNvCxnSpPr>
          <p:nvPr/>
        </p:nvCxnSpPr>
        <p:spPr>
          <a:xfrm flipV="1">
            <a:off x="2473308" y="2281994"/>
            <a:ext cx="2511921" cy="1420284"/>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50" name="Straight Connector 49">
            <a:extLst>
              <a:ext uri="{FF2B5EF4-FFF2-40B4-BE49-F238E27FC236}">
                <a16:creationId xmlns:a16="http://schemas.microsoft.com/office/drawing/2014/main" id="{5BC053B8-3287-104E-968F-22C72D936075}"/>
              </a:ext>
            </a:extLst>
          </p:cNvPr>
          <p:cNvCxnSpPr>
            <a:stCxn id="17" idx="6"/>
            <a:endCxn id="21" idx="2"/>
          </p:cNvCxnSpPr>
          <p:nvPr/>
        </p:nvCxnSpPr>
        <p:spPr>
          <a:xfrm>
            <a:off x="5489229" y="2281994"/>
            <a:ext cx="1213544" cy="0"/>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51" name="Straight Connector 50">
            <a:extLst>
              <a:ext uri="{FF2B5EF4-FFF2-40B4-BE49-F238E27FC236}">
                <a16:creationId xmlns:a16="http://schemas.microsoft.com/office/drawing/2014/main" id="{51D6139D-EFC0-0D4C-B9E0-3C94971F9C3B}"/>
              </a:ext>
            </a:extLst>
          </p:cNvPr>
          <p:cNvCxnSpPr>
            <a:cxnSpLocks/>
            <a:stCxn id="17" idx="6"/>
            <a:endCxn id="22" idx="2"/>
          </p:cNvCxnSpPr>
          <p:nvPr/>
        </p:nvCxnSpPr>
        <p:spPr>
          <a:xfrm>
            <a:off x="5489229" y="2281994"/>
            <a:ext cx="1213544" cy="523928"/>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54" name="Straight Connector 53">
            <a:extLst>
              <a:ext uri="{FF2B5EF4-FFF2-40B4-BE49-F238E27FC236}">
                <a16:creationId xmlns:a16="http://schemas.microsoft.com/office/drawing/2014/main" id="{A5378B88-FF86-B049-83D7-6F1853C892ED}"/>
              </a:ext>
            </a:extLst>
          </p:cNvPr>
          <p:cNvCxnSpPr>
            <a:cxnSpLocks/>
            <a:endCxn id="23" idx="2"/>
          </p:cNvCxnSpPr>
          <p:nvPr/>
        </p:nvCxnSpPr>
        <p:spPr>
          <a:xfrm>
            <a:off x="5488031" y="2323454"/>
            <a:ext cx="1214742" cy="1006396"/>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57" name="Straight Connector 56">
            <a:extLst>
              <a:ext uri="{FF2B5EF4-FFF2-40B4-BE49-F238E27FC236}">
                <a16:creationId xmlns:a16="http://schemas.microsoft.com/office/drawing/2014/main" id="{32B086E7-DA45-E745-A51F-F7F1B400207A}"/>
              </a:ext>
            </a:extLst>
          </p:cNvPr>
          <p:cNvCxnSpPr>
            <a:cxnSpLocks/>
            <a:stCxn id="17" idx="6"/>
            <a:endCxn id="24" idx="2"/>
          </p:cNvCxnSpPr>
          <p:nvPr/>
        </p:nvCxnSpPr>
        <p:spPr>
          <a:xfrm>
            <a:off x="5489229" y="2281994"/>
            <a:ext cx="1213544" cy="1571783"/>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60" name="Straight Connector 59">
            <a:extLst>
              <a:ext uri="{FF2B5EF4-FFF2-40B4-BE49-F238E27FC236}">
                <a16:creationId xmlns:a16="http://schemas.microsoft.com/office/drawing/2014/main" id="{0BA1A2C1-6609-4C47-8A84-EC17522A3D71}"/>
              </a:ext>
            </a:extLst>
          </p:cNvPr>
          <p:cNvCxnSpPr>
            <a:cxnSpLocks/>
            <a:stCxn id="25" idx="6"/>
            <a:endCxn id="21" idx="2"/>
          </p:cNvCxnSpPr>
          <p:nvPr/>
        </p:nvCxnSpPr>
        <p:spPr>
          <a:xfrm flipV="1">
            <a:off x="5489229" y="2281994"/>
            <a:ext cx="1213544" cy="523928"/>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63" name="Straight Connector 62">
            <a:extLst>
              <a:ext uri="{FF2B5EF4-FFF2-40B4-BE49-F238E27FC236}">
                <a16:creationId xmlns:a16="http://schemas.microsoft.com/office/drawing/2014/main" id="{415C7995-70DA-2B44-A29A-31F1DF17506A}"/>
              </a:ext>
            </a:extLst>
          </p:cNvPr>
          <p:cNvCxnSpPr>
            <a:cxnSpLocks/>
            <a:stCxn id="25" idx="6"/>
            <a:endCxn id="22" idx="2"/>
          </p:cNvCxnSpPr>
          <p:nvPr/>
        </p:nvCxnSpPr>
        <p:spPr>
          <a:xfrm>
            <a:off x="5489229" y="2805922"/>
            <a:ext cx="1213544" cy="0"/>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68" name="Straight Connector 67">
            <a:extLst>
              <a:ext uri="{FF2B5EF4-FFF2-40B4-BE49-F238E27FC236}">
                <a16:creationId xmlns:a16="http://schemas.microsoft.com/office/drawing/2014/main" id="{3D56101F-B386-254E-BA50-DECE59E48B08}"/>
              </a:ext>
            </a:extLst>
          </p:cNvPr>
          <p:cNvCxnSpPr>
            <a:cxnSpLocks/>
            <a:stCxn id="25" idx="6"/>
            <a:endCxn id="23" idx="2"/>
          </p:cNvCxnSpPr>
          <p:nvPr/>
        </p:nvCxnSpPr>
        <p:spPr>
          <a:xfrm>
            <a:off x="5489229" y="2805922"/>
            <a:ext cx="1213544" cy="523928"/>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71" name="Straight Connector 70">
            <a:extLst>
              <a:ext uri="{FF2B5EF4-FFF2-40B4-BE49-F238E27FC236}">
                <a16:creationId xmlns:a16="http://schemas.microsoft.com/office/drawing/2014/main" id="{233EDECC-FFB0-854A-8227-19249DB139ED}"/>
              </a:ext>
            </a:extLst>
          </p:cNvPr>
          <p:cNvCxnSpPr>
            <a:cxnSpLocks/>
            <a:stCxn id="25" idx="6"/>
            <a:endCxn id="24" idx="2"/>
          </p:cNvCxnSpPr>
          <p:nvPr/>
        </p:nvCxnSpPr>
        <p:spPr>
          <a:xfrm>
            <a:off x="5489229" y="2805922"/>
            <a:ext cx="1213544" cy="1047855"/>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74" name="Straight Connector 73">
            <a:extLst>
              <a:ext uri="{FF2B5EF4-FFF2-40B4-BE49-F238E27FC236}">
                <a16:creationId xmlns:a16="http://schemas.microsoft.com/office/drawing/2014/main" id="{FE8B77FD-888D-8242-AB7E-0239B712779F}"/>
              </a:ext>
            </a:extLst>
          </p:cNvPr>
          <p:cNvCxnSpPr>
            <a:cxnSpLocks/>
            <a:stCxn id="19" idx="6"/>
            <a:endCxn id="24" idx="2"/>
          </p:cNvCxnSpPr>
          <p:nvPr/>
        </p:nvCxnSpPr>
        <p:spPr>
          <a:xfrm>
            <a:off x="5489229" y="3329850"/>
            <a:ext cx="1213544" cy="523927"/>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78" name="Straight Connector 77">
            <a:extLst>
              <a:ext uri="{FF2B5EF4-FFF2-40B4-BE49-F238E27FC236}">
                <a16:creationId xmlns:a16="http://schemas.microsoft.com/office/drawing/2014/main" id="{29D535C1-35D1-A846-B4C6-046B3B444F80}"/>
              </a:ext>
            </a:extLst>
          </p:cNvPr>
          <p:cNvCxnSpPr>
            <a:cxnSpLocks/>
            <a:stCxn id="19" idx="6"/>
            <a:endCxn id="23" idx="2"/>
          </p:cNvCxnSpPr>
          <p:nvPr/>
        </p:nvCxnSpPr>
        <p:spPr>
          <a:xfrm>
            <a:off x="5489229" y="3329850"/>
            <a:ext cx="1213544" cy="0"/>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81" name="Straight Connector 80">
            <a:extLst>
              <a:ext uri="{FF2B5EF4-FFF2-40B4-BE49-F238E27FC236}">
                <a16:creationId xmlns:a16="http://schemas.microsoft.com/office/drawing/2014/main" id="{310ED4B5-8747-5447-BDA3-40C533E9951F}"/>
              </a:ext>
            </a:extLst>
          </p:cNvPr>
          <p:cNvCxnSpPr>
            <a:cxnSpLocks/>
            <a:endCxn id="22" idx="2"/>
          </p:cNvCxnSpPr>
          <p:nvPr/>
        </p:nvCxnSpPr>
        <p:spPr>
          <a:xfrm flipV="1">
            <a:off x="5488031" y="2805922"/>
            <a:ext cx="1214742" cy="523928"/>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84" name="Straight Connector 83">
            <a:extLst>
              <a:ext uri="{FF2B5EF4-FFF2-40B4-BE49-F238E27FC236}">
                <a16:creationId xmlns:a16="http://schemas.microsoft.com/office/drawing/2014/main" id="{1A9A0BA8-B804-B04F-ACC1-830EF3D8A78E}"/>
              </a:ext>
            </a:extLst>
          </p:cNvPr>
          <p:cNvCxnSpPr>
            <a:cxnSpLocks/>
            <a:stCxn id="19" idx="6"/>
            <a:endCxn id="21" idx="2"/>
          </p:cNvCxnSpPr>
          <p:nvPr/>
        </p:nvCxnSpPr>
        <p:spPr>
          <a:xfrm flipV="1">
            <a:off x="5489229" y="2281994"/>
            <a:ext cx="1213544" cy="1047856"/>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89" name="Straight Connector 88">
            <a:extLst>
              <a:ext uri="{FF2B5EF4-FFF2-40B4-BE49-F238E27FC236}">
                <a16:creationId xmlns:a16="http://schemas.microsoft.com/office/drawing/2014/main" id="{19DD8668-538A-6E45-87D3-0FEA8E643482}"/>
              </a:ext>
            </a:extLst>
          </p:cNvPr>
          <p:cNvCxnSpPr>
            <a:cxnSpLocks/>
            <a:stCxn id="20" idx="6"/>
            <a:endCxn id="21" idx="2"/>
          </p:cNvCxnSpPr>
          <p:nvPr/>
        </p:nvCxnSpPr>
        <p:spPr>
          <a:xfrm flipV="1">
            <a:off x="5488031" y="2281994"/>
            <a:ext cx="1214742" cy="1571783"/>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92" name="Straight Connector 91">
            <a:extLst>
              <a:ext uri="{FF2B5EF4-FFF2-40B4-BE49-F238E27FC236}">
                <a16:creationId xmlns:a16="http://schemas.microsoft.com/office/drawing/2014/main" id="{AFE3CCB6-E7D1-6D45-892E-8A3D17DAC434}"/>
              </a:ext>
            </a:extLst>
          </p:cNvPr>
          <p:cNvCxnSpPr>
            <a:cxnSpLocks/>
            <a:stCxn id="20" idx="6"/>
            <a:endCxn id="22" idx="2"/>
          </p:cNvCxnSpPr>
          <p:nvPr/>
        </p:nvCxnSpPr>
        <p:spPr>
          <a:xfrm flipV="1">
            <a:off x="5488031" y="2805922"/>
            <a:ext cx="1214742" cy="1047855"/>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95" name="Straight Connector 94">
            <a:extLst>
              <a:ext uri="{FF2B5EF4-FFF2-40B4-BE49-F238E27FC236}">
                <a16:creationId xmlns:a16="http://schemas.microsoft.com/office/drawing/2014/main" id="{2A2DEFA4-BC67-E146-B24E-67CBCFCB4823}"/>
              </a:ext>
            </a:extLst>
          </p:cNvPr>
          <p:cNvCxnSpPr>
            <a:cxnSpLocks/>
            <a:stCxn id="20" idx="6"/>
            <a:endCxn id="23" idx="2"/>
          </p:cNvCxnSpPr>
          <p:nvPr/>
        </p:nvCxnSpPr>
        <p:spPr>
          <a:xfrm flipV="1">
            <a:off x="5488031" y="3329850"/>
            <a:ext cx="1214742" cy="523927"/>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98" name="Straight Connector 97">
            <a:extLst>
              <a:ext uri="{FF2B5EF4-FFF2-40B4-BE49-F238E27FC236}">
                <a16:creationId xmlns:a16="http://schemas.microsoft.com/office/drawing/2014/main" id="{21782B07-3231-D34C-B873-3D0E90245D00}"/>
              </a:ext>
            </a:extLst>
          </p:cNvPr>
          <p:cNvCxnSpPr>
            <a:cxnSpLocks/>
            <a:stCxn id="20" idx="6"/>
            <a:endCxn id="24" idx="2"/>
          </p:cNvCxnSpPr>
          <p:nvPr/>
        </p:nvCxnSpPr>
        <p:spPr>
          <a:xfrm>
            <a:off x="5488031" y="3853777"/>
            <a:ext cx="1214742" cy="0"/>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101" name="Straight Arrow Connector 100">
            <a:extLst>
              <a:ext uri="{FF2B5EF4-FFF2-40B4-BE49-F238E27FC236}">
                <a16:creationId xmlns:a16="http://schemas.microsoft.com/office/drawing/2014/main" id="{A9F46C5D-574D-A94D-AEED-AC759026A613}"/>
              </a:ext>
            </a:extLst>
          </p:cNvPr>
          <p:cNvCxnSpPr>
            <a:cxnSpLocks/>
          </p:cNvCxnSpPr>
          <p:nvPr/>
        </p:nvCxnSpPr>
        <p:spPr>
          <a:xfrm>
            <a:off x="7205575" y="2281993"/>
            <a:ext cx="2581088" cy="693150"/>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103" name="Straight Arrow Connector 102">
            <a:extLst>
              <a:ext uri="{FF2B5EF4-FFF2-40B4-BE49-F238E27FC236}">
                <a16:creationId xmlns:a16="http://schemas.microsoft.com/office/drawing/2014/main" id="{F487BCC9-4EF6-1849-98E4-2AC6173785B2}"/>
              </a:ext>
            </a:extLst>
          </p:cNvPr>
          <p:cNvCxnSpPr>
            <a:cxnSpLocks/>
            <a:stCxn id="22" idx="6"/>
            <a:endCxn id="18" idx="2"/>
          </p:cNvCxnSpPr>
          <p:nvPr/>
        </p:nvCxnSpPr>
        <p:spPr>
          <a:xfrm>
            <a:off x="7206773" y="2805922"/>
            <a:ext cx="2579890" cy="159132"/>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106" name="Straight Arrow Connector 105">
            <a:extLst>
              <a:ext uri="{FF2B5EF4-FFF2-40B4-BE49-F238E27FC236}">
                <a16:creationId xmlns:a16="http://schemas.microsoft.com/office/drawing/2014/main" id="{AAB9B3F0-1DAE-414F-BC9B-AFB2DA7735AE}"/>
              </a:ext>
            </a:extLst>
          </p:cNvPr>
          <p:cNvCxnSpPr>
            <a:cxnSpLocks/>
            <a:stCxn id="23" idx="6"/>
            <a:endCxn id="18" idx="2"/>
          </p:cNvCxnSpPr>
          <p:nvPr/>
        </p:nvCxnSpPr>
        <p:spPr>
          <a:xfrm flipV="1">
            <a:off x="7206773" y="2965054"/>
            <a:ext cx="2579890" cy="364796"/>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109" name="Straight Arrow Connector 108">
            <a:extLst>
              <a:ext uri="{FF2B5EF4-FFF2-40B4-BE49-F238E27FC236}">
                <a16:creationId xmlns:a16="http://schemas.microsoft.com/office/drawing/2014/main" id="{59C95BB2-580F-6045-A0D4-1720432E1DFD}"/>
              </a:ext>
            </a:extLst>
          </p:cNvPr>
          <p:cNvCxnSpPr>
            <a:cxnSpLocks/>
            <a:stCxn id="24" idx="6"/>
            <a:endCxn id="18" idx="2"/>
          </p:cNvCxnSpPr>
          <p:nvPr/>
        </p:nvCxnSpPr>
        <p:spPr>
          <a:xfrm flipV="1">
            <a:off x="7206773" y="2965054"/>
            <a:ext cx="2579890" cy="888723"/>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redacted]"/>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65B55F-DBAC-324B-954E-694439E5C954}"/>
              </a:ext>
            </a:extLst>
          </p:cNvPr>
          <p:cNvSpPr>
            <a:spLocks noGrp="1"/>
          </p:cNvSpPr>
          <p:nvPr>
            <p:ph type="title"/>
          </p:nvPr>
        </p:nvSpPr>
        <p:spPr/>
        <p:txBody>
          <a:bodyPr/>
          <a:lstStyle/>
          <a:p>
            <a:r>
              <a:rPr lang="en-US" dirty="0"/>
              <a:t>Intellectual Property</a:t>
            </a:r>
          </a:p>
        </p:txBody>
      </p:sp>
      <p:sp>
        <p:nvSpPr>
          <p:cNvPr id="2" name="Slide Number Placeholder 1">
            <a:extLst>
              <a:ext uri="{FF2B5EF4-FFF2-40B4-BE49-F238E27FC236}">
                <a16:creationId xmlns:a16="http://schemas.microsoft.com/office/drawing/2014/main" id="{0F664135-A44E-024B-83E9-77D7395DAFF3}"/>
              </a:ext>
            </a:extLst>
          </p:cNvPr>
          <p:cNvSpPr>
            <a:spLocks noGrp="1"/>
          </p:cNvSpPr>
          <p:nvPr>
            <p:ph type="sldNum" sz="quarter" idx="4"/>
          </p:nvPr>
        </p:nvSpPr>
        <p:spPr/>
        <p:txBody>
          <a:bodyPr/>
          <a:lstStyle/>
          <a:p>
            <a:fld id="{9312FC69-CE3E-4598-98C1-B119891192DE}" type="slidenum">
              <a:rPr lang="ar-LY" smtClean="0"/>
              <a:pPr/>
              <a:t>7</a:t>
            </a:fld>
            <a:endParaRPr lang="ar-LY" b="1" dirty="0"/>
          </a:p>
        </p:txBody>
      </p:sp>
      <p:sp>
        <p:nvSpPr>
          <p:cNvPr id="4" name="TextBox 3">
            <a:extLst>
              <a:ext uri="{FF2B5EF4-FFF2-40B4-BE49-F238E27FC236}">
                <a16:creationId xmlns:a16="http://schemas.microsoft.com/office/drawing/2014/main" id="{07864128-00D5-6443-9835-28197C0B596C}"/>
              </a:ext>
            </a:extLst>
          </p:cNvPr>
          <p:cNvSpPr txBox="1"/>
          <p:nvPr/>
        </p:nvSpPr>
        <p:spPr>
          <a:xfrm>
            <a:off x="838200" y="1996440"/>
            <a:ext cx="10515600" cy="4031873"/>
          </a:xfrm>
          <a:prstGeom prst="rect">
            <a:avLst/>
          </a:prstGeom>
          <a:noFill/>
        </p:spPr>
        <p:txBody>
          <a:bodyPr wrap="square" rtlCol="0">
            <a:spAutoFit/>
          </a:bodyPr>
          <a:lstStyle/>
          <a:p>
            <a:pPr marL="457200" indent="-457200">
              <a:buAutoNum type="arabicPeriod"/>
            </a:pPr>
            <a:r>
              <a:rPr lang="en-US" sz="3200" dirty="0">
                <a:solidFill>
                  <a:schemeClr val="bg1"/>
                </a:solidFill>
              </a:rPr>
              <a:t>Patent: </a:t>
            </a:r>
            <a:r>
              <a:rPr lang="en-CA" sz="3200" dirty="0">
                <a:solidFill>
                  <a:schemeClr val="bg1"/>
                </a:solidFill>
              </a:rPr>
              <a:t>Automated Climate Management for Indoor Farming Facilities</a:t>
            </a:r>
          </a:p>
          <a:p>
            <a:pPr marL="457200" indent="-457200">
              <a:buAutoNum type="arabicPeriod"/>
            </a:pPr>
            <a:endParaRPr lang="en-CA" sz="3200" dirty="0">
              <a:solidFill>
                <a:schemeClr val="bg1"/>
              </a:solidFill>
            </a:endParaRPr>
          </a:p>
          <a:p>
            <a:pPr marL="457200" indent="-457200">
              <a:buAutoNum type="arabicPeriod"/>
            </a:pPr>
            <a:r>
              <a:rPr lang="en-CA" sz="3200" dirty="0">
                <a:solidFill>
                  <a:schemeClr val="bg1"/>
                </a:solidFill>
              </a:rPr>
              <a:t>Copyright: Proprietary Database Design and Algorithms for the Automation Engine</a:t>
            </a:r>
          </a:p>
          <a:p>
            <a:pPr marL="457200" indent="-457200">
              <a:buAutoNum type="arabicPeriod"/>
            </a:pPr>
            <a:endParaRPr lang="en-CA" sz="3200" dirty="0">
              <a:solidFill>
                <a:schemeClr val="bg1"/>
              </a:solidFill>
            </a:endParaRPr>
          </a:p>
          <a:p>
            <a:pPr marL="457200" indent="-457200">
              <a:buFontTx/>
              <a:buAutoNum type="arabicPeriod"/>
            </a:pPr>
            <a:r>
              <a:rPr lang="en-CA" sz="3200" dirty="0">
                <a:solidFill>
                  <a:schemeClr val="bg1"/>
                </a:solidFill>
              </a:rPr>
              <a:t>Trade Secret: Operational Data on Creating an Optimal Indoor Climate</a:t>
            </a:r>
          </a:p>
        </p:txBody>
      </p:sp>
    </p:spTree>
    <p:extLst>
      <p:ext uri="{BB962C8B-B14F-4D97-AF65-F5344CB8AC3E}">
        <p14:creationId xmlns:p14="http://schemas.microsoft.com/office/powerpoint/2010/main" val="[redacted]"/>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46D62-8B26-464B-98A4-A9F1724CA334}"/>
              </a:ext>
            </a:extLst>
          </p:cNvPr>
          <p:cNvSpPr>
            <a:spLocks noGrp="1"/>
          </p:cNvSpPr>
          <p:nvPr>
            <p:ph type="title"/>
          </p:nvPr>
        </p:nvSpPr>
        <p:spPr/>
        <p:txBody>
          <a:bodyPr/>
          <a:lstStyle/>
          <a:p>
            <a:r>
              <a:rPr lang="en-US" dirty="0">
                <a:solidFill>
                  <a:schemeClr val="bg1"/>
                </a:solidFill>
              </a:rPr>
              <a:t>Competitive Landscape</a:t>
            </a:r>
          </a:p>
        </p:txBody>
      </p:sp>
      <p:sp>
        <p:nvSpPr>
          <p:cNvPr id="3" name="Rectangle 1">
            <a:extLst>
              <a:ext uri="{FF2B5EF4-FFF2-40B4-BE49-F238E27FC236}">
                <a16:creationId xmlns:a16="http://schemas.microsoft.com/office/drawing/2014/main" id="{2B3B5D68-9935-9D4F-97D5-E1AF4F19321A}"/>
              </a:ext>
            </a:extLst>
          </p:cNvPr>
          <p:cNvSpPr>
            <a:spLocks noChangeArrowheads="1"/>
          </p:cNvSpPr>
          <p:nvPr/>
        </p:nvSpPr>
        <p:spPr bwMode="auto">
          <a:xfrm>
            <a:off x="838202" y="2730408"/>
            <a:ext cx="488594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redacted]-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altLang="en-US" sz="2800" dirty="0">
                <a:solidFill>
                  <a:schemeClr val="bg1"/>
                </a:solidFill>
                <a:latin typeface="Garamond" panose="02020404030301010803" pitchFamily="18" charset="0"/>
              </a:rPr>
              <a:t>Ambient is positioned at the intersection of multiple segments in order to provide a tailored solution for the indoor farming beachhead market.</a:t>
            </a:r>
            <a:endParaRPr lang="en-US" altLang="en-US" sz="2800" dirty="0">
              <a:solidFill>
                <a:schemeClr val="bg1"/>
              </a:solidFill>
            </a:endParaRPr>
          </a:p>
          <a:p>
            <a:pPr algn="ctr" defTabSz="914377" eaLnBrk="0" fontAlgn="base" hangingPunct="0">
              <a:spcBef>
                <a:spcPct val="0"/>
              </a:spcBef>
              <a:spcAft>
                <a:spcPct val="0"/>
              </a:spcAft>
            </a:pPr>
            <a:r>
              <a:rPr lang="en-US" altLang="en-US" sz="2800" dirty="0">
                <a:solidFill>
                  <a:schemeClr val="bg1"/>
                </a:solidFill>
                <a:latin typeface="Arial" panose="020B0604020202020204" pitchFamily="34" charset="0"/>
              </a:rPr>
              <a:t>        </a:t>
            </a:r>
          </a:p>
        </p:txBody>
      </p:sp>
      <p:pic>
        <p:nvPicPr>
          <p:cNvPr id="9" name="Picture 8" descr="Chart&#10;&#10;Description automatically generated">
            <a:extLst>
              <a:ext uri="{FF2B5EF4-FFF2-40B4-BE49-F238E27FC236}">
                <a16:creationId xmlns:a16="http://schemas.microsoft.com/office/drawing/2014/main" id="{ED90C94B-CCD0-0845-967A-5AAF28DE7CCE}"/>
              </a:ext>
            </a:extLst>
          </p:cNvPr>
          <p:cNvPicPr>
            <a:picLocks noChangeAspect="1"/>
          </p:cNvPicPr>
          <p:nvPr/>
        </p:nvPicPr>
        <p:blipFill rotWithShape="1">
          <a:blip r:embed="rId3">
            <a:extLst>
              <a:ext uri="{28A0092B-C50C-407E-A947-70E740481C1C}">
                <a14:useLocalDpi xmlns:a14="http://schemas.microsoft.com/office/drawing/2010/main" val="0"/>
              </a:ext>
            </a:extLst>
          </a:blip>
          <a:srcRect t="894"/>
          <a:stretch/>
        </p:blipFill>
        <p:spPr>
          <a:xfrm>
            <a:off x="5052647" y="365126"/>
            <a:ext cx="7543800" cy="6672753"/>
          </a:xfrm>
          <a:prstGeom prst="rect">
            <a:avLst/>
          </a:prstGeom>
        </p:spPr>
      </p:pic>
      <p:sp>
        <p:nvSpPr>
          <p:cNvPr id="5" name="Slide Number Placeholder 1">
            <a:extLst>
              <a:ext uri="{FF2B5EF4-FFF2-40B4-BE49-F238E27FC236}">
                <a16:creationId xmlns:a16="http://schemas.microsoft.com/office/drawing/2014/main" id="{023CC952-DA77-1B4A-AB42-EFBAC6A55B57}"/>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8</a:t>
            </a:fld>
            <a:endParaRPr lang="ar-LY" b="1" dirty="0"/>
          </a:p>
        </p:txBody>
      </p:sp>
    </p:spTree>
    <p:extLst>
      <p:ext uri="{BB962C8B-B14F-4D97-AF65-F5344CB8AC3E}">
        <p14:creationId xmlns:p14="http://schemas.microsoft.com/office/powerpoint/2010/main" val="1106804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7C4BC-0097-9F40-B994-EDD59FEAF7BC}"/>
              </a:ext>
            </a:extLst>
          </p:cNvPr>
          <p:cNvSpPr>
            <a:spLocks noGrp="1"/>
          </p:cNvSpPr>
          <p:nvPr>
            <p:ph type="title"/>
          </p:nvPr>
        </p:nvSpPr>
        <p:spPr/>
        <p:txBody>
          <a:bodyPr/>
          <a:lstStyle/>
          <a:p>
            <a:r>
              <a:rPr lang="en-US" dirty="0">
                <a:solidFill>
                  <a:schemeClr val="bg1"/>
                </a:solidFill>
              </a:rPr>
              <a:t>Competitive </a:t>
            </a:r>
            <a:r>
              <a:rPr lang="en-US" dirty="0"/>
              <a:t>Benchmark</a:t>
            </a:r>
            <a:endParaRPr lang="en-US" dirty="0">
              <a:solidFill>
                <a:schemeClr val="bg1"/>
              </a:solidFill>
            </a:endParaRPr>
          </a:p>
        </p:txBody>
      </p:sp>
      <p:graphicFrame>
        <p:nvGraphicFramePr>
          <p:cNvPr id="3" name="Table 2">
            <a:extLst>
              <a:ext uri="{FF2B5EF4-FFF2-40B4-BE49-F238E27FC236}">
                <a16:creationId xmlns:a16="http://schemas.microsoft.com/office/drawing/2014/main" id="{BE32194B-66F2-9344-9045-71D3F235B2D4}"/>
              </a:ext>
            </a:extLst>
          </p:cNvPr>
          <p:cNvGraphicFramePr>
            <a:graphicFrameLocks noGrp="1"/>
          </p:cNvGraphicFramePr>
          <p:nvPr>
            <p:extLst>
              <p:ext uri="{D42A27DB-BD31-4B8C-83A1-F6EECF244321}">
                <p14:modId xmlns:p14="http://schemas.microsoft.com/office/powerpoint/2010/main" val="[redacted]"/>
              </p:ext>
            </p:extLst>
          </p:nvPr>
        </p:nvGraphicFramePr>
        <p:xfrm>
          <a:off x="752472" y="1626438"/>
          <a:ext cx="10853738" cy="4526295"/>
        </p:xfrm>
        <a:graphic>
          <a:graphicData uri="http://schemas.openxmlformats.org/drawingml/2006/table">
            <a:tbl>
              <a:tblPr/>
              <a:tblGrid>
                <a:gridCol w="2833691">
                  <a:extLst>
                    <a:ext uri="{9D8B030D-6E8A-4147-A177-3AD203B41FA5}">
                      <a16:colId xmlns:a16="http://schemas.microsoft.com/office/drawing/2014/main" val="285793511"/>
                    </a:ext>
                  </a:extLst>
                </a:gridCol>
                <a:gridCol w="2015058">
                  <a:extLst>
                    <a:ext uri="{9D8B030D-6E8A-4147-A177-3AD203B41FA5}">
                      <a16:colId xmlns:a16="http://schemas.microsoft.com/office/drawing/2014/main" val="[redacted]"/>
                    </a:ext>
                  </a:extLst>
                </a:gridCol>
                <a:gridCol w="2001663">
                  <a:extLst>
                    <a:ext uri="{9D8B030D-6E8A-4147-A177-3AD203B41FA5}">
                      <a16:colId xmlns:a16="http://schemas.microsoft.com/office/drawing/2014/main" val="33867107"/>
                    </a:ext>
                  </a:extLst>
                </a:gridCol>
                <a:gridCol w="2001663">
                  <a:extLst>
                    <a:ext uri="{9D8B030D-6E8A-4147-A177-3AD203B41FA5}">
                      <a16:colId xmlns:a16="http://schemas.microsoft.com/office/drawing/2014/main" val="1904074191"/>
                    </a:ext>
                  </a:extLst>
                </a:gridCol>
                <a:gridCol w="2001663">
                  <a:extLst>
                    <a:ext uri="{9D8B030D-6E8A-4147-A177-3AD203B41FA5}">
                      <a16:colId xmlns:a16="http://schemas.microsoft.com/office/drawing/2014/main" val="660484743"/>
                    </a:ext>
                  </a:extLst>
                </a:gridCol>
              </a:tblGrid>
              <a:tr h="678181">
                <a:tc>
                  <a:txBody>
                    <a:bodyPr/>
                    <a:lstStyle/>
                    <a:p>
                      <a:pPr fontAlgn="ctr"/>
                      <a:r>
                        <a:rPr lang="en-CA" sz="1600" dirty="0">
                          <a:solidFill>
                            <a:schemeClr val="bg1"/>
                          </a:solidFill>
                          <a:effectLst/>
                        </a:rPr>
                        <a:t> </a:t>
                      </a: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Ambient</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Autogrow</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75F</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Johnson Controls</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redacted]"/>
                  </a:ext>
                </a:extLst>
              </a:tr>
              <a:tr h="637541">
                <a:tc>
                  <a:txBody>
                    <a:bodyPr/>
                    <a:lstStyle/>
                    <a:p>
                      <a:pPr rtl="0" fontAlgn="ctr">
                        <a:spcBef>
                          <a:spcPts val="0"/>
                        </a:spcBef>
                        <a:spcAft>
                          <a:spcPts val="0"/>
                        </a:spcAft>
                      </a:pPr>
                      <a:r>
                        <a:rPr lang="en-CA" sz="1500" b="1" i="0" u="none" strike="noStrike" dirty="0">
                          <a:solidFill>
                            <a:schemeClr val="bg1"/>
                          </a:solidFill>
                          <a:effectLst/>
                          <a:latin typeface="+mn-lt"/>
                        </a:rPr>
                        <a:t>Segment</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Multiple</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Indoor Farming Controller</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a:solidFill>
                            <a:schemeClr val="bg1"/>
                          </a:solidFill>
                          <a:effectLst/>
                          <a:latin typeface="+mn-lt"/>
                        </a:rPr>
                        <a:t>Smart Buildings</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OEM</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76544193"/>
                  </a:ext>
                </a:extLst>
              </a:tr>
              <a:tr h="637541">
                <a:tc>
                  <a:txBody>
                    <a:bodyPr/>
                    <a:lstStyle/>
                    <a:p>
                      <a:pPr rtl="0" fontAlgn="ctr">
                        <a:spcBef>
                          <a:spcPts val="0"/>
                        </a:spcBef>
                        <a:spcAft>
                          <a:spcPts val="0"/>
                        </a:spcAft>
                      </a:pPr>
                      <a:r>
                        <a:rPr lang="en-CA" sz="1500" b="1" i="0" u="none" strike="noStrike" dirty="0">
                          <a:solidFill>
                            <a:schemeClr val="bg1"/>
                          </a:solidFill>
                          <a:effectLst/>
                          <a:latin typeface="+mn-lt"/>
                        </a:rPr>
                        <a:t>Proximity to Customer</a:t>
                      </a:r>
                      <a:endParaRPr lang="en-CA" sz="1500" dirty="0">
                        <a:solidFill>
                          <a:schemeClr val="bg1"/>
                        </a:solidFill>
                        <a:effectLst/>
                        <a:latin typeface="+mn-lt"/>
                      </a:endParaRPr>
                    </a:p>
                    <a:p>
                      <a:pPr rtl="0" fontAlgn="ctr">
                        <a:spcBef>
                          <a:spcPts val="0"/>
                        </a:spcBef>
                        <a:spcAft>
                          <a:spcPts val="0"/>
                        </a:spcAft>
                      </a:pPr>
                      <a:r>
                        <a:rPr lang="en-CA" sz="1500" b="1" i="0" u="none" strike="noStrike" dirty="0">
                          <a:solidFill>
                            <a:schemeClr val="bg1"/>
                          </a:solidFill>
                          <a:effectLst/>
                          <a:latin typeface="+mn-lt"/>
                        </a:rPr>
                        <a:t>(Low Logistics Cost)</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r h="414021">
                <a:tc>
                  <a:txBody>
                    <a:bodyPr/>
                    <a:lstStyle/>
                    <a:p>
                      <a:pPr rtl="0" fontAlgn="ctr">
                        <a:spcBef>
                          <a:spcPts val="0"/>
                        </a:spcBef>
                        <a:spcAft>
                          <a:spcPts val="0"/>
                        </a:spcAft>
                      </a:pPr>
                      <a:r>
                        <a:rPr lang="en-CA" sz="1500" b="1" i="0" u="none" strike="noStrike" dirty="0">
                          <a:solidFill>
                            <a:schemeClr val="bg1"/>
                          </a:solidFill>
                          <a:effectLst/>
                          <a:latin typeface="+mn-lt"/>
                        </a:rPr>
                        <a:t>Indoor Farming Features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8250515"/>
                  </a:ext>
                </a:extLst>
              </a:tr>
              <a:tr h="414021">
                <a:tc>
                  <a:txBody>
                    <a:bodyPr/>
                    <a:lstStyle/>
                    <a:p>
                      <a:pPr rtl="0" fontAlgn="ctr">
                        <a:spcBef>
                          <a:spcPts val="0"/>
                        </a:spcBef>
                        <a:spcAft>
                          <a:spcPts val="0"/>
                        </a:spcAft>
                      </a:pPr>
                      <a:r>
                        <a:rPr lang="en-CA" sz="1500" b="1" i="0" u="none" strike="noStrike" dirty="0">
                          <a:solidFill>
                            <a:schemeClr val="bg1"/>
                          </a:solidFill>
                          <a:effectLst/>
                          <a:latin typeface="+mn-lt"/>
                        </a:rPr>
                        <a:t>Modern Web-based UI</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a:solidFill>
                            <a:schemeClr val="bg1"/>
                          </a:solidFill>
                          <a:effectLst/>
                          <a:latin typeface="+mn-lt"/>
                        </a:rPr>
                        <a:t>Some</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87870103"/>
                  </a:ext>
                </a:extLst>
              </a:tr>
              <a:tr h="414021">
                <a:tc>
                  <a:txBody>
                    <a:bodyPr/>
                    <a:lstStyle/>
                    <a:p>
                      <a:pPr rtl="0" fontAlgn="ctr">
                        <a:spcBef>
                          <a:spcPts val="0"/>
                        </a:spcBef>
                        <a:spcAft>
                          <a:spcPts val="0"/>
                        </a:spcAft>
                      </a:pPr>
                      <a:r>
                        <a:rPr lang="en-CA" sz="1500" b="1" i="0" u="none" strike="noStrike">
                          <a:solidFill>
                            <a:schemeClr val="bg1"/>
                          </a:solidFill>
                          <a:effectLst/>
                          <a:latin typeface="+mn-lt"/>
                        </a:rPr>
                        <a:t>Wireless IoT Network</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54290102"/>
                  </a:ext>
                </a:extLst>
              </a:tr>
              <a:tr h="637541">
                <a:tc>
                  <a:txBody>
                    <a:bodyPr/>
                    <a:lstStyle/>
                    <a:p>
                      <a:pPr rtl="0" fontAlgn="ctr">
                        <a:spcBef>
                          <a:spcPts val="0"/>
                        </a:spcBef>
                        <a:spcAft>
                          <a:spcPts val="0"/>
                        </a:spcAft>
                      </a:pPr>
                      <a:r>
                        <a:rPr lang="en-CA" sz="1500" b="1" i="0" u="none" strike="noStrike" dirty="0">
                          <a:solidFill>
                            <a:schemeClr val="bg1"/>
                          </a:solidFill>
                          <a:effectLst/>
                          <a:latin typeface="+mn-lt"/>
                        </a:rPr>
                        <a:t>Advanced Optimization Methods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Machine</a:t>
                      </a:r>
                    </a:p>
                    <a:p>
                      <a:pPr algn="ctr" rtl="0" fontAlgn="ctr">
                        <a:spcBef>
                          <a:spcPts val="0"/>
                        </a:spcBef>
                        <a:spcAft>
                          <a:spcPts val="0"/>
                        </a:spcAft>
                      </a:pPr>
                      <a:r>
                        <a:rPr lang="en-CA" sz="1500" b="0" i="0" u="none" strike="noStrike" dirty="0">
                          <a:solidFill>
                            <a:schemeClr val="bg1"/>
                          </a:solidFill>
                          <a:effectLst/>
                          <a:latin typeface="+mn-lt"/>
                        </a:rPr>
                        <a:t>Learning</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a:solidFill>
                            <a:schemeClr val="bg1"/>
                          </a:solidFill>
                          <a:effectLst/>
                          <a:latin typeface="+mn-lt"/>
                        </a:rPr>
                        <a:t>No</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Some</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Some</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r h="637541">
                <a:tc>
                  <a:txBody>
                    <a:bodyPr/>
                    <a:lstStyle/>
                    <a:p>
                      <a:pPr rtl="0" fontAlgn="ctr">
                        <a:spcBef>
                          <a:spcPts val="0"/>
                        </a:spcBef>
                        <a:spcAft>
                          <a:spcPts val="0"/>
                        </a:spcAft>
                      </a:pPr>
                      <a:r>
                        <a:rPr lang="en-CA" sz="1500" b="1" i="0" u="none" strike="noStrike">
                          <a:solidFill>
                            <a:schemeClr val="bg1"/>
                          </a:solidFill>
                          <a:effectLst/>
                          <a:latin typeface="+mn-lt"/>
                        </a:rPr>
                        <a:t>Pricing</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Quotation</a:t>
                      </a:r>
                      <a:endParaRPr lang="en-CA" sz="1500" dirty="0">
                        <a:solidFill>
                          <a:schemeClr val="bg1"/>
                        </a:solidFill>
                        <a:effectLst/>
                        <a:latin typeface="+mn-lt"/>
                      </a:endParaRPr>
                    </a:p>
                    <a:p>
                      <a:pPr algn="ctr" rtl="0" fontAlgn="ctr">
                        <a:spcBef>
                          <a:spcPts val="0"/>
                        </a:spcBef>
                        <a:spcAft>
                          <a:spcPts val="0"/>
                        </a:spcAft>
                      </a:pPr>
                      <a:r>
                        <a:rPr lang="en-CA" sz="1500" b="0" i="0" u="none" strike="noStrike" dirty="0">
                          <a:solidFill>
                            <a:schemeClr val="bg1"/>
                          </a:solidFill>
                          <a:effectLst/>
                          <a:latin typeface="+mn-lt"/>
                        </a:rPr>
                        <a:t>(based on area)</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$3000 for one unit + Installation Fees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Quotation </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Quotation</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bl>
          </a:graphicData>
        </a:graphic>
      </p:graphicFrame>
      <p:pic>
        <p:nvPicPr>
          <p:cNvPr id="4" name="Google Shape;215;p29">
            <a:extLst>
              <a:ext uri="{FF2B5EF4-FFF2-40B4-BE49-F238E27FC236}">
                <a16:creationId xmlns:a16="http://schemas.microsoft.com/office/drawing/2014/main" id="{63E7D9BB-72F5-3641-8F1E-F7AE0FD18F0D}"/>
              </a:ext>
            </a:extLst>
          </p:cNvPr>
          <p:cNvPicPr preferRelativeResize="0"/>
          <p:nvPr/>
        </p:nvPicPr>
        <p:blipFill>
          <a:blip r:embed="rId3">
            <a:alphaModFix/>
            <a:lum bright="70000" contrast="-70000"/>
          </a:blip>
          <a:stretch>
            <a:fillRect/>
          </a:stretch>
        </p:blipFill>
        <p:spPr>
          <a:xfrm>
            <a:off x="3677054" y="3642660"/>
            <a:ext cx="305351" cy="305351"/>
          </a:xfrm>
          <a:prstGeom prst="rect">
            <a:avLst/>
          </a:prstGeom>
          <a:noFill/>
          <a:ln>
            <a:noFill/>
          </a:ln>
        </p:spPr>
      </p:pic>
      <p:pic>
        <p:nvPicPr>
          <p:cNvPr id="5" name="Google Shape;219;p29">
            <a:extLst>
              <a:ext uri="{FF2B5EF4-FFF2-40B4-BE49-F238E27FC236}">
                <a16:creationId xmlns:a16="http://schemas.microsoft.com/office/drawing/2014/main" id="{26FD8721-D7E9-9846-BCF1-577F3733136E}"/>
              </a:ext>
            </a:extLst>
          </p:cNvPr>
          <p:cNvPicPr preferRelativeResize="0"/>
          <p:nvPr/>
        </p:nvPicPr>
        <p:blipFill>
          <a:blip r:embed="rId3">
            <a:alphaModFix/>
            <a:lum bright="70000" contrast="-70000"/>
          </a:blip>
          <a:stretch>
            <a:fillRect/>
          </a:stretch>
        </p:blipFill>
        <p:spPr>
          <a:xfrm>
            <a:off x="3677053" y="3124565"/>
            <a:ext cx="305351" cy="305351"/>
          </a:xfrm>
          <a:prstGeom prst="rect">
            <a:avLst/>
          </a:prstGeom>
          <a:noFill/>
          <a:ln>
            <a:noFill/>
          </a:ln>
        </p:spPr>
      </p:pic>
      <p:pic>
        <p:nvPicPr>
          <p:cNvPr id="6" name="Google Shape;222;p29">
            <a:extLst>
              <a:ext uri="{FF2B5EF4-FFF2-40B4-BE49-F238E27FC236}">
                <a16:creationId xmlns:a16="http://schemas.microsoft.com/office/drawing/2014/main" id="{DBA6DAF4-CB0D-934B-935B-EEE8242964C9}"/>
              </a:ext>
            </a:extLst>
          </p:cNvPr>
          <p:cNvPicPr preferRelativeResize="0"/>
          <p:nvPr/>
        </p:nvPicPr>
        <p:blipFill>
          <a:blip r:embed="rId3">
            <a:alphaModFix/>
            <a:lum bright="70000" contrast="-70000"/>
          </a:blip>
          <a:stretch>
            <a:fillRect/>
          </a:stretch>
        </p:blipFill>
        <p:spPr>
          <a:xfrm>
            <a:off x="3677054" y="4072171"/>
            <a:ext cx="305351" cy="305351"/>
          </a:xfrm>
          <a:prstGeom prst="rect">
            <a:avLst/>
          </a:prstGeom>
          <a:noFill/>
          <a:ln>
            <a:noFill/>
          </a:ln>
        </p:spPr>
      </p:pic>
      <p:pic>
        <p:nvPicPr>
          <p:cNvPr id="7" name="Google Shape;227;p29">
            <a:extLst>
              <a:ext uri="{FF2B5EF4-FFF2-40B4-BE49-F238E27FC236}">
                <a16:creationId xmlns:a16="http://schemas.microsoft.com/office/drawing/2014/main" id="{533F4CF7-9E93-6C48-9384-754D414EEB69}"/>
              </a:ext>
            </a:extLst>
          </p:cNvPr>
          <p:cNvPicPr preferRelativeResize="0"/>
          <p:nvPr/>
        </p:nvPicPr>
        <p:blipFill>
          <a:blip r:embed="rId3">
            <a:alphaModFix/>
            <a:lum bright="70000" contrast="-70000"/>
          </a:blip>
          <a:stretch>
            <a:fillRect/>
          </a:stretch>
        </p:blipFill>
        <p:spPr>
          <a:xfrm>
            <a:off x="3677054" y="4483677"/>
            <a:ext cx="305351" cy="305351"/>
          </a:xfrm>
          <a:prstGeom prst="rect">
            <a:avLst/>
          </a:prstGeom>
          <a:noFill/>
          <a:ln>
            <a:noFill/>
          </a:ln>
        </p:spPr>
      </p:pic>
      <p:pic>
        <p:nvPicPr>
          <p:cNvPr id="8" name="Google Shape;230;p29">
            <a:extLst>
              <a:ext uri="{FF2B5EF4-FFF2-40B4-BE49-F238E27FC236}">
                <a16:creationId xmlns:a16="http://schemas.microsoft.com/office/drawing/2014/main" id="{7A6D2AB9-2C88-884B-8089-B5D365E4C5EE}"/>
              </a:ext>
            </a:extLst>
          </p:cNvPr>
          <p:cNvPicPr preferRelativeResize="0"/>
          <p:nvPr/>
        </p:nvPicPr>
        <p:blipFill>
          <a:blip r:embed="rId3">
            <a:alphaModFix/>
            <a:lum bright="70000" contrast="-70000"/>
          </a:blip>
          <a:stretch>
            <a:fillRect/>
          </a:stretch>
        </p:blipFill>
        <p:spPr>
          <a:xfrm>
            <a:off x="3677054" y="5044557"/>
            <a:ext cx="305351" cy="305351"/>
          </a:xfrm>
          <a:prstGeom prst="rect">
            <a:avLst/>
          </a:prstGeom>
          <a:noFill/>
          <a:ln>
            <a:noFill/>
          </a:ln>
        </p:spPr>
      </p:pic>
      <p:pic>
        <p:nvPicPr>
          <p:cNvPr id="14" name="Google Shape;216;p29">
            <a:extLst>
              <a:ext uri="{FF2B5EF4-FFF2-40B4-BE49-F238E27FC236}">
                <a16:creationId xmlns:a16="http://schemas.microsoft.com/office/drawing/2014/main" id="{C209BF39-F140-944B-9A10-7675C9A93A47}"/>
              </a:ext>
            </a:extLst>
          </p:cNvPr>
          <p:cNvPicPr preferRelativeResize="0"/>
          <p:nvPr/>
        </p:nvPicPr>
        <p:blipFill>
          <a:blip r:embed="rId4">
            <a:alphaModFix/>
            <a:duotone>
              <a:schemeClr val="bg2">
                <a:shade val="45000"/>
                <a:satMod val="135000"/>
              </a:schemeClr>
              <a:prstClr val="white"/>
            </a:duotone>
          </a:blip>
          <a:stretch>
            <a:fillRect/>
          </a:stretch>
        </p:blipFill>
        <p:spPr>
          <a:xfrm>
            <a:off x="5714313" y="3091660"/>
            <a:ext cx="305351" cy="305351"/>
          </a:xfrm>
          <a:prstGeom prst="rect">
            <a:avLst/>
          </a:prstGeom>
          <a:noFill/>
          <a:ln>
            <a:noFill/>
          </a:ln>
        </p:spPr>
      </p:pic>
      <p:pic>
        <p:nvPicPr>
          <p:cNvPr id="15" name="Google Shape;216;p29">
            <a:extLst>
              <a:ext uri="{FF2B5EF4-FFF2-40B4-BE49-F238E27FC236}">
                <a16:creationId xmlns:a16="http://schemas.microsoft.com/office/drawing/2014/main" id="{B7668DFF-EFCE-964C-9725-6E59FF010C17}"/>
              </a:ext>
            </a:extLst>
          </p:cNvPr>
          <p:cNvPicPr preferRelativeResize="0"/>
          <p:nvPr/>
        </p:nvPicPr>
        <p:blipFill>
          <a:blip r:embed="rId4">
            <a:alphaModFix/>
            <a:duotone>
              <a:schemeClr val="bg2">
                <a:shade val="45000"/>
                <a:satMod val="135000"/>
              </a:schemeClr>
              <a:prstClr val="white"/>
            </a:duotone>
          </a:blip>
          <a:stretch>
            <a:fillRect/>
          </a:stretch>
        </p:blipFill>
        <p:spPr>
          <a:xfrm>
            <a:off x="5714313" y="4055238"/>
            <a:ext cx="305351" cy="305351"/>
          </a:xfrm>
          <a:prstGeom prst="rect">
            <a:avLst/>
          </a:prstGeom>
          <a:noFill/>
          <a:ln>
            <a:noFill/>
          </a:ln>
        </p:spPr>
      </p:pic>
      <p:pic>
        <p:nvPicPr>
          <p:cNvPr id="16" name="Google Shape;216;p29">
            <a:extLst>
              <a:ext uri="{FF2B5EF4-FFF2-40B4-BE49-F238E27FC236}">
                <a16:creationId xmlns:a16="http://schemas.microsoft.com/office/drawing/2014/main" id="{4F40A6B9-0732-B242-9985-FDD91B03428C}"/>
              </a:ext>
            </a:extLst>
          </p:cNvPr>
          <p:cNvPicPr preferRelativeResize="0"/>
          <p:nvPr/>
        </p:nvPicPr>
        <p:blipFill>
          <a:blip r:embed="rId4">
            <a:alphaModFix/>
            <a:duotone>
              <a:schemeClr val="bg2">
                <a:shade val="45000"/>
                <a:satMod val="135000"/>
              </a:schemeClr>
              <a:prstClr val="white"/>
            </a:duotone>
          </a:blip>
          <a:stretch>
            <a:fillRect/>
          </a:stretch>
        </p:blipFill>
        <p:spPr>
          <a:xfrm>
            <a:off x="5714313" y="4466744"/>
            <a:ext cx="305351" cy="305351"/>
          </a:xfrm>
          <a:prstGeom prst="rect">
            <a:avLst/>
          </a:prstGeom>
          <a:noFill/>
          <a:ln>
            <a:noFill/>
          </a:ln>
        </p:spPr>
      </p:pic>
      <p:pic>
        <p:nvPicPr>
          <p:cNvPr id="17" name="Google Shape;216;p29">
            <a:extLst>
              <a:ext uri="{FF2B5EF4-FFF2-40B4-BE49-F238E27FC236}">
                <a16:creationId xmlns:a16="http://schemas.microsoft.com/office/drawing/2014/main" id="{F2B4A95F-6EBD-DA41-A5FD-E5ACBB6E4C6D}"/>
              </a:ext>
            </a:extLst>
          </p:cNvPr>
          <p:cNvPicPr preferRelativeResize="0"/>
          <p:nvPr/>
        </p:nvPicPr>
        <p:blipFill>
          <a:blip r:embed="rId4">
            <a:alphaModFix/>
            <a:duotone>
              <a:schemeClr val="bg2">
                <a:shade val="45000"/>
                <a:satMod val="135000"/>
              </a:schemeClr>
              <a:prstClr val="white"/>
            </a:duotone>
          </a:blip>
          <a:stretch>
            <a:fillRect/>
          </a:stretch>
        </p:blipFill>
        <p:spPr>
          <a:xfrm>
            <a:off x="5714313" y="5027624"/>
            <a:ext cx="305351" cy="305351"/>
          </a:xfrm>
          <a:prstGeom prst="rect">
            <a:avLst/>
          </a:prstGeom>
          <a:noFill/>
          <a:ln>
            <a:noFill/>
          </a:ln>
        </p:spPr>
      </p:pic>
      <p:pic>
        <p:nvPicPr>
          <p:cNvPr id="18" name="Google Shape;215;p29">
            <a:extLst>
              <a:ext uri="{FF2B5EF4-FFF2-40B4-BE49-F238E27FC236}">
                <a16:creationId xmlns:a16="http://schemas.microsoft.com/office/drawing/2014/main" id="{85591DDA-D7E0-3C44-B4CF-FF[redacted]}"/>
              </a:ext>
            </a:extLst>
          </p:cNvPr>
          <p:cNvPicPr preferRelativeResize="0"/>
          <p:nvPr/>
        </p:nvPicPr>
        <p:blipFill>
          <a:blip r:embed="rId3">
            <a:alphaModFix/>
            <a:lum bright="70000" contrast="-70000"/>
          </a:blip>
          <a:stretch>
            <a:fillRect/>
          </a:stretch>
        </p:blipFill>
        <p:spPr>
          <a:xfrm>
            <a:off x="5714313" y="3625727"/>
            <a:ext cx="305351" cy="305351"/>
          </a:xfrm>
          <a:prstGeom prst="rect">
            <a:avLst/>
          </a:prstGeom>
          <a:noFill/>
          <a:ln>
            <a:noFill/>
          </a:ln>
        </p:spPr>
      </p:pic>
      <p:pic>
        <p:nvPicPr>
          <p:cNvPr id="19" name="Google Shape;215;p29">
            <a:extLst>
              <a:ext uri="{FF2B5EF4-FFF2-40B4-BE49-F238E27FC236}">
                <a16:creationId xmlns:a16="http://schemas.microsoft.com/office/drawing/2014/main" id="{F6C4814F-C657-7041-8DF1-2918C9F18327}"/>
              </a:ext>
            </a:extLst>
          </p:cNvPr>
          <p:cNvPicPr preferRelativeResize="0"/>
          <p:nvPr/>
        </p:nvPicPr>
        <p:blipFill>
          <a:blip r:embed="rId3">
            <a:alphaModFix/>
            <a:lum bright="70000" contrast="-70000"/>
          </a:blip>
          <a:stretch>
            <a:fillRect/>
          </a:stretch>
        </p:blipFill>
        <p:spPr>
          <a:xfrm>
            <a:off x="7674321" y="4055238"/>
            <a:ext cx="305351" cy="305351"/>
          </a:xfrm>
          <a:prstGeom prst="rect">
            <a:avLst/>
          </a:prstGeom>
          <a:noFill/>
          <a:ln>
            <a:noFill/>
          </a:ln>
        </p:spPr>
      </p:pic>
      <p:pic>
        <p:nvPicPr>
          <p:cNvPr id="20" name="Google Shape;215;p29">
            <a:extLst>
              <a:ext uri="{FF2B5EF4-FFF2-40B4-BE49-F238E27FC236}">
                <a16:creationId xmlns:a16="http://schemas.microsoft.com/office/drawing/2014/main" id="{D7D24DD2-C5F8-954A-A48B-38D1653D8003}"/>
              </a:ext>
            </a:extLst>
          </p:cNvPr>
          <p:cNvPicPr preferRelativeResize="0"/>
          <p:nvPr/>
        </p:nvPicPr>
        <p:blipFill>
          <a:blip r:embed="rId3">
            <a:alphaModFix/>
            <a:lum bright="70000" contrast="-70000"/>
          </a:blip>
          <a:stretch>
            <a:fillRect/>
          </a:stretch>
        </p:blipFill>
        <p:spPr>
          <a:xfrm>
            <a:off x="7674321" y="4456356"/>
            <a:ext cx="305351" cy="305351"/>
          </a:xfrm>
          <a:prstGeom prst="rect">
            <a:avLst/>
          </a:prstGeom>
          <a:noFill/>
          <a:ln>
            <a:noFill/>
          </a:ln>
        </p:spPr>
      </p:pic>
      <p:pic>
        <p:nvPicPr>
          <p:cNvPr id="21" name="Google Shape;216;p29">
            <a:extLst>
              <a:ext uri="{FF2B5EF4-FFF2-40B4-BE49-F238E27FC236}">
                <a16:creationId xmlns:a16="http://schemas.microsoft.com/office/drawing/2014/main" id="{148AD170-3314-1C4C-9537-FE95A6AC749F}"/>
              </a:ext>
            </a:extLst>
          </p:cNvPr>
          <p:cNvPicPr preferRelativeResize="0"/>
          <p:nvPr/>
        </p:nvPicPr>
        <p:blipFill>
          <a:blip r:embed="rId4">
            <a:alphaModFix/>
            <a:duotone>
              <a:schemeClr val="bg2">
                <a:shade val="45000"/>
                <a:satMod val="135000"/>
              </a:schemeClr>
              <a:prstClr val="white"/>
            </a:duotone>
          </a:blip>
          <a:stretch>
            <a:fillRect/>
          </a:stretch>
        </p:blipFill>
        <p:spPr>
          <a:xfrm>
            <a:off x="7648686" y="3107632"/>
            <a:ext cx="305351" cy="305351"/>
          </a:xfrm>
          <a:prstGeom prst="rect">
            <a:avLst/>
          </a:prstGeom>
          <a:noFill/>
          <a:ln>
            <a:noFill/>
          </a:ln>
        </p:spPr>
      </p:pic>
      <p:pic>
        <p:nvPicPr>
          <p:cNvPr id="22" name="Google Shape;216;p29">
            <a:extLst>
              <a:ext uri="{FF2B5EF4-FFF2-40B4-BE49-F238E27FC236}">
                <a16:creationId xmlns:a16="http://schemas.microsoft.com/office/drawing/2014/main" id="{940BC61D-DFBD-A342-AE7D-8FF6C63C0C44}"/>
              </a:ext>
            </a:extLst>
          </p:cNvPr>
          <p:cNvPicPr preferRelativeResize="0"/>
          <p:nvPr/>
        </p:nvPicPr>
        <p:blipFill>
          <a:blip r:embed="rId4">
            <a:alphaModFix/>
            <a:duotone>
              <a:schemeClr val="bg2">
                <a:shade val="45000"/>
                <a:satMod val="135000"/>
              </a:schemeClr>
              <a:prstClr val="white"/>
            </a:duotone>
          </a:blip>
          <a:stretch>
            <a:fillRect/>
          </a:stretch>
        </p:blipFill>
        <p:spPr>
          <a:xfrm>
            <a:off x="7674321" y="3625727"/>
            <a:ext cx="305351" cy="305351"/>
          </a:xfrm>
          <a:prstGeom prst="rect">
            <a:avLst/>
          </a:prstGeom>
          <a:noFill/>
          <a:ln>
            <a:noFill/>
          </a:ln>
        </p:spPr>
      </p:pic>
      <p:pic>
        <p:nvPicPr>
          <p:cNvPr id="23" name="Google Shape;216;p29">
            <a:extLst>
              <a:ext uri="{FF2B5EF4-FFF2-40B4-BE49-F238E27FC236}">
                <a16:creationId xmlns:a16="http://schemas.microsoft.com/office/drawing/2014/main" id="{54A182E0-8AB9-454A-9065-8CA6BA1C5E5C}"/>
              </a:ext>
            </a:extLst>
          </p:cNvPr>
          <p:cNvPicPr preferRelativeResize="0"/>
          <p:nvPr/>
        </p:nvPicPr>
        <p:blipFill>
          <a:blip r:embed="rId4">
            <a:alphaModFix/>
            <a:duotone>
              <a:schemeClr val="bg2">
                <a:shade val="45000"/>
                <a:satMod val="135000"/>
              </a:schemeClr>
              <a:prstClr val="white"/>
            </a:duotone>
          </a:blip>
          <a:stretch>
            <a:fillRect/>
          </a:stretch>
        </p:blipFill>
        <p:spPr>
          <a:xfrm>
            <a:off x="7674321" y="5027624"/>
            <a:ext cx="305351" cy="305351"/>
          </a:xfrm>
          <a:prstGeom prst="rect">
            <a:avLst/>
          </a:prstGeom>
          <a:noFill/>
          <a:ln>
            <a:noFill/>
          </a:ln>
        </p:spPr>
      </p:pic>
      <p:pic>
        <p:nvPicPr>
          <p:cNvPr id="24" name="Google Shape;216;p29">
            <a:extLst>
              <a:ext uri="{FF2B5EF4-FFF2-40B4-BE49-F238E27FC236}">
                <a16:creationId xmlns:a16="http://schemas.microsoft.com/office/drawing/2014/main" id="{746E86D1-9C90-7B40-BD3D-4BE691DEF2AC}"/>
              </a:ext>
            </a:extLst>
          </p:cNvPr>
          <p:cNvPicPr preferRelativeResize="0"/>
          <p:nvPr/>
        </p:nvPicPr>
        <p:blipFill>
          <a:blip r:embed="rId4">
            <a:alphaModFix/>
            <a:duotone>
              <a:schemeClr val="bg2">
                <a:shade val="45000"/>
                <a:satMod val="135000"/>
              </a:schemeClr>
              <a:prstClr val="white"/>
            </a:duotone>
          </a:blip>
          <a:stretch>
            <a:fillRect/>
          </a:stretch>
        </p:blipFill>
        <p:spPr>
          <a:xfrm>
            <a:off x="9684657" y="5044557"/>
            <a:ext cx="305351" cy="305351"/>
          </a:xfrm>
          <a:prstGeom prst="rect">
            <a:avLst/>
          </a:prstGeom>
          <a:noFill/>
          <a:ln>
            <a:noFill/>
          </a:ln>
        </p:spPr>
      </p:pic>
      <p:pic>
        <p:nvPicPr>
          <p:cNvPr id="25" name="Google Shape;216;p29">
            <a:extLst>
              <a:ext uri="{FF2B5EF4-FFF2-40B4-BE49-F238E27FC236}">
                <a16:creationId xmlns:a16="http://schemas.microsoft.com/office/drawing/2014/main" id="{65EC56A0-E2B5-4941-B455-CD1CB03D4F1A}"/>
              </a:ext>
            </a:extLst>
          </p:cNvPr>
          <p:cNvPicPr preferRelativeResize="0"/>
          <p:nvPr/>
        </p:nvPicPr>
        <p:blipFill>
          <a:blip r:embed="rId4">
            <a:alphaModFix/>
            <a:duotone>
              <a:schemeClr val="bg2">
                <a:shade val="45000"/>
                <a:satMod val="135000"/>
              </a:schemeClr>
              <a:prstClr val="white"/>
            </a:duotone>
          </a:blip>
          <a:stretch>
            <a:fillRect/>
          </a:stretch>
        </p:blipFill>
        <p:spPr>
          <a:xfrm>
            <a:off x="9684656" y="3642660"/>
            <a:ext cx="305351" cy="305351"/>
          </a:xfrm>
          <a:prstGeom prst="rect">
            <a:avLst/>
          </a:prstGeom>
          <a:noFill/>
          <a:ln>
            <a:noFill/>
          </a:ln>
        </p:spPr>
      </p:pic>
      <p:pic>
        <p:nvPicPr>
          <p:cNvPr id="26" name="Google Shape;216;p29">
            <a:extLst>
              <a:ext uri="{FF2B5EF4-FFF2-40B4-BE49-F238E27FC236}">
                <a16:creationId xmlns:a16="http://schemas.microsoft.com/office/drawing/2014/main" id="{5002CCD6-A3D9-7346-964A-AFC700DD330B}"/>
              </a:ext>
            </a:extLst>
          </p:cNvPr>
          <p:cNvPicPr preferRelativeResize="0"/>
          <p:nvPr/>
        </p:nvPicPr>
        <p:blipFill>
          <a:blip r:embed="rId4">
            <a:alphaModFix/>
            <a:duotone>
              <a:schemeClr val="bg2">
                <a:shade val="45000"/>
                <a:satMod val="135000"/>
              </a:schemeClr>
              <a:prstClr val="white"/>
            </a:duotone>
          </a:blip>
          <a:stretch>
            <a:fillRect/>
          </a:stretch>
        </p:blipFill>
        <p:spPr>
          <a:xfrm>
            <a:off x="9684657" y="4072171"/>
            <a:ext cx="305351" cy="305351"/>
          </a:xfrm>
          <a:prstGeom prst="rect">
            <a:avLst/>
          </a:prstGeom>
          <a:noFill/>
          <a:ln>
            <a:noFill/>
          </a:ln>
        </p:spPr>
      </p:pic>
      <p:pic>
        <p:nvPicPr>
          <p:cNvPr id="27" name="Google Shape;215;p29">
            <a:extLst>
              <a:ext uri="{FF2B5EF4-FFF2-40B4-BE49-F238E27FC236}">
                <a16:creationId xmlns:a16="http://schemas.microsoft.com/office/drawing/2014/main" id="{A0E7BF37-27D5-3741-ADE8-E469B1041A12}"/>
              </a:ext>
            </a:extLst>
          </p:cNvPr>
          <p:cNvPicPr preferRelativeResize="0"/>
          <p:nvPr/>
        </p:nvPicPr>
        <p:blipFill>
          <a:blip r:embed="rId3">
            <a:alphaModFix/>
            <a:lum bright="70000" contrast="-70000"/>
          </a:blip>
          <a:stretch>
            <a:fillRect/>
          </a:stretch>
        </p:blipFill>
        <p:spPr>
          <a:xfrm>
            <a:off x="9684656" y="3167075"/>
            <a:ext cx="305351" cy="305351"/>
          </a:xfrm>
          <a:prstGeom prst="rect">
            <a:avLst/>
          </a:prstGeom>
          <a:noFill/>
          <a:ln>
            <a:noFill/>
          </a:ln>
        </p:spPr>
      </p:pic>
      <p:pic>
        <p:nvPicPr>
          <p:cNvPr id="28" name="Google Shape;215;p29">
            <a:extLst>
              <a:ext uri="{FF2B5EF4-FFF2-40B4-BE49-F238E27FC236}">
                <a16:creationId xmlns:a16="http://schemas.microsoft.com/office/drawing/2014/main" id="{60444719-8585-2D47-BBCC-93CB2E9C81B5}"/>
              </a:ext>
            </a:extLst>
          </p:cNvPr>
          <p:cNvPicPr preferRelativeResize="0"/>
          <p:nvPr/>
        </p:nvPicPr>
        <p:blipFill>
          <a:blip r:embed="rId3">
            <a:alphaModFix/>
            <a:lum bright="70000" contrast="-70000"/>
          </a:blip>
          <a:stretch>
            <a:fillRect/>
          </a:stretch>
        </p:blipFill>
        <p:spPr>
          <a:xfrm>
            <a:off x="9684657" y="4456956"/>
            <a:ext cx="305351" cy="305351"/>
          </a:xfrm>
          <a:prstGeom prst="rect">
            <a:avLst/>
          </a:prstGeom>
          <a:noFill/>
          <a:ln>
            <a:noFill/>
          </a:ln>
        </p:spPr>
      </p:pic>
      <p:sp>
        <p:nvSpPr>
          <p:cNvPr id="29" name="Slide Number Placeholder 1">
            <a:extLst>
              <a:ext uri="{FF2B5EF4-FFF2-40B4-BE49-F238E27FC236}">
                <a16:creationId xmlns:a16="http://schemas.microsoft.com/office/drawing/2014/main" id="{CBAB2CE6-64BF-F042-89C8-49819FF0D331}"/>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9</a:t>
            </a:fld>
            <a:endParaRPr lang="ar-LY" b="1" dirty="0"/>
          </a:p>
        </p:txBody>
      </p:sp>
    </p:spTree>
    <p:extLst>
      <p:ext uri="{BB962C8B-B14F-4D97-AF65-F5344CB8AC3E}">
        <p14:creationId xmlns:p14="http://schemas.microsoft.com/office/powerpoint/2010/main" val="[redacted]"/>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graphicFrame>
        <p:nvGraphicFramePr>
          <p:cNvPr id="300" name="Google Shape;300;p39"/>
          <p:cNvGraphicFramePr/>
          <p:nvPr>
            <p:extLst>
              <p:ext uri="{D42A27DB-BD31-4B8C-83A1-F6EECF244321}">
                <p14:modId xmlns:p14="http://schemas.microsoft.com/office/powerpoint/2010/main" val="[redacted]"/>
              </p:ext>
            </p:extLst>
          </p:nvPr>
        </p:nvGraphicFramePr>
        <p:xfrm>
          <a:off x="4965268" y="196628"/>
          <a:ext cx="7019067" cy="6469600"/>
        </p:xfrm>
        <a:graphic>
          <a:graphicData uri="http://schemas.openxmlformats.org/drawingml/2006/table">
            <a:tbl>
              <a:tblPr>
                <a:noFill/>
              </a:tblPr>
              <a:tblGrid>
                <a:gridCol w="1533300">
                  <a:extLst>
                    <a:ext uri="{9D8B030D-6E8A-4147-A177-3AD203B41FA5}">
                      <a16:colId xmlns:a16="http://schemas.microsoft.com/office/drawing/2014/main" val="20000"/>
                    </a:ext>
                  </a:extLst>
                </a:gridCol>
                <a:gridCol w="3123367">
                  <a:extLst>
                    <a:ext uri="{9D8B030D-6E8A-4147-A177-3AD203B41FA5}">
                      <a16:colId xmlns:a16="http://schemas.microsoft.com/office/drawing/2014/main" val="20001"/>
                    </a:ext>
                  </a:extLst>
                </a:gridCol>
                <a:gridCol w="2362400">
                  <a:extLst>
                    <a:ext uri="{9D8B030D-6E8A-4147-A177-3AD203B41FA5}">
                      <a16:colId xmlns:a16="http://schemas.microsoft.com/office/drawing/2014/main" val="20002"/>
                    </a:ext>
                  </a:extLst>
                </a:gridCol>
              </a:tblGrid>
              <a:tr h="236678">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Section</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Component</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Cost</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376631">
                <a:tc gridSpan="3">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CAPEX</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28752">
                <a:tc rowSpan="2">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Services</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Audit and Design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Installation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$4,000 - $5,000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228752">
                <a:tc rowSpan="3">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Hardware</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Ambient Smart Sensors</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$1,500 - $2,500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r h="228752">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Ambient Edge Nodes</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$2,500 - $4,500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5"/>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Ambient Control Unit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$4,000 - $6,000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6"/>
                  </a:ext>
                </a:extLst>
              </a:tr>
              <a:tr h="366553">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CAPEX SubTotal</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$12,000 - $18,000</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7"/>
                  </a:ext>
                </a:extLst>
              </a:tr>
              <a:tr h="376631">
                <a:tc gridSpan="3">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OPEX</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228752">
                <a:tc rowSpan="3">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Operations</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Secure Data Management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9"/>
                  </a:ext>
                </a:extLst>
              </a:tr>
              <a:tr h="228752">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System Maintenance</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0"/>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Parts Replacement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1"/>
                  </a:ext>
                </a:extLst>
              </a:tr>
              <a:tr h="228752">
                <a:tc rowSpan="5">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Ambient Platform</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Facility Analytics</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2"/>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ACMV Optimization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3"/>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Predictive Maintenance</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4"/>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Yield Prediction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5"/>
                  </a:ext>
                </a:extLst>
              </a:tr>
              <a:tr h="228752">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Marketplace</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6"/>
                  </a:ext>
                </a:extLst>
              </a:tr>
              <a:tr h="366553">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OPEX SubTotal</a:t>
                      </a:r>
                      <a:endParaRPr sz="1400"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$0</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7"/>
                  </a:ext>
                </a:extLst>
              </a:tr>
              <a:tr h="576014">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Estimated Total Cost </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$12,000 - $18,000</a:t>
                      </a:r>
                      <a:endParaRPr sz="1400" b="1" dirty="0">
                        <a:solidFill>
                          <a:schemeClr val="bg1"/>
                        </a:solidFill>
                        <a:latin typeface="Times New Roman"/>
                        <a:ea typeface="Times New Roman"/>
                        <a:cs typeface="Times New Roman"/>
                        <a:sym typeface="Times New Roman"/>
                      </a:endParaRPr>
                    </a:p>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a:t>
                      </a:r>
                      <a:endParaRPr sz="1400" b="1" dirty="0">
                        <a:solidFill>
                          <a:schemeClr val="bg1"/>
                        </a:solidFill>
                        <a:latin typeface="Times New Roman"/>
                        <a:ea typeface="Times New Roman"/>
                        <a:cs typeface="Times New Roman"/>
                        <a:sym typeface="Times New Roman"/>
                      </a:endParaRPr>
                    </a:p>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OPEX value-sharing</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8"/>
                  </a:ext>
                </a:extLst>
              </a:tr>
            </a:tbl>
          </a:graphicData>
        </a:graphic>
      </p:graphicFrame>
      <p:sp>
        <p:nvSpPr>
          <p:cNvPr id="301" name="Google Shape;301;p39"/>
          <p:cNvSpPr/>
          <p:nvPr/>
        </p:nvSpPr>
        <p:spPr>
          <a:xfrm>
            <a:off x="0" y="0"/>
            <a:ext cx="4550400" cy="6858000"/>
          </a:xfrm>
          <a:prstGeom prst="rect">
            <a:avLst/>
          </a:prstGeom>
          <a:solidFill>
            <a:schemeClr val="accent1">
              <a:lumMod val="50000"/>
            </a:schemeClr>
          </a:solidFill>
          <a:ln>
            <a:noFill/>
          </a:ln>
        </p:spPr>
        <p:txBody>
          <a:bodyPr spcFirstLastPara="1" wrap="square" lIns="91433" tIns="45700" rIns="91433" bIns="45700" anchor="ctr" anchorCtr="0">
            <a:noAutofit/>
          </a:bodyPr>
          <a:lstStyle/>
          <a:p>
            <a:pPr algn="ctr">
              <a:buClr>
                <a:schemeClr val="lt1"/>
              </a:buClr>
              <a:buSzPts val="1400"/>
            </a:pPr>
            <a:endParaRPr sz="1867">
              <a:solidFill>
                <a:srgbClr val="FFFFFF"/>
              </a:solidFill>
              <a:latin typeface="Garamond"/>
              <a:ea typeface="Garamond"/>
              <a:cs typeface="Garamond"/>
              <a:sym typeface="Garamond"/>
            </a:endParaRPr>
          </a:p>
        </p:txBody>
      </p:sp>
      <p:sp>
        <p:nvSpPr>
          <p:cNvPr id="302" name="Google Shape;302;p39"/>
          <p:cNvSpPr txBox="1">
            <a:spLocks noGrp="1"/>
          </p:cNvSpPr>
          <p:nvPr>
            <p:ph type="title"/>
          </p:nvPr>
        </p:nvSpPr>
        <p:spPr>
          <a:xfrm>
            <a:off x="643467" y="640067"/>
            <a:ext cx="2469011" cy="5613200"/>
          </a:xfrm>
          <a:prstGeom prst="rect">
            <a:avLst/>
          </a:prstGeom>
          <a:noFill/>
          <a:ln>
            <a:noFill/>
          </a:ln>
        </p:spPr>
        <p:txBody>
          <a:bodyPr spcFirstLastPara="1" vert="horz" wrap="square" lIns="91433" tIns="45700" rIns="91433" bIns="45700" rtlCol="0" anchor="ctr" anchorCtr="0">
            <a:noAutofit/>
          </a:bodyPr>
          <a:lstStyle/>
          <a:p>
            <a:pPr>
              <a:buClr>
                <a:srgbClr val="FFFFFF"/>
              </a:buClr>
              <a:buSzPts val="3300"/>
            </a:pPr>
            <a:r>
              <a:rPr lang="en-GB" sz="3467">
                <a:solidFill>
                  <a:srgbClr val="FFFFFF"/>
                </a:solidFill>
                <a:latin typeface="Garamond"/>
                <a:ea typeface="Garamond"/>
                <a:cs typeface="Garamond"/>
                <a:sym typeface="Garamond"/>
              </a:rPr>
              <a:t>Innovative </a:t>
            </a:r>
            <a:r>
              <a:rPr lang="en-GB" sz="3467" dirty="0">
                <a:solidFill>
                  <a:srgbClr val="FFFFFF"/>
                </a:solidFill>
                <a:latin typeface="Garamond"/>
                <a:ea typeface="Garamond"/>
                <a:cs typeface="Garamond"/>
                <a:sym typeface="Garamond"/>
              </a:rPr>
              <a:t>Revenue Model </a:t>
            </a:r>
            <a:endParaRPr sz="3467" dirty="0">
              <a:latin typeface="Garamond"/>
              <a:ea typeface="Garamond"/>
              <a:cs typeface="Garamond"/>
              <a:sym typeface="Garamond"/>
            </a:endParaRPr>
          </a:p>
        </p:txBody>
      </p:sp>
    </p:spTree>
    <p:extLst>
      <p:ext uri="{BB962C8B-B14F-4D97-AF65-F5344CB8AC3E}">
        <p14:creationId xmlns:p14="http://schemas.microsoft.com/office/powerpoint/2010/main" val="1488476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A88F81B-CE88-4043-AC71-DE8F38C71B98}"/>
              </a:ext>
            </a:extLst>
          </p:cNvPr>
          <p:cNvSpPr>
            <a:spLocks noGrp="1"/>
          </p:cNvSpPr>
          <p:nvPr>
            <p:ph type="title"/>
          </p:nvPr>
        </p:nvSpPr>
        <p:spPr/>
        <p:txBody>
          <a:bodyPr/>
          <a:lstStyle/>
          <a:p>
            <a:r>
              <a:rPr lang="en-US" dirty="0"/>
              <a:t>Customer Traction</a:t>
            </a:r>
          </a:p>
        </p:txBody>
      </p:sp>
      <p:pic>
        <p:nvPicPr>
          <p:cNvPr id="47" name="Picture 46" descr="Text, table&#10;&#10;Description automatically generated">
            <a:extLst>
              <a:ext uri="{FF2B5EF4-FFF2-40B4-BE49-F238E27FC236}">
                <a16:creationId xmlns:a16="http://schemas.microsoft.com/office/drawing/2014/main" id="{502F3177-08F6-BB42-8DE1-5AC73297C3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6069" y="1837456"/>
            <a:ext cx="3472244" cy="4454149"/>
          </a:xfrm>
          <a:prstGeom prst="rect">
            <a:avLst/>
          </a:prstGeom>
        </p:spPr>
      </p:pic>
      <p:pic>
        <p:nvPicPr>
          <p:cNvPr id="49" name="Picture 48" descr="Text, application&#10;&#10;Description automatically generated">
            <a:extLst>
              <a:ext uri="{FF2B5EF4-FFF2-40B4-BE49-F238E27FC236}">
                <a16:creationId xmlns:a16="http://schemas.microsoft.com/office/drawing/2014/main" id="{940A45B0-4F23-4E46-8390-528DEA0935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9178" y="1690688"/>
            <a:ext cx="3448159" cy="4440485"/>
          </a:xfrm>
          <a:prstGeom prst="rect">
            <a:avLst/>
          </a:prstGeom>
        </p:spPr>
      </p:pic>
      <p:pic>
        <p:nvPicPr>
          <p:cNvPr id="51" name="Picture 50" descr="Graphical user interface, text, application&#10;&#10;Description automatically generated">
            <a:extLst>
              <a:ext uri="{FF2B5EF4-FFF2-40B4-BE49-F238E27FC236}">
                <a16:creationId xmlns:a16="http://schemas.microsoft.com/office/drawing/2014/main" id="{F499B3E2-31E3-FA42-B5DD-7C636C4293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2" y="1543922"/>
            <a:ext cx="3449751" cy="4440485"/>
          </a:xfrm>
          <a:prstGeom prst="rect">
            <a:avLst/>
          </a:prstGeom>
        </p:spPr>
      </p:pic>
      <p:sp>
        <p:nvSpPr>
          <p:cNvPr id="9" name="Slide Number Placeholder 1">
            <a:extLst>
              <a:ext uri="{FF2B5EF4-FFF2-40B4-BE49-F238E27FC236}">
                <a16:creationId xmlns:a16="http://schemas.microsoft.com/office/drawing/2014/main" id="{DBC212AB-D923-4543-9CD9-9FDCCB1D6193}"/>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11</a:t>
            </a:fld>
            <a:endParaRPr lang="ar-LY" b="1" dirty="0"/>
          </a:p>
        </p:txBody>
      </p:sp>
      <p:sp>
        <p:nvSpPr>
          <p:cNvPr id="2" name="TextBox 1">
            <a:extLst>
              <a:ext uri="{FF2B5EF4-FFF2-40B4-BE49-F238E27FC236}">
                <a16:creationId xmlns:a16="http://schemas.microsoft.com/office/drawing/2014/main" id="{ED2795B0-35B3-1D40-A27B-D18CC3F07C66}"/>
              </a:ext>
            </a:extLst>
          </p:cNvPr>
          <p:cNvSpPr txBox="1"/>
          <p:nvPr/>
        </p:nvSpPr>
        <p:spPr>
          <a:xfrm>
            <a:off x="6367781" y="2157712"/>
            <a:ext cx="4986017" cy="2246769"/>
          </a:xfrm>
          <a:prstGeom prst="rect">
            <a:avLst/>
          </a:prstGeom>
          <a:noFill/>
        </p:spPr>
        <p:txBody>
          <a:bodyPr wrap="square" rtlCol="0">
            <a:spAutoFit/>
          </a:bodyPr>
          <a:lstStyle/>
          <a:p>
            <a:r>
              <a:rPr lang="en-US" sz="2000" b="1" dirty="0">
                <a:solidFill>
                  <a:schemeClr val="bg1"/>
                </a:solidFill>
              </a:rPr>
              <a:t>Summary</a:t>
            </a:r>
            <a:r>
              <a:rPr lang="en-US" sz="2000" dirty="0">
                <a:solidFill>
                  <a:schemeClr val="bg1"/>
                </a:solidFill>
              </a:rPr>
              <a:t>:</a:t>
            </a:r>
          </a:p>
          <a:p>
            <a:pPr marL="457200" indent="-457200">
              <a:buFont typeface="+mj-lt"/>
              <a:buAutoNum type="arabicPeriod"/>
            </a:pPr>
            <a:r>
              <a:rPr lang="en-US" sz="2000" dirty="0">
                <a:solidFill>
                  <a:schemeClr val="bg1"/>
                </a:solidFill>
              </a:rPr>
              <a:t>Signed an MoU with farm operator in Singapore</a:t>
            </a:r>
          </a:p>
          <a:p>
            <a:pPr marL="457200" indent="-457200">
              <a:buFont typeface="+mj-lt"/>
              <a:buAutoNum type="arabicPeriod"/>
            </a:pPr>
            <a:r>
              <a:rPr lang="en-US" sz="2000" dirty="0">
                <a:solidFill>
                  <a:schemeClr val="bg1"/>
                </a:solidFill>
              </a:rPr>
              <a:t>In conversation with two leading farm operators</a:t>
            </a:r>
          </a:p>
          <a:p>
            <a:pPr marL="457200" indent="-457200">
              <a:buFont typeface="+mj-lt"/>
              <a:buAutoNum type="arabicPeriod"/>
            </a:pPr>
            <a:r>
              <a:rPr lang="en-US" sz="2000" dirty="0">
                <a:solidFill>
                  <a:schemeClr val="bg1"/>
                </a:solidFill>
              </a:rPr>
              <a:t>Identified gap for similar solution in the healthcare sector</a:t>
            </a:r>
          </a:p>
        </p:txBody>
      </p:sp>
    </p:spTree>
    <p:extLst>
      <p:ext uri="{BB962C8B-B14F-4D97-AF65-F5344CB8AC3E}">
        <p14:creationId xmlns:p14="http://schemas.microsoft.com/office/powerpoint/2010/main" val="1575612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hart 13" title="Chart">
            <a:extLst>
              <a:ext uri="{FF2B5EF4-FFF2-40B4-BE49-F238E27FC236}">
                <a16:creationId xmlns:a16="http://schemas.microsoft.com/office/drawing/2014/main" id="{00000000-0008-0000-0700-000002000000}"/>
              </a:ext>
            </a:extLst>
          </p:cNvPr>
          <p:cNvGraphicFramePr>
            <a:graphicFrameLocks/>
          </p:cNvGraphicFramePr>
          <p:nvPr>
            <p:extLst>
              <p:ext uri="{D42A27DB-BD31-4B8C-83A1-F6EECF244321}">
                <p14:modId xmlns:p14="http://schemas.microsoft.com/office/powerpoint/2010/main" val="[redacted]"/>
              </p:ext>
            </p:extLst>
          </p:nvPr>
        </p:nvGraphicFramePr>
        <p:xfrm>
          <a:off x="838200" y="1689740"/>
          <a:ext cx="10881360" cy="4882510"/>
        </p:xfrm>
        <a:graphic>
          <a:graphicData uri="http://schemas.openxmlformats.org/drawingml/2006/chart">
            <c:chart xmlns:c="http://schemas.openxmlformats.org/drawingml/2006/chart" xmlns:r="http://schemas.openxmlformats.org/officeDocument/2006/relationships" r:id="rId3"/>
          </a:graphicData>
        </a:graphic>
      </p:graphicFrame>
      <p:sp>
        <p:nvSpPr>
          <p:cNvPr id="7" name="Title 6">
            <a:extLst>
              <a:ext uri="{FF2B5EF4-FFF2-40B4-BE49-F238E27FC236}">
                <a16:creationId xmlns:a16="http://schemas.microsoft.com/office/drawing/2014/main" id="{2C465E40-4D76-5449-9812-A139FDCBED7F}"/>
              </a:ext>
            </a:extLst>
          </p:cNvPr>
          <p:cNvSpPr>
            <a:spLocks noGrp="1"/>
          </p:cNvSpPr>
          <p:nvPr>
            <p:ph type="title"/>
          </p:nvPr>
        </p:nvSpPr>
        <p:spPr/>
        <p:txBody>
          <a:bodyPr/>
          <a:lstStyle/>
          <a:p>
            <a:r>
              <a:rPr lang="en-US" dirty="0"/>
              <a:t>Financials</a:t>
            </a:r>
          </a:p>
        </p:txBody>
      </p:sp>
      <p:sp>
        <p:nvSpPr>
          <p:cNvPr id="2" name="Slide Number Placeholder 1">
            <a:extLst>
              <a:ext uri="{FF2B5EF4-FFF2-40B4-BE49-F238E27FC236}">
                <a16:creationId xmlns:a16="http://schemas.microsoft.com/office/drawing/2014/main" id="{84411928-A986-3548-A79E-056387845340}"/>
              </a:ext>
            </a:extLst>
          </p:cNvPr>
          <p:cNvSpPr>
            <a:spLocks noGrp="1"/>
          </p:cNvSpPr>
          <p:nvPr>
            <p:ph type="sldNum" sz="quarter" idx="4"/>
          </p:nvPr>
        </p:nvSpPr>
        <p:spPr/>
        <p:txBody>
          <a:bodyPr/>
          <a:lstStyle/>
          <a:p>
            <a:fld id="{9312FC69-CE3E-4598-98C1-B119891192DE}" type="slidenum">
              <a:rPr lang="ar-LY" smtClean="0"/>
              <a:pPr/>
              <a:t>12</a:t>
            </a:fld>
            <a:endParaRPr lang="ar-LY" b="1" dirty="0"/>
          </a:p>
        </p:txBody>
      </p:sp>
      <p:sp>
        <p:nvSpPr>
          <p:cNvPr id="11" name="TextBox 10">
            <a:extLst>
              <a:ext uri="{FF2B5EF4-FFF2-40B4-BE49-F238E27FC236}">
                <a16:creationId xmlns:a16="http://schemas.microsoft.com/office/drawing/2014/main" id="{68A8089F-E2E9-6242-B5E4-9B658A0EB82E}"/>
              </a:ext>
            </a:extLst>
          </p:cNvPr>
          <p:cNvSpPr txBox="1"/>
          <p:nvPr/>
        </p:nvSpPr>
        <p:spPr>
          <a:xfrm>
            <a:off x="9372600" y="1689740"/>
            <a:ext cx="2058577" cy="923330"/>
          </a:xfrm>
          <a:prstGeom prst="rect">
            <a:avLst/>
          </a:prstGeom>
          <a:noFill/>
        </p:spPr>
        <p:txBody>
          <a:bodyPr wrap="none" rtlCol="0">
            <a:spAutoFit/>
          </a:bodyPr>
          <a:lstStyle/>
          <a:p>
            <a:r>
              <a:rPr lang="en-US" dirty="0">
                <a:solidFill>
                  <a:schemeClr val="bg1"/>
                </a:solidFill>
              </a:rPr>
              <a:t>Raising: $650k</a:t>
            </a:r>
          </a:p>
          <a:p>
            <a:r>
              <a:rPr lang="en-US" dirty="0">
                <a:solidFill>
                  <a:schemeClr val="bg1"/>
                </a:solidFill>
              </a:rPr>
              <a:t>Valuation: $8.5M</a:t>
            </a:r>
          </a:p>
          <a:p>
            <a:r>
              <a:rPr lang="en-US" dirty="0">
                <a:solidFill>
                  <a:schemeClr val="bg1"/>
                </a:solidFill>
              </a:rPr>
              <a:t>Discount Rate: 10%</a:t>
            </a:r>
          </a:p>
        </p:txBody>
      </p:sp>
    </p:spTree>
    <p:extLst>
      <p:ext uri="{BB962C8B-B14F-4D97-AF65-F5344CB8AC3E}">
        <p14:creationId xmlns:p14="http://schemas.microsoft.com/office/powerpoint/2010/main" val="[redacted]"/>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3"/>
          <p:cNvSpPr/>
          <p:nvPr/>
        </p:nvSpPr>
        <p:spPr>
          <a:xfrm>
            <a:off x="10073724"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58" name="Google Shape;258;p33"/>
          <p:cNvSpPr/>
          <p:nvPr/>
        </p:nvSpPr>
        <p:spPr>
          <a:xfrm>
            <a:off x="8716057"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59" name="Google Shape;259;p33"/>
          <p:cNvSpPr/>
          <p:nvPr/>
        </p:nvSpPr>
        <p:spPr>
          <a:xfrm>
            <a:off x="7358391"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0" name="Google Shape;260;p33"/>
          <p:cNvSpPr/>
          <p:nvPr/>
        </p:nvSpPr>
        <p:spPr>
          <a:xfrm>
            <a:off x="6000725"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1" name="Google Shape;261;p33"/>
          <p:cNvSpPr/>
          <p:nvPr/>
        </p:nvSpPr>
        <p:spPr>
          <a:xfrm>
            <a:off x="4643059"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2" name="Google Shape;262;p33"/>
          <p:cNvSpPr/>
          <p:nvPr/>
        </p:nvSpPr>
        <p:spPr>
          <a:xfrm>
            <a:off x="3285393"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3" name="Google Shape;263;p33"/>
          <p:cNvSpPr txBox="1"/>
          <p:nvPr/>
        </p:nvSpPr>
        <p:spPr>
          <a:xfrm>
            <a:off x="2982240" y="332403"/>
            <a:ext cx="6227519" cy="575600"/>
          </a:xfrm>
          <a:prstGeom prst="rect">
            <a:avLst/>
          </a:prstGeom>
          <a:noFill/>
          <a:ln>
            <a:noFill/>
          </a:ln>
        </p:spPr>
        <p:txBody>
          <a:bodyPr spcFirstLastPara="1" wrap="square" lIns="45733" tIns="22867" rIns="45733" bIns="22867" anchor="t" anchorCtr="0">
            <a:noAutofit/>
          </a:bodyPr>
          <a:lstStyle/>
          <a:p>
            <a:pPr algn="ctr"/>
            <a:r>
              <a:rPr lang="en-GB" sz="3067" b="1" dirty="0">
                <a:solidFill>
                  <a:schemeClr val="bg1"/>
                </a:solidFill>
                <a:latin typeface="Poppins"/>
                <a:ea typeface="Poppins"/>
                <a:cs typeface="Poppins"/>
                <a:sym typeface="Poppins"/>
              </a:rPr>
              <a:t>MILESTONES</a:t>
            </a:r>
            <a:endParaRPr sz="667" dirty="0">
              <a:solidFill>
                <a:schemeClr val="bg1"/>
              </a:solidFill>
            </a:endParaRPr>
          </a:p>
        </p:txBody>
      </p:sp>
      <p:cxnSp>
        <p:nvCxnSpPr>
          <p:cNvPr id="264" name="Google Shape;264;p33"/>
          <p:cNvCxnSpPr/>
          <p:nvPr/>
        </p:nvCxnSpPr>
        <p:spPr>
          <a:xfrm>
            <a:off x="760611" y="3255619"/>
            <a:ext cx="10670800" cy="0"/>
          </a:xfrm>
          <a:prstGeom prst="straightConnector1">
            <a:avLst/>
          </a:prstGeom>
          <a:noFill/>
          <a:ln w="38100" cap="flat" cmpd="sng">
            <a:solidFill>
              <a:schemeClr val="bg1"/>
            </a:solidFill>
            <a:prstDash val="solid"/>
            <a:miter lim="800000"/>
            <a:headEnd type="none" w="sm" len="sm"/>
            <a:tailEnd type="none" w="sm" len="sm"/>
          </a:ln>
        </p:spPr>
      </p:cxnSp>
      <p:cxnSp>
        <p:nvCxnSpPr>
          <p:cNvPr id="265" name="Google Shape;265;p33"/>
          <p:cNvCxnSpPr/>
          <p:nvPr/>
        </p:nvCxnSpPr>
        <p:spPr>
          <a:xfrm>
            <a:off x="760611" y="4727163"/>
            <a:ext cx="10670800" cy="0"/>
          </a:xfrm>
          <a:prstGeom prst="straightConnector1">
            <a:avLst/>
          </a:prstGeom>
          <a:noFill/>
          <a:ln w="38100" cap="flat" cmpd="sng">
            <a:solidFill>
              <a:schemeClr val="bg1"/>
            </a:solidFill>
            <a:prstDash val="solid"/>
            <a:miter lim="800000"/>
            <a:headEnd type="none" w="sm" len="sm"/>
            <a:tailEnd type="none" w="sm" len="sm"/>
          </a:ln>
        </p:spPr>
      </p:cxnSp>
      <p:cxnSp>
        <p:nvCxnSpPr>
          <p:cNvPr id="266" name="Google Shape;266;p33"/>
          <p:cNvCxnSpPr/>
          <p:nvPr/>
        </p:nvCxnSpPr>
        <p:spPr>
          <a:xfrm>
            <a:off x="760611" y="1663700"/>
            <a:ext cx="10670800" cy="0"/>
          </a:xfrm>
          <a:prstGeom prst="straightConnector1">
            <a:avLst/>
          </a:prstGeom>
          <a:noFill/>
          <a:ln w="38100" cap="flat" cmpd="sng">
            <a:solidFill>
              <a:schemeClr val="bg1"/>
            </a:solidFill>
            <a:prstDash val="solid"/>
            <a:miter lim="800000"/>
            <a:headEnd type="none" w="sm" len="sm"/>
            <a:tailEnd type="none" w="sm" len="sm"/>
          </a:ln>
        </p:spPr>
      </p:cxnSp>
      <p:sp>
        <p:nvSpPr>
          <p:cNvPr id="267" name="Google Shape;267;p33"/>
          <p:cNvSpPr/>
          <p:nvPr/>
        </p:nvSpPr>
        <p:spPr>
          <a:xfrm>
            <a:off x="3676432"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8" name="Google Shape;268;p33"/>
          <p:cNvSpPr txBox="1"/>
          <p:nvPr/>
        </p:nvSpPr>
        <p:spPr>
          <a:xfrm>
            <a:off x="3769731" y="1422552"/>
            <a:ext cx="3892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Dec</a:t>
            </a:r>
            <a:endParaRPr sz="1067">
              <a:solidFill>
                <a:schemeClr val="bg1"/>
              </a:solidFill>
            </a:endParaRPr>
          </a:p>
        </p:txBody>
      </p:sp>
      <p:sp>
        <p:nvSpPr>
          <p:cNvPr id="269" name="Google Shape;269;p33"/>
          <p:cNvSpPr/>
          <p:nvPr/>
        </p:nvSpPr>
        <p:spPr>
          <a:xfrm>
            <a:off x="5034097"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0" name="Google Shape;270;p33"/>
          <p:cNvSpPr txBox="1"/>
          <p:nvPr/>
        </p:nvSpPr>
        <p:spPr>
          <a:xfrm>
            <a:off x="5134211" y="1422552"/>
            <a:ext cx="3752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Jan</a:t>
            </a:r>
            <a:endParaRPr sz="533">
              <a:solidFill>
                <a:schemeClr val="bg1"/>
              </a:solidFill>
            </a:endParaRPr>
          </a:p>
        </p:txBody>
      </p:sp>
      <p:sp>
        <p:nvSpPr>
          <p:cNvPr id="271" name="Google Shape;271;p33"/>
          <p:cNvSpPr/>
          <p:nvPr/>
        </p:nvSpPr>
        <p:spPr>
          <a:xfrm>
            <a:off x="6391764"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2" name="Google Shape;272;p33"/>
          <p:cNvSpPr txBox="1"/>
          <p:nvPr/>
        </p:nvSpPr>
        <p:spPr>
          <a:xfrm>
            <a:off x="6477847" y="1422552"/>
            <a:ext cx="4036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Feb</a:t>
            </a:r>
            <a:endParaRPr sz="1067">
              <a:solidFill>
                <a:schemeClr val="bg1"/>
              </a:solidFill>
            </a:endParaRPr>
          </a:p>
        </p:txBody>
      </p:sp>
      <p:sp>
        <p:nvSpPr>
          <p:cNvPr id="273" name="Google Shape;273;p33"/>
          <p:cNvSpPr/>
          <p:nvPr/>
        </p:nvSpPr>
        <p:spPr>
          <a:xfrm>
            <a:off x="7749429"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4" name="Google Shape;274;p33"/>
          <p:cNvSpPr txBox="1"/>
          <p:nvPr/>
        </p:nvSpPr>
        <p:spPr>
          <a:xfrm>
            <a:off x="7849141" y="1422552"/>
            <a:ext cx="3760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Mar</a:t>
            </a:r>
            <a:endParaRPr sz="1067">
              <a:solidFill>
                <a:schemeClr val="bg1"/>
              </a:solidFill>
            </a:endParaRPr>
          </a:p>
        </p:txBody>
      </p:sp>
      <p:sp>
        <p:nvSpPr>
          <p:cNvPr id="275" name="Google Shape;275;p33"/>
          <p:cNvSpPr/>
          <p:nvPr/>
        </p:nvSpPr>
        <p:spPr>
          <a:xfrm>
            <a:off x="9107096"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6" name="Google Shape;276;p33"/>
          <p:cNvSpPr txBox="1"/>
          <p:nvPr/>
        </p:nvSpPr>
        <p:spPr>
          <a:xfrm>
            <a:off x="9177545" y="1422552"/>
            <a:ext cx="4348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Apr</a:t>
            </a:r>
            <a:endParaRPr sz="1067">
              <a:solidFill>
                <a:schemeClr val="bg1"/>
              </a:solidFill>
            </a:endParaRPr>
          </a:p>
        </p:txBody>
      </p:sp>
      <p:sp>
        <p:nvSpPr>
          <p:cNvPr id="277" name="Google Shape;277;p33"/>
          <p:cNvSpPr/>
          <p:nvPr/>
        </p:nvSpPr>
        <p:spPr>
          <a:xfrm>
            <a:off x="10464761"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8" name="Google Shape;278;p33"/>
          <p:cNvSpPr txBox="1"/>
          <p:nvPr/>
        </p:nvSpPr>
        <p:spPr>
          <a:xfrm>
            <a:off x="10550761" y="1391851"/>
            <a:ext cx="403600" cy="2924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May</a:t>
            </a:r>
            <a:endParaRPr sz="1067">
              <a:solidFill>
                <a:schemeClr val="bg1"/>
              </a:solidFill>
            </a:endParaRPr>
          </a:p>
        </p:txBody>
      </p:sp>
      <p:sp>
        <p:nvSpPr>
          <p:cNvPr id="279" name="Google Shape;279;p33"/>
          <p:cNvSpPr txBox="1"/>
          <p:nvPr/>
        </p:nvSpPr>
        <p:spPr>
          <a:xfrm>
            <a:off x="1412033" y="2685479"/>
            <a:ext cx="1222000" cy="2924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Software</a:t>
            </a:r>
            <a:endParaRPr sz="667">
              <a:solidFill>
                <a:schemeClr val="bg1"/>
              </a:solidFill>
            </a:endParaRPr>
          </a:p>
        </p:txBody>
      </p:sp>
      <p:sp>
        <p:nvSpPr>
          <p:cNvPr id="280" name="Google Shape;280;p33"/>
          <p:cNvSpPr txBox="1"/>
          <p:nvPr/>
        </p:nvSpPr>
        <p:spPr>
          <a:xfrm>
            <a:off x="1131033" y="5672103"/>
            <a:ext cx="1784000" cy="5756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Machine Learning</a:t>
            </a:r>
            <a:endParaRPr sz="667">
              <a:solidFill>
                <a:schemeClr val="bg1"/>
              </a:solidFill>
            </a:endParaRPr>
          </a:p>
        </p:txBody>
      </p:sp>
      <p:sp>
        <p:nvSpPr>
          <p:cNvPr id="281" name="Google Shape;281;p33"/>
          <p:cNvSpPr txBox="1"/>
          <p:nvPr/>
        </p:nvSpPr>
        <p:spPr>
          <a:xfrm>
            <a:off x="1177633" y="4206484"/>
            <a:ext cx="1690800" cy="2924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Hardware</a:t>
            </a:r>
            <a:endParaRPr sz="667">
              <a:solidFill>
                <a:schemeClr val="bg1"/>
              </a:solidFill>
            </a:endParaRPr>
          </a:p>
        </p:txBody>
      </p:sp>
      <p:sp>
        <p:nvSpPr>
          <p:cNvPr id="282" name="Google Shape;282;p33"/>
          <p:cNvSpPr/>
          <p:nvPr/>
        </p:nvSpPr>
        <p:spPr>
          <a:xfrm>
            <a:off x="3322925"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UX/UI Design</a:t>
            </a:r>
            <a:endParaRPr sz="2400">
              <a:solidFill>
                <a:schemeClr val="bg1"/>
              </a:solidFill>
              <a:latin typeface="Lato Light"/>
              <a:ea typeface="Lato Light"/>
              <a:cs typeface="Lato Light"/>
              <a:sym typeface="Lato Light"/>
            </a:endParaRPr>
          </a:p>
        </p:txBody>
      </p:sp>
      <p:sp>
        <p:nvSpPr>
          <p:cNvPr id="283" name="Google Shape;283;p33"/>
          <p:cNvSpPr/>
          <p:nvPr/>
        </p:nvSpPr>
        <p:spPr>
          <a:xfrm>
            <a:off x="7395923" y="2785095"/>
            <a:ext cx="1282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User Login</a:t>
            </a:r>
            <a:endParaRPr sz="2400">
              <a:solidFill>
                <a:schemeClr val="bg1"/>
              </a:solidFill>
              <a:latin typeface="Lato Light"/>
              <a:ea typeface="Lato Light"/>
              <a:cs typeface="Lato Light"/>
              <a:sym typeface="Lato Light"/>
            </a:endParaRPr>
          </a:p>
        </p:txBody>
      </p:sp>
      <p:sp>
        <p:nvSpPr>
          <p:cNvPr id="284" name="Google Shape;284;p33"/>
          <p:cNvSpPr/>
          <p:nvPr/>
        </p:nvSpPr>
        <p:spPr>
          <a:xfrm>
            <a:off x="3322925" y="3377439"/>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Specifications</a:t>
            </a:r>
            <a:endParaRPr sz="2400">
              <a:solidFill>
                <a:schemeClr val="bg1"/>
              </a:solidFill>
              <a:latin typeface="Lato Light"/>
              <a:ea typeface="Lato Light"/>
              <a:cs typeface="Lato Light"/>
              <a:sym typeface="Lato Light"/>
            </a:endParaRPr>
          </a:p>
        </p:txBody>
      </p:sp>
      <p:sp>
        <p:nvSpPr>
          <p:cNvPr id="285" name="Google Shape;285;p33"/>
          <p:cNvSpPr/>
          <p:nvPr/>
        </p:nvSpPr>
        <p:spPr>
          <a:xfrm>
            <a:off x="4680500" y="3377433"/>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Clr>
                <a:schemeClr val="lt1"/>
              </a:buClr>
              <a:buSzPts val="800"/>
            </a:pPr>
            <a:r>
              <a:rPr lang="en-GB" sz="1067">
                <a:solidFill>
                  <a:schemeClr val="bg1"/>
                </a:solidFill>
                <a:latin typeface="Lato"/>
                <a:ea typeface="Lato"/>
                <a:cs typeface="Lato"/>
                <a:sym typeface="Lato"/>
              </a:rPr>
              <a:t>Sourcing</a:t>
            </a:r>
            <a:endParaRPr sz="1867">
              <a:solidFill>
                <a:schemeClr val="bg1"/>
              </a:solidFill>
              <a:latin typeface="Lato Light"/>
              <a:ea typeface="Lato Light"/>
              <a:cs typeface="Lato Light"/>
              <a:sym typeface="Lato Light"/>
            </a:endParaRPr>
          </a:p>
        </p:txBody>
      </p:sp>
      <p:sp>
        <p:nvSpPr>
          <p:cNvPr id="286" name="Google Shape;286;p33"/>
          <p:cNvSpPr/>
          <p:nvPr/>
        </p:nvSpPr>
        <p:spPr>
          <a:xfrm>
            <a:off x="3322925" y="4849885"/>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Database Design</a:t>
            </a:r>
            <a:endParaRPr sz="2400">
              <a:solidFill>
                <a:schemeClr val="bg1"/>
              </a:solidFill>
              <a:latin typeface="Lato Light"/>
              <a:ea typeface="Lato Light"/>
              <a:cs typeface="Lato Light"/>
              <a:sym typeface="Lato Light"/>
            </a:endParaRPr>
          </a:p>
        </p:txBody>
      </p:sp>
      <p:sp>
        <p:nvSpPr>
          <p:cNvPr id="287" name="Google Shape;287;p33"/>
          <p:cNvSpPr/>
          <p:nvPr/>
        </p:nvSpPr>
        <p:spPr>
          <a:xfrm>
            <a:off x="3322723" y="2361565"/>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dirty="0">
                <a:solidFill>
                  <a:schemeClr val="bg1"/>
                </a:solidFill>
                <a:latin typeface="Lato"/>
                <a:ea typeface="Lato"/>
                <a:cs typeface="Lato"/>
                <a:sym typeface="Lato"/>
              </a:rPr>
              <a:t>Front-end Dashboard </a:t>
            </a:r>
            <a:endParaRPr sz="2400" dirty="0">
              <a:solidFill>
                <a:schemeClr val="bg1"/>
              </a:solidFill>
              <a:latin typeface="Lato Light"/>
              <a:ea typeface="Lato Light"/>
              <a:cs typeface="Lato Light"/>
              <a:sym typeface="Lato Light"/>
            </a:endParaRPr>
          </a:p>
        </p:txBody>
      </p:sp>
      <p:sp>
        <p:nvSpPr>
          <p:cNvPr id="288" name="Google Shape;288;p33"/>
          <p:cNvSpPr/>
          <p:nvPr/>
        </p:nvSpPr>
        <p:spPr>
          <a:xfrm>
            <a:off x="4680341" y="2785100"/>
            <a:ext cx="2640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Cloud Configuration</a:t>
            </a:r>
            <a:endParaRPr sz="2400">
              <a:solidFill>
                <a:schemeClr val="bg1"/>
              </a:solidFill>
              <a:latin typeface="Lato Light"/>
              <a:ea typeface="Lato Light"/>
              <a:cs typeface="Lato Light"/>
              <a:sym typeface="Lato Light"/>
            </a:endParaRPr>
          </a:p>
        </p:txBody>
      </p:sp>
      <p:sp>
        <p:nvSpPr>
          <p:cNvPr id="289" name="Google Shape;289;p33"/>
          <p:cNvSpPr/>
          <p:nvPr/>
        </p:nvSpPr>
        <p:spPr>
          <a:xfrm>
            <a:off x="7395923" y="2351987"/>
            <a:ext cx="26408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Feature #1 Development</a:t>
            </a:r>
            <a:endParaRPr sz="2400">
              <a:solidFill>
                <a:schemeClr val="bg1"/>
              </a:solidFill>
              <a:latin typeface="Lato Light"/>
              <a:ea typeface="Lato Light"/>
              <a:cs typeface="Lato Light"/>
              <a:sym typeface="Lato Light"/>
            </a:endParaRPr>
          </a:p>
        </p:txBody>
      </p:sp>
      <p:sp>
        <p:nvSpPr>
          <p:cNvPr id="290" name="Google Shape;290;p33"/>
          <p:cNvSpPr/>
          <p:nvPr/>
        </p:nvSpPr>
        <p:spPr>
          <a:xfrm>
            <a:off x="10111256" y="2351987"/>
            <a:ext cx="1282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Feature #2</a:t>
            </a:r>
            <a:endParaRPr sz="2400">
              <a:solidFill>
                <a:schemeClr val="bg1"/>
              </a:solidFill>
              <a:latin typeface="Lato Light"/>
              <a:ea typeface="Lato Light"/>
              <a:cs typeface="Lato Light"/>
              <a:sym typeface="Lato Light"/>
            </a:endParaRPr>
          </a:p>
        </p:txBody>
      </p:sp>
      <p:sp>
        <p:nvSpPr>
          <p:cNvPr id="291" name="Google Shape;291;p33"/>
          <p:cNvSpPr/>
          <p:nvPr/>
        </p:nvSpPr>
        <p:spPr>
          <a:xfrm>
            <a:off x="8753588" y="2785095"/>
            <a:ext cx="1282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APIs</a:t>
            </a:r>
            <a:endParaRPr sz="2400">
              <a:solidFill>
                <a:schemeClr val="bg1"/>
              </a:solidFill>
              <a:latin typeface="Lato Light"/>
              <a:ea typeface="Lato Light"/>
              <a:cs typeface="Lato Light"/>
              <a:sym typeface="Lato Light"/>
            </a:endParaRPr>
          </a:p>
        </p:txBody>
      </p:sp>
      <p:sp>
        <p:nvSpPr>
          <p:cNvPr id="292" name="Google Shape;292;p33"/>
          <p:cNvSpPr/>
          <p:nvPr/>
        </p:nvSpPr>
        <p:spPr>
          <a:xfrm>
            <a:off x="4680512" y="5284805"/>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Clr>
                <a:schemeClr val="dk2"/>
              </a:buClr>
              <a:buSzPts val="800"/>
            </a:pPr>
            <a:r>
              <a:rPr lang="en-GB" sz="1067">
                <a:solidFill>
                  <a:schemeClr val="bg1"/>
                </a:solidFill>
                <a:latin typeface="Lato"/>
                <a:ea typeface="Lato"/>
                <a:cs typeface="Lato"/>
                <a:sym typeface="Lato"/>
              </a:rPr>
              <a:t>Model Development</a:t>
            </a:r>
            <a:endParaRPr sz="1867">
              <a:solidFill>
                <a:schemeClr val="bg1"/>
              </a:solidFill>
              <a:latin typeface="Lato Light"/>
              <a:ea typeface="Lato Light"/>
              <a:cs typeface="Lato Light"/>
              <a:sym typeface="Lato Light"/>
            </a:endParaRPr>
          </a:p>
        </p:txBody>
      </p:sp>
      <p:sp>
        <p:nvSpPr>
          <p:cNvPr id="293" name="Google Shape;293;p33"/>
          <p:cNvSpPr/>
          <p:nvPr/>
        </p:nvSpPr>
        <p:spPr>
          <a:xfrm>
            <a:off x="6038301" y="4849885"/>
            <a:ext cx="53556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Data Collection</a:t>
            </a:r>
            <a:endParaRPr sz="2400">
              <a:solidFill>
                <a:schemeClr val="bg1"/>
              </a:solidFill>
              <a:latin typeface="Lato Light"/>
              <a:ea typeface="Lato Light"/>
              <a:cs typeface="Lato Light"/>
              <a:sym typeface="Lato Light"/>
            </a:endParaRPr>
          </a:p>
        </p:txBody>
      </p:sp>
      <p:pic>
        <p:nvPicPr>
          <p:cNvPr id="294" name="Google Shape;294;p33"/>
          <p:cNvPicPr preferRelativeResize="0"/>
          <p:nvPr/>
        </p:nvPicPr>
        <p:blipFill>
          <a:blip r:embed="rId3">
            <a:alphaModFix/>
            <a:duotone>
              <a:schemeClr val="bg2">
                <a:shade val="45000"/>
                <a:satMod val="135000"/>
              </a:schemeClr>
              <a:prstClr val="white"/>
            </a:duotone>
          </a:blip>
          <a:stretch>
            <a:fillRect/>
          </a:stretch>
        </p:blipFill>
        <p:spPr>
          <a:xfrm>
            <a:off x="1651033" y="3538779"/>
            <a:ext cx="744000" cy="733804"/>
          </a:xfrm>
          <a:prstGeom prst="rect">
            <a:avLst/>
          </a:prstGeom>
          <a:noFill/>
          <a:ln>
            <a:noFill/>
          </a:ln>
        </p:spPr>
      </p:pic>
      <p:pic>
        <p:nvPicPr>
          <p:cNvPr id="295" name="Google Shape;295;p33"/>
          <p:cNvPicPr preferRelativeResize="0"/>
          <p:nvPr/>
        </p:nvPicPr>
        <p:blipFill>
          <a:blip r:embed="rId4">
            <a:alphaModFix/>
            <a:duotone>
              <a:schemeClr val="bg2">
                <a:shade val="45000"/>
                <a:satMod val="135000"/>
              </a:schemeClr>
              <a:prstClr val="white"/>
            </a:duotone>
          </a:blip>
          <a:stretch>
            <a:fillRect/>
          </a:stretch>
        </p:blipFill>
        <p:spPr>
          <a:xfrm>
            <a:off x="1651036" y="4924402"/>
            <a:ext cx="744001" cy="743999"/>
          </a:xfrm>
          <a:prstGeom prst="rect">
            <a:avLst/>
          </a:prstGeom>
          <a:noFill/>
          <a:ln>
            <a:noFill/>
          </a:ln>
        </p:spPr>
      </p:pic>
      <p:sp>
        <p:nvSpPr>
          <p:cNvPr id="296" name="Google Shape;296;p33"/>
          <p:cNvSpPr/>
          <p:nvPr/>
        </p:nvSpPr>
        <p:spPr>
          <a:xfrm>
            <a:off x="7395992"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 Improvements</a:t>
            </a:r>
            <a:endParaRPr sz="2400">
              <a:solidFill>
                <a:schemeClr val="bg1"/>
              </a:solidFill>
              <a:latin typeface="Lato Light"/>
              <a:ea typeface="Lato Light"/>
              <a:cs typeface="Lato Light"/>
              <a:sym typeface="Lato Light"/>
            </a:endParaRPr>
          </a:p>
        </p:txBody>
      </p:sp>
      <p:sp>
        <p:nvSpPr>
          <p:cNvPr id="297" name="Google Shape;297;p33"/>
          <p:cNvSpPr/>
          <p:nvPr/>
        </p:nvSpPr>
        <p:spPr>
          <a:xfrm>
            <a:off x="10111325"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 Improvements</a:t>
            </a:r>
            <a:endParaRPr sz="1067">
              <a:solidFill>
                <a:schemeClr val="bg1"/>
              </a:solidFill>
              <a:latin typeface="Lato"/>
              <a:ea typeface="Lato"/>
              <a:cs typeface="Lato"/>
              <a:sym typeface="Lato"/>
            </a:endParaRPr>
          </a:p>
        </p:txBody>
      </p:sp>
      <p:sp>
        <p:nvSpPr>
          <p:cNvPr id="298" name="Google Shape;298;p33"/>
          <p:cNvSpPr/>
          <p:nvPr/>
        </p:nvSpPr>
        <p:spPr>
          <a:xfrm>
            <a:off x="6038155" y="5719700"/>
            <a:ext cx="53556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Model Training</a:t>
            </a:r>
            <a:endParaRPr sz="1867">
              <a:solidFill>
                <a:schemeClr val="bg1"/>
              </a:solidFill>
              <a:latin typeface="Lato Light"/>
              <a:ea typeface="Lato Light"/>
              <a:cs typeface="Lato Light"/>
              <a:sym typeface="Lato Light"/>
            </a:endParaRPr>
          </a:p>
        </p:txBody>
      </p:sp>
      <p:sp>
        <p:nvSpPr>
          <p:cNvPr id="299" name="Google Shape;299;p33"/>
          <p:cNvSpPr/>
          <p:nvPr/>
        </p:nvSpPr>
        <p:spPr>
          <a:xfrm>
            <a:off x="7395828" y="5284800"/>
            <a:ext cx="3994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Model Deployment</a:t>
            </a:r>
            <a:endParaRPr sz="1867">
              <a:solidFill>
                <a:schemeClr val="bg1"/>
              </a:solidFill>
              <a:latin typeface="Lato Light"/>
              <a:ea typeface="Lato Light"/>
              <a:cs typeface="Lato Light"/>
              <a:sym typeface="Lato Light"/>
            </a:endParaRPr>
          </a:p>
        </p:txBody>
      </p:sp>
      <p:sp>
        <p:nvSpPr>
          <p:cNvPr id="300" name="Google Shape;300;p33"/>
          <p:cNvSpPr/>
          <p:nvPr/>
        </p:nvSpPr>
        <p:spPr>
          <a:xfrm>
            <a:off x="4680500" y="3821800"/>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Lab Assembly</a:t>
            </a:r>
            <a:endParaRPr sz="1867">
              <a:solidFill>
                <a:schemeClr val="bg1"/>
              </a:solidFill>
              <a:latin typeface="Lato Light"/>
              <a:ea typeface="Lato Light"/>
              <a:cs typeface="Lato Light"/>
              <a:sym typeface="Lato Light"/>
            </a:endParaRPr>
          </a:p>
        </p:txBody>
      </p:sp>
      <p:sp>
        <p:nvSpPr>
          <p:cNvPr id="301" name="Google Shape;301;p33"/>
          <p:cNvSpPr/>
          <p:nvPr/>
        </p:nvSpPr>
        <p:spPr>
          <a:xfrm>
            <a:off x="6037967" y="4274484"/>
            <a:ext cx="26408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On-site Assembly</a:t>
            </a:r>
            <a:endParaRPr sz="1867">
              <a:solidFill>
                <a:schemeClr val="bg1"/>
              </a:solidFill>
              <a:latin typeface="Lato Light"/>
              <a:ea typeface="Lato Light"/>
              <a:cs typeface="Lato Light"/>
              <a:sym typeface="Lato Light"/>
            </a:endParaRPr>
          </a:p>
        </p:txBody>
      </p:sp>
      <p:sp>
        <p:nvSpPr>
          <p:cNvPr id="302" name="Google Shape;302;p33"/>
          <p:cNvSpPr/>
          <p:nvPr/>
        </p:nvSpPr>
        <p:spPr>
          <a:xfrm>
            <a:off x="7395845" y="3821811"/>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Lab Testing</a:t>
            </a:r>
            <a:endParaRPr sz="1867">
              <a:solidFill>
                <a:schemeClr val="bg1"/>
              </a:solidFill>
              <a:latin typeface="Lato Light"/>
              <a:ea typeface="Lato Light"/>
              <a:cs typeface="Lato Light"/>
              <a:sym typeface="Lato Light"/>
            </a:endParaRPr>
          </a:p>
        </p:txBody>
      </p:sp>
      <p:sp>
        <p:nvSpPr>
          <p:cNvPr id="303" name="Google Shape;303;p33"/>
          <p:cNvSpPr/>
          <p:nvPr/>
        </p:nvSpPr>
        <p:spPr>
          <a:xfrm>
            <a:off x="8753612" y="4274495"/>
            <a:ext cx="2640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On-site Testing</a:t>
            </a:r>
            <a:endParaRPr sz="1867">
              <a:solidFill>
                <a:schemeClr val="bg1"/>
              </a:solidFill>
              <a:latin typeface="Lato Light"/>
              <a:ea typeface="Lato Light"/>
              <a:cs typeface="Lato Light"/>
              <a:sym typeface="Lato Light"/>
            </a:endParaRPr>
          </a:p>
        </p:txBody>
      </p:sp>
      <p:pic>
        <p:nvPicPr>
          <p:cNvPr id="304" name="Google Shape;304;p33"/>
          <p:cNvPicPr preferRelativeResize="0"/>
          <p:nvPr/>
        </p:nvPicPr>
        <p:blipFill>
          <a:blip r:embed="rId5">
            <a:alphaModFix/>
            <a:duotone>
              <a:schemeClr val="bg2">
                <a:shade val="45000"/>
                <a:satMod val="135000"/>
              </a:schemeClr>
              <a:prstClr val="white"/>
            </a:duotone>
          </a:blip>
          <a:stretch>
            <a:fillRect/>
          </a:stretch>
        </p:blipFill>
        <p:spPr>
          <a:xfrm>
            <a:off x="1651036" y="1941455"/>
            <a:ext cx="744001" cy="744028"/>
          </a:xfrm>
          <a:prstGeom prst="rect">
            <a:avLst/>
          </a:prstGeom>
          <a:noFill/>
          <a:ln>
            <a:noFill/>
          </a:ln>
        </p:spPr>
      </p:pic>
      <p:sp>
        <p:nvSpPr>
          <p:cNvPr id="50" name="Slide Number Placeholder 4">
            <a:extLst>
              <a:ext uri="{FF2B5EF4-FFF2-40B4-BE49-F238E27FC236}">
                <a16:creationId xmlns:a16="http://schemas.microsoft.com/office/drawing/2014/main" id="{6BD5D73F-7A0F-394A-A198-71E36F7694B2}"/>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t>13</a:t>
            </a:fld>
            <a:endParaRPr lang="ar-LY" dirty="0"/>
          </a:p>
        </p:txBody>
      </p:sp>
    </p:spTree>
    <p:extLst>
      <p:ext uri="{BB962C8B-B14F-4D97-AF65-F5344CB8AC3E}">
        <p14:creationId xmlns:p14="http://schemas.microsoft.com/office/powerpoint/2010/main" val="193669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8" name="Google Shape;998;p188"/>
          <p:cNvSpPr/>
          <p:nvPr/>
        </p:nvSpPr>
        <p:spPr>
          <a:xfrm>
            <a:off x="-20000" y="-16200"/>
            <a:ext cx="12232000" cy="6890400"/>
          </a:xfrm>
          <a:prstGeom prst="rect">
            <a:avLst/>
          </a:prstGeom>
          <a:solidFill>
            <a:srgbClr val="003876">
              <a:alpha val="75280"/>
            </a:srgbClr>
          </a:solidFill>
          <a:ln>
            <a:noFill/>
          </a:ln>
        </p:spPr>
        <p:txBody>
          <a:bodyPr spcFirstLastPara="1" wrap="square" lIns="121900" tIns="121900" rIns="121900" bIns="121900" anchor="ctr" anchorCtr="0">
            <a:noAutofit/>
          </a:bodyPr>
          <a:lstStyle/>
          <a:p>
            <a:endParaRPr sz="2400"/>
          </a:p>
        </p:txBody>
      </p:sp>
      <p:sp>
        <p:nvSpPr>
          <p:cNvPr id="999" name="Google Shape;999;p188"/>
          <p:cNvSpPr/>
          <p:nvPr/>
        </p:nvSpPr>
        <p:spPr>
          <a:xfrm>
            <a:off x="-45700" y="4993433"/>
            <a:ext cx="12257600" cy="18764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nvGrpSpPr>
          <p:cNvPr id="1003" name="Google Shape;1003;p188"/>
          <p:cNvGrpSpPr/>
          <p:nvPr/>
        </p:nvGrpSpPr>
        <p:grpSpPr>
          <a:xfrm>
            <a:off x="7914145" y="3177500"/>
            <a:ext cx="2127600" cy="3680500"/>
            <a:chOff x="532275" y="2383150"/>
            <a:chExt cx="1595400" cy="2760375"/>
          </a:xfrm>
        </p:grpSpPr>
        <p:sp>
          <p:nvSpPr>
            <p:cNvPr id="1005" name="Google Shape;1005;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dirty="0"/>
            </a:p>
          </p:txBody>
        </p:sp>
        <p:sp>
          <p:nvSpPr>
            <p:cNvPr id="1004" name="Google Shape;1004;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dirty="0"/>
            </a:p>
          </p:txBody>
        </p:sp>
      </p:grpSp>
      <p:grpSp>
        <p:nvGrpSpPr>
          <p:cNvPr id="1006" name="Google Shape;1006;p188"/>
          <p:cNvGrpSpPr/>
          <p:nvPr/>
        </p:nvGrpSpPr>
        <p:grpSpPr>
          <a:xfrm>
            <a:off x="2149761" y="3177500"/>
            <a:ext cx="2127200" cy="3680500"/>
            <a:chOff x="532275" y="2383150"/>
            <a:chExt cx="1595400" cy="2760375"/>
          </a:xfrm>
        </p:grpSpPr>
        <p:sp>
          <p:nvSpPr>
            <p:cNvPr id="1007" name="Google Shape;1007;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a:p>
          </p:txBody>
        </p:sp>
        <p:sp>
          <p:nvSpPr>
            <p:cNvPr id="1008" name="Google Shape;1008;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sp>
        <p:nvSpPr>
          <p:cNvPr id="1009" name="Google Shape;1009;p188"/>
          <p:cNvSpPr txBox="1"/>
          <p:nvPr/>
        </p:nvSpPr>
        <p:spPr>
          <a:xfrm>
            <a:off x="2006645" y="5028464"/>
            <a:ext cx="2409600"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CA" sz="2000" dirty="0">
                <a:solidFill>
                  <a:schemeClr val="dk1"/>
                </a:solidFill>
                <a:latin typeface="Lato"/>
                <a:ea typeface="Lato"/>
                <a:cs typeface="Lato"/>
                <a:sym typeface="Lato"/>
              </a:rPr>
              <a:t>Ivan </a:t>
            </a:r>
            <a:r>
              <a:rPr lang="en" sz="2000" dirty="0">
                <a:solidFill>
                  <a:schemeClr val="dk1"/>
                </a:solidFill>
                <a:latin typeface="Lato"/>
                <a:ea typeface="Lato"/>
                <a:cs typeface="Lato"/>
                <a:sym typeface="Lato"/>
              </a:rPr>
              <a:t>Damnjanovi</a:t>
            </a:r>
            <a:r>
              <a:rPr lang="en" sz="2000" dirty="0">
                <a:latin typeface="Lato"/>
                <a:ea typeface="Lato"/>
                <a:cs typeface="Lato"/>
                <a:sym typeface="Lato"/>
              </a:rPr>
              <a:t>ć</a:t>
            </a:r>
            <a:endParaRPr sz="2000" dirty="0">
              <a:solidFill>
                <a:schemeClr val="dk1"/>
              </a:solidFill>
              <a:latin typeface="Lato"/>
              <a:ea typeface="Lato"/>
              <a:cs typeface="Lato"/>
              <a:sym typeface="Lato"/>
            </a:endParaRPr>
          </a:p>
          <a:p>
            <a:pPr algn="ctr">
              <a:buClr>
                <a:srgbClr val="000000"/>
              </a:buClr>
              <a:buSzPts val="1000"/>
            </a:pPr>
            <a:r>
              <a:rPr lang="en" sz="1333" i="1" dirty="0">
                <a:solidFill>
                  <a:schemeClr val="dk1"/>
                </a:solidFill>
                <a:latin typeface="Lato"/>
                <a:ea typeface="Lato"/>
                <a:cs typeface="Lato"/>
                <a:sym typeface="Lato"/>
              </a:rPr>
              <a:t>Product Development</a:t>
            </a:r>
            <a:endParaRPr sz="1333" i="1" dirty="0">
              <a:solidFill>
                <a:schemeClr val="dk1"/>
              </a:solidFill>
              <a:latin typeface="Lato"/>
              <a:ea typeface="Lato"/>
              <a:cs typeface="Lato"/>
              <a:sym typeface="Lato"/>
            </a:endParaRPr>
          </a:p>
        </p:txBody>
      </p:sp>
      <p:sp>
        <p:nvSpPr>
          <p:cNvPr id="1010" name="Google Shape;1010;p188"/>
          <p:cNvSpPr txBox="1"/>
          <p:nvPr/>
        </p:nvSpPr>
        <p:spPr>
          <a:xfrm>
            <a:off x="7771512" y="5028292"/>
            <a:ext cx="2409600"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CA" sz="2000" dirty="0">
                <a:latin typeface="Lato"/>
                <a:ea typeface="Lato"/>
                <a:cs typeface="Lato"/>
                <a:sym typeface="Lato"/>
              </a:rPr>
              <a:t>TBD</a:t>
            </a:r>
            <a:endParaRPr sz="2000" dirty="0">
              <a:latin typeface="Lato"/>
              <a:ea typeface="Lato"/>
              <a:cs typeface="Lato"/>
              <a:sym typeface="Lato"/>
            </a:endParaRPr>
          </a:p>
          <a:p>
            <a:pPr algn="ctr">
              <a:buClr>
                <a:srgbClr val="000000"/>
              </a:buClr>
              <a:buSzPts val="1000"/>
            </a:pPr>
            <a:r>
              <a:rPr lang="en" sz="1333" i="1" dirty="0">
                <a:latin typeface="Lato"/>
                <a:ea typeface="Lato"/>
                <a:cs typeface="Lato"/>
                <a:sym typeface="Lato"/>
              </a:rPr>
              <a:t>Market Development</a:t>
            </a:r>
            <a:endParaRPr sz="1333" i="1" dirty="0">
              <a:latin typeface="Lato"/>
              <a:ea typeface="Lato"/>
              <a:cs typeface="Lato"/>
              <a:sym typeface="Lato"/>
            </a:endParaRPr>
          </a:p>
        </p:txBody>
      </p:sp>
      <p:grpSp>
        <p:nvGrpSpPr>
          <p:cNvPr id="1013" name="Google Shape;1013;p188"/>
          <p:cNvGrpSpPr/>
          <p:nvPr/>
        </p:nvGrpSpPr>
        <p:grpSpPr>
          <a:xfrm>
            <a:off x="5030294" y="3177500"/>
            <a:ext cx="2127200" cy="3680500"/>
            <a:chOff x="532275" y="2383150"/>
            <a:chExt cx="1595400" cy="2760375"/>
          </a:xfrm>
        </p:grpSpPr>
        <p:sp>
          <p:nvSpPr>
            <p:cNvPr id="1014" name="Google Shape;1014;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a:p>
          </p:txBody>
        </p:sp>
        <p:sp>
          <p:nvSpPr>
            <p:cNvPr id="1015" name="Google Shape;1015;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sp>
        <p:nvSpPr>
          <p:cNvPr id="1016" name="Google Shape;1016;p188"/>
          <p:cNvSpPr txBox="1"/>
          <p:nvPr/>
        </p:nvSpPr>
        <p:spPr>
          <a:xfrm>
            <a:off x="4710764" y="5061564"/>
            <a:ext cx="2856749"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 sz="2000" dirty="0">
                <a:solidFill>
                  <a:schemeClr val="dk1"/>
                </a:solidFill>
                <a:latin typeface="Lato"/>
                <a:ea typeface="Lato"/>
                <a:cs typeface="Lato"/>
                <a:sym typeface="Lato"/>
              </a:rPr>
              <a:t>[Third party]</a:t>
            </a:r>
            <a:endParaRPr lang="en" sz="1333" i="1" dirty="0">
              <a:solidFill>
                <a:schemeClr val="dk1"/>
              </a:solidFill>
              <a:latin typeface="Lato"/>
              <a:ea typeface="Lato"/>
              <a:cs typeface="Lato"/>
              <a:sym typeface="Lato"/>
            </a:endParaRPr>
          </a:p>
          <a:p>
            <a:pPr algn="ctr">
              <a:buClr>
                <a:srgbClr val="000000"/>
              </a:buClr>
              <a:buSzPts val="1000"/>
            </a:pPr>
            <a:r>
              <a:rPr lang="en" sz="1333" i="1" dirty="0">
                <a:solidFill>
                  <a:schemeClr val="dk1"/>
                </a:solidFill>
                <a:latin typeface="Lato"/>
                <a:ea typeface="Lato"/>
                <a:cs typeface="Lato"/>
                <a:sym typeface="Lato"/>
              </a:rPr>
              <a:t>Corporate Development</a:t>
            </a:r>
            <a:endParaRPr sz="2000" dirty="0">
              <a:solidFill>
                <a:schemeClr val="dk1"/>
              </a:solidFill>
              <a:latin typeface="Lato"/>
              <a:ea typeface="Lato"/>
              <a:cs typeface="Lato"/>
              <a:sym typeface="Lato"/>
            </a:endParaRPr>
          </a:p>
        </p:txBody>
      </p:sp>
      <p:sp>
        <p:nvSpPr>
          <p:cNvPr id="1020" name="Google Shape;1020;p188"/>
          <p:cNvSpPr txBox="1"/>
          <p:nvPr/>
        </p:nvSpPr>
        <p:spPr>
          <a:xfrm>
            <a:off x="1784000" y="1227126"/>
            <a:ext cx="8624000" cy="1367883"/>
          </a:xfrm>
          <a:prstGeom prst="rect">
            <a:avLst/>
          </a:prstGeom>
          <a:noFill/>
          <a:ln>
            <a:noFill/>
          </a:ln>
        </p:spPr>
        <p:txBody>
          <a:bodyPr spcFirstLastPara="1" wrap="square" lIns="91433" tIns="45700" rIns="91433" bIns="45700" anchor="t" anchorCtr="0">
            <a:noAutofit/>
          </a:bodyPr>
          <a:lstStyle/>
          <a:p>
            <a:pPr algn="ctr">
              <a:lnSpc>
                <a:spcPct val="115000"/>
              </a:lnSpc>
              <a:buClr>
                <a:schemeClr val="dk1"/>
              </a:buClr>
              <a:buSzPts val="1100"/>
            </a:pPr>
            <a:r>
              <a:rPr lang="en" sz="2400" dirty="0">
                <a:solidFill>
                  <a:srgbClr val="FFFFFF"/>
                </a:solidFill>
                <a:latin typeface="Lato"/>
                <a:ea typeface="Lato"/>
                <a:cs typeface="Lato"/>
                <a:sym typeface="Lato"/>
              </a:rPr>
              <a:t>An international team consisting of experienced entrepreneurs, engineers, and management consultants with a </a:t>
            </a:r>
            <a:r>
              <a:rPr lang="en" sz="2400" dirty="0">
                <a:solidFill>
                  <a:srgbClr val="FFFFFF"/>
                </a:solidFill>
                <a:latin typeface="Lato Black"/>
                <a:ea typeface="Lato Black"/>
                <a:cs typeface="Lato Black"/>
                <a:sym typeface="Lato Black"/>
              </a:rPr>
              <a:t>wealth of experience across major markets.</a:t>
            </a:r>
            <a:endParaRPr sz="2400" dirty="0">
              <a:solidFill>
                <a:srgbClr val="FFFFFF"/>
              </a:solidFill>
              <a:latin typeface="Lato"/>
              <a:ea typeface="Lato"/>
              <a:cs typeface="Lato"/>
              <a:sym typeface="Lato"/>
            </a:endParaRPr>
          </a:p>
        </p:txBody>
      </p:sp>
      <p:sp>
        <p:nvSpPr>
          <p:cNvPr id="1025" name="Google Shape;1025;p188"/>
          <p:cNvSpPr txBox="1"/>
          <p:nvPr/>
        </p:nvSpPr>
        <p:spPr>
          <a:xfrm>
            <a:off x="1784000" y="6232656"/>
            <a:ext cx="2878540"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200" dirty="0">
                <a:solidFill>
                  <a:srgbClr val="434343"/>
                </a:solidFill>
                <a:latin typeface="Lato"/>
                <a:ea typeface="Lato"/>
                <a:cs typeface="Lato"/>
                <a:sym typeface="Lato"/>
              </a:rPr>
              <a:t>Computer Science Master’s Student</a:t>
            </a:r>
          </a:p>
          <a:p>
            <a:pPr algn="ctr">
              <a:lnSpc>
                <a:spcPct val="115000"/>
              </a:lnSpc>
              <a:buClr>
                <a:srgbClr val="000000"/>
              </a:buClr>
              <a:buSzPts val="800"/>
            </a:pPr>
            <a:r>
              <a:rPr lang="en-CA" sz="1200" dirty="0">
                <a:solidFill>
                  <a:srgbClr val="434343"/>
                </a:solidFill>
                <a:latin typeface="Lato"/>
                <a:ea typeface="Lato"/>
                <a:cs typeface="Lato"/>
                <a:sym typeface="Lato"/>
              </a:rPr>
              <a:t>NUS (Singapore)</a:t>
            </a:r>
          </a:p>
          <a:p>
            <a:pPr algn="ctr">
              <a:lnSpc>
                <a:spcPct val="115000"/>
              </a:lnSpc>
              <a:buClr>
                <a:srgbClr val="000000"/>
              </a:buClr>
              <a:buSzPts val="800"/>
            </a:pPr>
            <a:endParaRPr lang="en-CA" sz="1200" dirty="0">
              <a:solidFill>
                <a:srgbClr val="434343"/>
              </a:solidFill>
              <a:latin typeface="Lato"/>
              <a:ea typeface="Lato"/>
              <a:cs typeface="Lato"/>
              <a:sym typeface="Lato"/>
            </a:endParaRPr>
          </a:p>
        </p:txBody>
      </p:sp>
      <p:sp>
        <p:nvSpPr>
          <p:cNvPr id="1027" name="Google Shape;1027;p188"/>
          <p:cNvSpPr txBox="1"/>
          <p:nvPr/>
        </p:nvSpPr>
        <p:spPr>
          <a:xfrm>
            <a:off x="4475229" y="6232656"/>
            <a:ext cx="3234916"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200" dirty="0">
                <a:solidFill>
                  <a:srgbClr val="434343"/>
                </a:solidFill>
                <a:latin typeface="Lato"/>
                <a:ea typeface="Lato"/>
                <a:cs typeface="Lato"/>
                <a:sym typeface="Lato"/>
              </a:rPr>
              <a:t>Raised over $23M for ventures in highly regulated industries in Canada &amp; EU</a:t>
            </a:r>
          </a:p>
        </p:txBody>
      </p:sp>
      <p:sp>
        <p:nvSpPr>
          <p:cNvPr id="38" name="TextBox 37">
            <a:extLst>
              <a:ext uri="{FF2B5EF4-FFF2-40B4-BE49-F238E27FC236}">
                <a16:creationId xmlns:a16="http://schemas.microsoft.com/office/drawing/2014/main" id="{E21BC74C-6746-EE44-8DD1-B654F88D5537}"/>
              </a:ext>
            </a:extLst>
          </p:cNvPr>
          <p:cNvSpPr txBox="1"/>
          <p:nvPr/>
        </p:nvSpPr>
        <p:spPr>
          <a:xfrm>
            <a:off x="3582331" y="279116"/>
            <a:ext cx="5027339" cy="830997"/>
          </a:xfrm>
          <a:prstGeom prst="rect">
            <a:avLst/>
          </a:prstGeom>
          <a:noFill/>
        </p:spPr>
        <p:txBody>
          <a:bodyPr wrap="square" rtlCol="1">
            <a:spAutoFit/>
          </a:bodyPr>
          <a:lstStyle/>
          <a:p>
            <a:pPr algn="ctr"/>
            <a:r>
              <a:rPr lang="en-US" sz="4800" dirty="0">
                <a:solidFill>
                  <a:schemeClr val="bg1"/>
                </a:solidFill>
                <a:latin typeface="Poppins" panose="00000500000000000000" pitchFamily="2" charset="0"/>
                <a:cs typeface="Poppins" panose="00000500000000000000" pitchFamily="2" charset="0"/>
              </a:rPr>
              <a:t>Ambient Systems</a:t>
            </a:r>
          </a:p>
        </p:txBody>
      </p:sp>
      <p:pic>
        <p:nvPicPr>
          <p:cNvPr id="40" name="Picture 39" descr="A person wearing a suit and tie&#10;&#10;Description automatically generated">
            <a:extLst>
              <a:ext uri="{FF2B5EF4-FFF2-40B4-BE49-F238E27FC236}">
                <a16:creationId xmlns:a16="http://schemas.microsoft.com/office/drawing/2014/main" id="{4A6ADEA3-092C-034C-9118-B0DBE8B5B9EA}"/>
              </a:ext>
            </a:extLst>
          </p:cNvPr>
          <p:cNvPicPr>
            <a:picLocks noChangeAspect="1"/>
          </p:cNvPicPr>
          <p:nvPr/>
        </p:nvPicPr>
        <p:blipFill rotWithShape="1">
          <a:blip r:embed="rId3">
            <a:extLst>
              <a:ext uri="{28A0092B-C50C-407E-A947-70E740481C1C}">
                <a14:useLocalDpi xmlns:a14="http://schemas.microsoft.com/office/drawing/2010/main" val="0"/>
              </a:ext>
            </a:extLst>
          </a:blip>
          <a:srcRect l="19917" t="15556" r="16758" b="29126"/>
          <a:stretch/>
        </p:blipFill>
        <p:spPr>
          <a:xfrm>
            <a:off x="2421758" y="3344442"/>
            <a:ext cx="1603024" cy="1620000"/>
          </a:xfrm>
          <a:prstGeom prst="ellipse">
            <a:avLst/>
          </a:prstGeom>
          <a:ln w="12700" cap="rnd">
            <a:solidFill>
              <a:schemeClr val="bg1"/>
            </a:solidFill>
          </a:ln>
          <a:effectLst/>
          <a:scene3d>
            <a:camera prst="orthographicFront"/>
            <a:lightRig rig="contrasting" dir="t">
              <a:rot lat="0" lon="0" rev="3000000"/>
            </a:lightRig>
          </a:scene3d>
          <a:sp3d contourW="7620">
            <a:bevelT w="95250" h="31750"/>
            <a:contourClr>
              <a:srgbClr val="333333"/>
            </a:contourClr>
          </a:sp3d>
        </p:spPr>
      </p:pic>
      <p:pic>
        <p:nvPicPr>
          <p:cNvPr id="41" name="Picture 40">
            <a:extLst>
              <a:ext uri="{FF2B5EF4-FFF2-40B4-BE49-F238E27FC236}">
                <a16:creationId xmlns:a16="http://schemas.microsoft.com/office/drawing/2014/main" id="{84F26CD3-A82B-2A4C-A37B-048221E753B3}"/>
              </a:ext>
            </a:extLst>
          </p:cNvPr>
          <p:cNvPicPr>
            <a:picLocks noChangeAspect="1"/>
          </p:cNvPicPr>
          <p:nvPr/>
        </p:nvPicPr>
        <p:blipFill>
          <a:blip r:embed="rId4"/>
          <a:stretch>
            <a:fillRect/>
          </a:stretch>
        </p:blipFill>
        <p:spPr>
          <a:xfrm>
            <a:off x="5329137" y="3344442"/>
            <a:ext cx="1620000" cy="1620000"/>
          </a:xfrm>
          <a:prstGeom prst="ellipse">
            <a:avLst/>
          </a:prstGeom>
          <a:ln w="12700" cap="rnd">
            <a:solidFill>
              <a:schemeClr val="bg1"/>
            </a:solidFill>
          </a:ln>
          <a:effectLst/>
          <a:scene3d>
            <a:camera prst="orthographicFront"/>
            <a:lightRig rig="contrasting" dir="t">
              <a:rot lat="0" lon="0" rev="3000000"/>
            </a:lightRig>
          </a:scene3d>
          <a:sp3d contourW="7620">
            <a:bevelT w="95250" h="31750"/>
            <a:contourClr>
              <a:srgbClr val="333333"/>
            </a:contourClr>
          </a:sp3d>
        </p:spPr>
      </p:pic>
      <p:pic>
        <p:nvPicPr>
          <p:cNvPr id="6" name="Picture 5" descr="Icon&#10;&#10;Description automatically generated">
            <a:extLst>
              <a:ext uri="{FF2B5EF4-FFF2-40B4-BE49-F238E27FC236}">
                <a16:creationId xmlns:a16="http://schemas.microsoft.com/office/drawing/2014/main" id="{00D12B80-307F-0640-87D0-7A5E7162F1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4042" y="5519793"/>
            <a:ext cx="828000" cy="828000"/>
          </a:xfrm>
          <a:prstGeom prst="rect">
            <a:avLst/>
          </a:prstGeom>
        </p:spPr>
      </p:pic>
      <p:pic>
        <p:nvPicPr>
          <p:cNvPr id="8" name="Picture 7" descr="Icon&#10;&#10;Description automatically generated">
            <a:extLst>
              <a:ext uri="{FF2B5EF4-FFF2-40B4-BE49-F238E27FC236}">
                <a16:creationId xmlns:a16="http://schemas.microsoft.com/office/drawing/2014/main" id="{12AE1ED3-5D1B-FB4D-A727-57DA39310E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83448" y="5519793"/>
            <a:ext cx="828000" cy="828000"/>
          </a:xfrm>
          <a:prstGeom prst="rect">
            <a:avLst/>
          </a:prstGeom>
        </p:spPr>
      </p:pic>
      <p:sp>
        <p:nvSpPr>
          <p:cNvPr id="2" name="Oval 1">
            <a:extLst>
              <a:ext uri="{FF2B5EF4-FFF2-40B4-BE49-F238E27FC236}">
                <a16:creationId xmlns:a16="http://schemas.microsoft.com/office/drawing/2014/main" id="{3FB4609F-9DB0-7846-9537-304B63E4281E}"/>
              </a:ext>
            </a:extLst>
          </p:cNvPr>
          <p:cNvSpPr/>
          <p:nvPr/>
        </p:nvSpPr>
        <p:spPr>
          <a:xfrm>
            <a:off x="8214190" y="3390882"/>
            <a:ext cx="1620000" cy="162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slow" p14:dur="1600">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A9A674A-E934-41FC-A6B0-B25E4FB57122}"/>
              </a:ext>
            </a:extLst>
          </p:cNvPr>
          <p:cNvSpPr txBox="1"/>
          <p:nvPr/>
        </p:nvSpPr>
        <p:spPr>
          <a:xfrm>
            <a:off x="6146062" y="669570"/>
            <a:ext cx="5945855" cy="3970318"/>
          </a:xfrm>
          <a:prstGeom prst="rect">
            <a:avLst/>
          </a:prstGeom>
          <a:noFill/>
        </p:spPr>
        <p:txBody>
          <a:bodyPr wrap="square" rtlCol="0">
            <a:spAutoFit/>
          </a:bodyPr>
          <a:lstStyle/>
          <a:p>
            <a:r>
              <a:rPr lang="en-US" sz="2800" spc="-151" dirty="0">
                <a:solidFill>
                  <a:schemeClr val="bg1"/>
                </a:solidFill>
                <a:ea typeface="Montserrat" charset="0"/>
                <a:cs typeface="Montserrat" charset="0"/>
              </a:rPr>
              <a:t>Summary</a:t>
            </a:r>
          </a:p>
          <a:p>
            <a:endParaRPr lang="en-US" sz="2800" spc="-151" dirty="0">
              <a:solidFill>
                <a:schemeClr val="bg1"/>
              </a:solidFill>
              <a:ea typeface="Montserrat" charset="0"/>
              <a:cs typeface="Montserrat" charset="0"/>
            </a:endParaRPr>
          </a:p>
          <a:p>
            <a:endParaRPr lang="en-US" sz="2800" spc="-151" dirty="0">
              <a:solidFill>
                <a:schemeClr val="bg1"/>
              </a:solidFill>
              <a:ea typeface="Montserrat" charset="0"/>
              <a:cs typeface="Montserrat" charset="0"/>
            </a:endParaRPr>
          </a:p>
          <a:p>
            <a:pPr marL="514338" indent="-514338">
              <a:buAutoNum type="arabicPeriod"/>
            </a:pPr>
            <a:r>
              <a:rPr lang="en-US" sz="2400" spc="-151" dirty="0">
                <a:solidFill>
                  <a:schemeClr val="bg1"/>
                </a:solidFill>
                <a:ea typeface="Montserrat" charset="0"/>
                <a:cs typeface="Montserrat" charset="0"/>
              </a:rPr>
              <a:t>Ambient has identified a product-market fit as a smart-building technology provider for indoor farms.</a:t>
            </a:r>
          </a:p>
          <a:p>
            <a:pPr marL="514338" indent="-514338">
              <a:buAutoNum type="arabicPeriod"/>
            </a:pPr>
            <a:r>
              <a:rPr lang="en-US" sz="2400" spc="-151" dirty="0">
                <a:solidFill>
                  <a:schemeClr val="bg1"/>
                </a:solidFill>
                <a:ea typeface="Montserrat" charset="0"/>
                <a:cs typeface="Montserrat" charset="0"/>
              </a:rPr>
              <a:t>Developed a competitive offering and IP through hardware-software co-design </a:t>
            </a:r>
          </a:p>
          <a:p>
            <a:pPr marL="514338" indent="-514338">
              <a:buAutoNum type="arabicPeriod"/>
            </a:pPr>
            <a:r>
              <a:rPr lang="en-US" sz="2400" spc="-151" dirty="0">
                <a:solidFill>
                  <a:schemeClr val="bg1"/>
                </a:solidFill>
                <a:ea typeface="Montserrat" charset="0"/>
                <a:cs typeface="Montserrat" charset="0"/>
              </a:rPr>
              <a:t>Asking for $100k seed funding to expand customer base.</a:t>
            </a:r>
          </a:p>
        </p:txBody>
      </p:sp>
      <p:pic>
        <p:nvPicPr>
          <p:cNvPr id="3" name="Picture Placeholder 2">
            <a:extLst>
              <a:ext uri="{FF2B5EF4-FFF2-40B4-BE49-F238E27FC236}">
                <a16:creationId xmlns:a16="http://schemas.microsoft.com/office/drawing/2014/main" id="{07EFB5AD-E5F6-C14F-BA4C-304D7107331E}"/>
              </a:ext>
            </a:extLst>
          </p:cNvPr>
          <p:cNvPicPr>
            <a:picLocks noGrp="1" noChangeAspect="1"/>
          </p:cNvPicPr>
          <p:nvPr>
            <p:ph type="pic" sz="quarter" idx="10"/>
          </p:nvPr>
        </p:nvPicPr>
        <p:blipFill rotWithShape="1">
          <a:blip r:embed="rId3" cstate="email">
            <a:alphaModFix amt="70000"/>
            <a:extLst>
              <a:ext uri="{BEBA8EAE-BF5A-486C-A8C5-ECC9F3942E4B}">
                <a14:imgProps xmlns:a14="http://schemas.microsoft.com/office/drawing/2010/main">
                  <a14:imgLayer r:embed="rId4">
                    <a14:imgEffect>
                      <a14:backgroundRemoval t="9984" b="99192" l="1573" r="99428">
                        <a14:foregroundMark x1="4804" y1="43937" x2="4804" y2="43937"/>
                        <a14:foregroundMark x1="6548" y1="48909" x2="6548" y2="48909"/>
                        <a14:foregroundMark x1="6548" y1="52829" x2="6548" y2="52829"/>
                        <a14:foregroundMark x1="6177" y1="34074" x2="6177" y2="78011"/>
                        <a14:foregroundMark x1="6177" y1="78011" x2="6177" y2="78011"/>
                        <a14:foregroundMark x1="1287" y1="26192" x2="1659" y2="87389"/>
                        <a14:foregroundMark x1="1659" y1="87389" x2="1659" y2="87389"/>
                        <a14:foregroundMark x1="94881" y1="87874" x2="94881" y2="42967"/>
                        <a14:foregroundMark x1="94881" y1="42967" x2="94881" y2="42967"/>
                        <a14:foregroundMark x1="94538" y1="37025" x2="94538" y2="37025"/>
                        <a14:foregroundMark x1="91393" y1="53314" x2="91393" y2="53314"/>
                        <a14:foregroundMark x1="79868" y1="64673" x2="92422" y2="87874"/>
                        <a14:foregroundMark x1="92422" y1="87874" x2="92422" y2="87874"/>
                        <a14:foregroundMark x1="944" y1="21746" x2="94166" y2="90340"/>
                        <a14:foregroundMark x1="94166" y1="90340" x2="94166" y2="90340"/>
                        <a14:foregroundMark x1="45296" y1="94301" x2="45296" y2="94301"/>
                        <a14:foregroundMark x1="57878" y1="93331" x2="57878" y2="93331"/>
                        <a14:foregroundMark x1="99428" y1="92320" x2="99428" y2="49879"/>
                        <a14:foregroundMark x1="99428" y1="49879" x2="99428" y2="49879"/>
                        <a14:foregroundMark x1="99428" y1="37551" x2="99428" y2="37551"/>
                        <a14:foregroundMark x1="99428" y1="72595" x2="99428" y2="72595"/>
                        <a14:foregroundMark x1="96626" y1="87389" x2="96626" y2="87389"/>
                        <a14:foregroundMark x1="57163" y1="94786" x2="57163" y2="94786"/>
                        <a14:foregroundMark x1="42494" y1="94786" x2="42494" y2="94786"/>
                        <a14:foregroundMark x1="2002" y1="97777" x2="2002" y2="97777"/>
                        <a14:foregroundMark x1="62396" y1="88884" x2="62396" y2="88884"/>
                        <a14:foregroundMark x1="45639" y1="99232" x2="45639" y2="99232"/>
                        <a14:foregroundMark x1="62053" y1="93331" x2="62053" y2="93331"/>
                        <a14:foregroundMark x1="49128" y1="94301" x2="49128" y2="94301"/>
                        <a14:foregroundMark x1="45982" y1="96766" x2="45982" y2="96766"/>
                        <a14:backgroundMark x1="35173" y1="17785" x2="35173" y2="17785"/>
                      </a14:backgroundRemoval>
                    </a14:imgEffect>
                  </a14:imgLayer>
                </a14:imgProps>
              </a:ext>
              <a:ext uri="{28A0092B-C50C-407E-A947-70E740481C1C}">
                <a14:useLocalDpi xmlns:a14="http://schemas.microsoft.com/office/drawing/2010/main"/>
              </a:ext>
            </a:extLst>
          </a:blip>
          <a:srcRect t="-1887"/>
          <a:stretch/>
        </p:blipFill>
        <p:spPr>
          <a:xfrm>
            <a:off x="0" y="2500840"/>
            <a:ext cx="6045938" cy="4357160"/>
          </a:xfrm>
        </p:spPr>
      </p:pic>
      <p:sp>
        <p:nvSpPr>
          <p:cNvPr id="2" name="TextBox 1">
            <a:extLst>
              <a:ext uri="{FF2B5EF4-FFF2-40B4-BE49-F238E27FC236}">
                <a16:creationId xmlns:a16="http://schemas.microsoft.com/office/drawing/2014/main" id="{CF37EA23-0A53-A743-A330-CC3D675EF4E3}"/>
              </a:ext>
            </a:extLst>
          </p:cNvPr>
          <p:cNvSpPr txBox="1"/>
          <p:nvPr/>
        </p:nvSpPr>
        <p:spPr>
          <a:xfrm>
            <a:off x="6146062" y="6188430"/>
            <a:ext cx="5483963" cy="369332"/>
          </a:xfrm>
          <a:prstGeom prst="rect">
            <a:avLst/>
          </a:prstGeom>
          <a:noFill/>
        </p:spPr>
        <p:txBody>
          <a:bodyPr wrap="square" rtlCol="0">
            <a:spAutoFit/>
          </a:bodyPr>
          <a:lstStyle/>
          <a:p>
            <a:r>
              <a:rPr lang="en-US" dirty="0">
                <a:solidFill>
                  <a:schemeClr val="bg1"/>
                </a:solidFill>
              </a:rPr>
              <a:t>Contact: </a:t>
            </a:r>
            <a:r>
              <a:rPr lang="en-US" dirty="0" err="1">
                <a:solidFill>
                  <a:schemeClr val="bg1"/>
                </a:solidFill>
              </a:rPr>
              <a:t>ivan@ambientsystems.ai</a:t>
            </a:r>
            <a:endParaRPr lang="en-US" dirty="0">
              <a:solidFill>
                <a:schemeClr val="bg1"/>
              </a:solidFill>
            </a:endParaRPr>
          </a:p>
        </p:txBody>
      </p:sp>
    </p:spTree>
    <p:extLst>
      <p:ext uri="{BB962C8B-B14F-4D97-AF65-F5344CB8AC3E}">
        <p14:creationId xmlns:p14="http://schemas.microsoft.com/office/powerpoint/2010/main" val="[redacted]"/>
      </p:ext>
    </p:extLst>
  </p:cSld>
  <p:clrMapOvr>
    <a:masterClrMapping/>
  </p:clrMapOvr>
</p:sld>
</file>

<file path=ppt/theme/theme1.xml><?xml version="1.0" encoding="utf-8"?>
<a:theme xmlns:a="http://schemas.openxmlformats.org/drawingml/2006/main" name="Office Theme">
  <a:themeElements>
    <a:clrScheme name="Blockchain 1 Dark">
      <a:dk1>
        <a:srgbClr val="010A1D"/>
      </a:dk1>
      <a:lt1>
        <a:srgbClr val="FFFFFF"/>
      </a:lt1>
      <a:dk2>
        <a:srgbClr val="02153C"/>
      </a:dk2>
      <a:lt2>
        <a:srgbClr val="F9F9F9"/>
      </a:lt2>
      <a:accent1>
        <a:srgbClr val="542EF6"/>
      </a:accent1>
      <a:accent2>
        <a:srgbClr val="6E67F9"/>
      </a:accent2>
      <a:accent3>
        <a:srgbClr val="5D89F8"/>
      </a:accent3>
      <a:accent4>
        <a:srgbClr val="3796F8"/>
      </a:accent4>
      <a:accent5>
        <a:srgbClr val="4BAAF8"/>
      </a:accent5>
      <a:accent6>
        <a:srgbClr val="28C8F8"/>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7452</TotalTime>
  <Words>1364</Words>
  <Application>Microsoft Macintosh PowerPoint</Application>
  <PresentationFormat>Widescreen</PresentationFormat>
  <Paragraphs>270</Paragraphs>
  <Slides>16</Slides>
  <Notes>15</Notes>
  <HiddenSlides>0</HiddenSlides>
  <MMClips>1</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16</vt:i4>
      </vt:variant>
    </vt:vector>
  </HeadingPairs>
  <TitlesOfParts>
    <vt:vector size="30" baseType="lpstr">
      <vt:lpstr>Arial</vt:lpstr>
      <vt:lpstr>Calibri</vt:lpstr>
      <vt:lpstr>Calibri Light</vt:lpstr>
      <vt:lpstr>Cantarell</vt:lpstr>
      <vt:lpstr>Cantarell bold</vt:lpstr>
      <vt:lpstr>Garamond</vt:lpstr>
      <vt:lpstr>Lato</vt:lpstr>
      <vt:lpstr>Lato Black</vt:lpstr>
      <vt:lpstr>Lato Light</vt:lpstr>
      <vt:lpstr>Poppins</vt:lpstr>
      <vt:lpstr>Poppins Medium</vt:lpstr>
      <vt:lpstr>Source Sans Pro</vt:lpstr>
      <vt:lpstr>Times New Roman</vt:lpstr>
      <vt:lpstr>Office Theme</vt:lpstr>
      <vt:lpstr>PowerPoint Presentation</vt:lpstr>
      <vt:lpstr>PowerPoint Presentation</vt:lpstr>
      <vt:lpstr>Indoor Farming Opportunity  Vertical Farming is a rapidly growing industry with 24% CAGR*.  Asia-Pacific is a global leader in vertical farming with market value of &gt;$350M.  Clear need from several farm operators in Singapore.</vt:lpstr>
      <vt:lpstr>The Urban Farmer’s Dilemma</vt:lpstr>
      <vt:lpstr>PowerPoint Presentation</vt:lpstr>
      <vt:lpstr>PowerPoint Presentation</vt:lpstr>
      <vt:lpstr>Automation Engine Neural Network based on Building Science </vt:lpstr>
      <vt:lpstr>Intellectual Property</vt:lpstr>
      <vt:lpstr>Competitive Landscape</vt:lpstr>
      <vt:lpstr>Competitive Benchmark</vt:lpstr>
      <vt:lpstr>Innovative Revenue Model </vt:lpstr>
      <vt:lpstr>Customer Traction</vt:lpstr>
      <vt:lpstr>Financials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ns0:coreProperties xmlns:ns0="http://schemas.openxmlformats.org/package/2006/metadata/core-properties" xmlns:ns1="http://purl.org/dc/terms/" xmlns:xsi="http://www.w3.org/2001/XMLSchema-instance">
  <ns0:revision>418</ns0:revision>
  <ns1:created xsi:type="dcterms:W3CDTF">2019-07-24T15:42:33Z</ns1:created>
  <ns1:modified xsi:type="dcterms:W3CDTF">2020-11-17T13:33:22Z</ns1:modified>
</ns0:coreProperties>
</file>