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[redacted]" r:id="rId1"/>
  </p:sldMasterIdLst>
  <p:notesMasterIdLst>
    <p:notesMasterId r:id="rId3"/>
  </p:notesMasterIdLst>
  <p:handoutMasterIdLst>
    <p:handoutMasterId r:id="rId4"/>
  </p:handoutMasterIdLst>
  <p:sldIdLst>
    <p:sldId id="341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 Damnjanovic" initials="ID" lastIdx="1" clrIdx="0">
    <p:extLst>
      <p:ext uri="{19B8F6BF-5375-455C-9EA6-DF929625EA0E}">
        <p15:presenceInfo xmlns:p15="http://schemas.microsoft.com/office/powerpoint/2012/main" userId="ac64187cd8522d9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432C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0AFB3-9C64-2C40-9851-368314BC2594}" v="205" dt="2020-08-18T12:25:56.344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20" autoAdjust="0"/>
    <p:restoredTop sz="92857"/>
  </p:normalViewPr>
  <p:slideViewPr>
    <p:cSldViewPr snapToGrid="0">
      <p:cViewPr varScale="1">
        <p:scale>
          <a:sx n="88" d="100"/>
          <a:sy n="88" d="100"/>
        </p:scale>
        <p:origin x="107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 dirty="0">
              <a:latin typeface="Garamond" panose="02020404030301010803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C2A53-E32C-4C5E-ADA7-D79FB0BA762E}" type="datetimeFigureOut">
              <a:rPr lang="id-ID" smtClean="0">
                <a:latin typeface="Garamond" panose="02020404030301010803" pitchFamily="18" charset="0"/>
              </a:rPr>
              <a:t>21/08/20</a:t>
            </a:fld>
            <a:endParaRPr lang="id-ID" dirty="0">
              <a:latin typeface="Garamond" panose="02020404030301010803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 dirty="0">
              <a:latin typeface="Garamond" panose="02020404030301010803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80536-9986-4883-89D2-475E07E85C6D}" type="slidenum">
              <a:rPr lang="id-ID" smtClean="0">
                <a:latin typeface="Garamond" panose="02020404030301010803" pitchFamily="18" charset="0"/>
              </a:rPr>
              <a:t>‹#›</a:t>
            </a:fld>
            <a:endParaRPr lang="id-ID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12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aramond" panose="02020404030301010803" pitchFamily="18" charset="0"/>
              </a:defRPr>
            </a:lvl1pPr>
          </a:lstStyle>
          <a:p>
            <a:fld id="{AB470ACA-6663-46EC-B8D9-3B809DFCA7CE}" type="datetimeFigureOut">
              <a:rPr lang="en-US" smtClean="0"/>
              <a:pPr/>
              <a:t>8/21/20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aramond" panose="02020404030301010803" pitchFamily="18" charset="0"/>
              </a:defRPr>
            </a:lvl1pPr>
          </a:lstStyle>
          <a:p>
            <a:fld id="{EDC4E5E3-5945-42E1-95B7-2F0223F6C2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33C4-7ABC-44A7-8649-D87A89DB0F5C}" type="datetimeFigureOut">
              <a:rPr lang="id-ID" smtClean="0"/>
              <a:t>21/08/20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7C5E-6161-46A3-81EF-3D88EA024A6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8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7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4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09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26619" cy="23053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  <p:sldLayoutId id="[redacted]" r:id="rId11"/>
    <p:sldLayoutId id="[redacted]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9B859A-BADF-5F4D-99D5-97BBF9B58955}"/>
              </a:ext>
            </a:extLst>
          </p:cNvPr>
          <p:cNvSpPr/>
          <p:nvPr/>
        </p:nvSpPr>
        <p:spPr>
          <a:xfrm>
            <a:off x="752475" y="1985974"/>
            <a:ext cx="4320000" cy="43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AE432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36EEF-3876-8945-96E6-95622CAACABB}"/>
              </a:ext>
            </a:extLst>
          </p:cNvPr>
          <p:cNvSpPr txBox="1"/>
          <p:nvPr/>
        </p:nvSpPr>
        <p:spPr>
          <a:xfrm>
            <a:off x="2404846" y="163641"/>
            <a:ext cx="74002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6000" spc="-150" dirty="0" err="1">
                <a:latin typeface="Garamond" panose="02020404030301010803" pitchFamily="18" charset="0"/>
                <a:ea typeface="Montserrat" charset="0"/>
                <a:cs typeface="Montserrat" charset="0"/>
              </a:rPr>
              <a:t>Value</a:t>
            </a:r>
            <a:r>
              <a:rPr lang="id-ID" sz="6000" spc="-150" dirty="0">
                <a:latin typeface="Garamond" panose="02020404030301010803" pitchFamily="18" charset="0"/>
                <a:ea typeface="Montserrat" charset="0"/>
                <a:cs typeface="Montserrat" charset="0"/>
              </a:rPr>
              <a:t> </a:t>
            </a:r>
            <a:r>
              <a:rPr lang="id-ID" sz="6000" spc="-150" dirty="0" err="1">
                <a:latin typeface="Garamond" panose="02020404030301010803" pitchFamily="18" charset="0"/>
                <a:ea typeface="Montserrat" charset="0"/>
                <a:cs typeface="Montserrat" charset="0"/>
              </a:rPr>
              <a:t>Proposition</a:t>
            </a:r>
            <a:r>
              <a:rPr lang="id-ID" sz="6000" spc="-150" dirty="0">
                <a:latin typeface="Garamond" panose="02020404030301010803" pitchFamily="18" charset="0"/>
                <a:ea typeface="Montserrat" charset="0"/>
                <a:cs typeface="Montserrat" charset="0"/>
              </a:rPr>
              <a:t> </a:t>
            </a:r>
            <a:r>
              <a:rPr lang="id-ID" sz="6000" spc="-150" dirty="0" err="1">
                <a:latin typeface="Garamond" panose="02020404030301010803" pitchFamily="18" charset="0"/>
                <a:ea typeface="Montserrat" charset="0"/>
                <a:cs typeface="Montserrat" charset="0"/>
              </a:rPr>
              <a:t>Canvas</a:t>
            </a:r>
            <a:endParaRPr lang="en-ID" sz="6000" spc="-150" dirty="0">
              <a:latin typeface="Garamond" panose="02020404030301010803" pitchFamily="18" charset="0"/>
              <a:ea typeface="Montserrat" charset="0"/>
              <a:cs typeface="Montserrat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AFA032-8F61-0847-9D7F-150CD182A505}"/>
              </a:ext>
            </a:extLst>
          </p:cNvPr>
          <p:cNvSpPr/>
          <p:nvPr/>
        </p:nvSpPr>
        <p:spPr>
          <a:xfrm>
            <a:off x="7119527" y="1985974"/>
            <a:ext cx="4320000" cy="432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AE432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AA40163B-95E7-5841-80F7-BCD5835877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2087" y="2258913"/>
            <a:ext cx="648000" cy="648000"/>
          </a:xfrm>
          <a:prstGeom prst="rect">
            <a:avLst/>
          </a:prstGeom>
        </p:spPr>
      </p:pic>
      <p:pic>
        <p:nvPicPr>
          <p:cNvPr id="9" name="Graphic 8" descr="Medicine">
            <a:extLst>
              <a:ext uri="{FF2B5EF4-FFF2-40B4-BE49-F238E27FC236}">
                <a16:creationId xmlns:a16="http://schemas.microsoft.com/office/drawing/2014/main" id="{DB6148F5-92E7-294C-AD65-1F5135D2E9F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1549" y="5595679"/>
            <a:ext cx="586597" cy="586597"/>
          </a:xfrm>
          <a:prstGeom prst="rect">
            <a:avLst/>
          </a:prstGeom>
        </p:spPr>
      </p:pic>
      <p:pic>
        <p:nvPicPr>
          <p:cNvPr id="17" name="Graphic 16" descr="Web design">
            <a:extLst>
              <a:ext uri="{FF2B5EF4-FFF2-40B4-BE49-F238E27FC236}">
                <a16:creationId xmlns:a16="http://schemas.microsoft.com/office/drawing/2014/main" id="{456B14F2-DA53-4C4F-811A-04B61BF22DB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5237" y="3386909"/>
            <a:ext cx="716850" cy="716850"/>
          </a:xfrm>
          <a:prstGeom prst="rect">
            <a:avLst/>
          </a:prstGeom>
        </p:spPr>
      </p:pic>
      <p:pic>
        <p:nvPicPr>
          <p:cNvPr id="19" name="Graphic 18" descr="Smiling face with no fill">
            <a:extLst>
              <a:ext uri="{FF2B5EF4-FFF2-40B4-BE49-F238E27FC236}">
                <a16:creationId xmlns:a16="http://schemas.microsoft.com/office/drawing/2014/main" id="{A8A1A7BF-A29C-E24D-BC38-4B55E8D82A7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1143" y="2319509"/>
            <a:ext cx="580927" cy="580927"/>
          </a:xfrm>
          <a:prstGeom prst="rect">
            <a:avLst/>
          </a:prstGeom>
        </p:spPr>
      </p:pic>
      <p:pic>
        <p:nvPicPr>
          <p:cNvPr id="21" name="Graphic 20" descr="Checklist">
            <a:extLst>
              <a:ext uri="{FF2B5EF4-FFF2-40B4-BE49-F238E27FC236}">
                <a16:creationId xmlns:a16="http://schemas.microsoft.com/office/drawing/2014/main" id="{7CE9D7BA-8C71-F34A-AC59-E74547FF799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35419" y="3480264"/>
            <a:ext cx="649211" cy="64921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38A6B38-7DC8-614C-B2E1-05D613C2C5D0}"/>
              </a:ext>
            </a:extLst>
          </p:cNvPr>
          <p:cNvCxnSpPr>
            <a:cxnSpLocks/>
          </p:cNvCxnSpPr>
          <p:nvPr/>
        </p:nvCxnSpPr>
        <p:spPr>
          <a:xfrm>
            <a:off x="752475" y="1985974"/>
            <a:ext cx="1722642" cy="1663561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811ECD-1F2E-6A45-9587-E8ADBB43CABC}"/>
              </a:ext>
            </a:extLst>
          </p:cNvPr>
          <p:cNvCxnSpPr>
            <a:cxnSpLocks/>
          </p:cNvCxnSpPr>
          <p:nvPr/>
        </p:nvCxnSpPr>
        <p:spPr>
          <a:xfrm flipV="1">
            <a:off x="752473" y="4528962"/>
            <a:ext cx="1722644" cy="1777023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BC629EF-363E-3C4C-8C4A-219750ED277A}"/>
              </a:ext>
            </a:extLst>
          </p:cNvPr>
          <p:cNvCxnSpPr>
            <a:cxnSpLocks/>
          </p:cNvCxnSpPr>
          <p:nvPr/>
        </p:nvCxnSpPr>
        <p:spPr>
          <a:xfrm flipV="1">
            <a:off x="9657598" y="2493386"/>
            <a:ext cx="1055474" cy="117228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D88C6A3-1E22-ED45-B282-40D56034ED72}"/>
              </a:ext>
            </a:extLst>
          </p:cNvPr>
          <p:cNvCxnSpPr>
            <a:cxnSpLocks/>
            <a:endCxn id="5" idx="5"/>
          </p:cNvCxnSpPr>
          <p:nvPr/>
        </p:nvCxnSpPr>
        <p:spPr>
          <a:xfrm>
            <a:off x="9657598" y="4506738"/>
            <a:ext cx="1149280" cy="116658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27129E6-AC25-D344-B30B-AF7CE644E994}"/>
              </a:ext>
            </a:extLst>
          </p:cNvPr>
          <p:cNvGrpSpPr/>
          <p:nvPr/>
        </p:nvGrpSpPr>
        <p:grpSpPr>
          <a:xfrm>
            <a:off x="2475117" y="3671759"/>
            <a:ext cx="874717" cy="864000"/>
            <a:chOff x="2582793" y="3193347"/>
            <a:chExt cx="874717" cy="864000"/>
          </a:xfrm>
        </p:grpSpPr>
        <p:sp>
          <p:nvSpPr>
            <p:cNvPr id="72" name="Graphic 28" descr="Diamond">
              <a:extLst>
                <a:ext uri="{FF2B5EF4-FFF2-40B4-BE49-F238E27FC236}">
                  <a16:creationId xmlns:a16="http://schemas.microsoft.com/office/drawing/2014/main" id="{FDDEAF3D-E24E-7848-94E6-F19AF23275BD}"/>
                </a:ext>
              </a:extLst>
            </p:cNvPr>
            <p:cNvSpPr/>
            <p:nvPr/>
          </p:nvSpPr>
          <p:spPr>
            <a:xfrm>
              <a:off x="2600260" y="3349439"/>
              <a:ext cx="857250" cy="648000"/>
            </a:xfrm>
            <a:custGeom>
              <a:avLst/>
              <a:gdLst>
                <a:gd name="connsiteX0" fmla="*/ 685800 w 857250"/>
                <a:gd name="connsiteY0" fmla="*/ 0 h 647700"/>
                <a:gd name="connsiteX1" fmla="*/ 171450 w 857250"/>
                <a:gd name="connsiteY1" fmla="*/ 0 h 647700"/>
                <a:gd name="connsiteX2" fmla="*/ 0 w 857250"/>
                <a:gd name="connsiteY2" fmla="*/ 219075 h 647700"/>
                <a:gd name="connsiteX3" fmla="*/ 428625 w 857250"/>
                <a:gd name="connsiteY3" fmla="*/ 647700 h 647700"/>
                <a:gd name="connsiteX4" fmla="*/ 428625 w 857250"/>
                <a:gd name="connsiteY4" fmla="*/ 647700 h 647700"/>
                <a:gd name="connsiteX5" fmla="*/ 857250 w 857250"/>
                <a:gd name="connsiteY5" fmla="*/ 219075 h 647700"/>
                <a:gd name="connsiteX6" fmla="*/ 263747 w 857250"/>
                <a:gd name="connsiteY6" fmla="*/ 238125 h 647700"/>
                <a:gd name="connsiteX7" fmla="*/ 388620 w 857250"/>
                <a:gd name="connsiteY7" fmla="*/ 526923 h 647700"/>
                <a:gd name="connsiteX8" fmla="*/ 99822 w 857250"/>
                <a:gd name="connsiteY8" fmla="*/ 238125 h 647700"/>
                <a:gd name="connsiteX9" fmla="*/ 552450 w 857250"/>
                <a:gd name="connsiteY9" fmla="*/ 238125 h 647700"/>
                <a:gd name="connsiteX10" fmla="*/ 428625 w 857250"/>
                <a:gd name="connsiteY10" fmla="*/ 523875 h 647700"/>
                <a:gd name="connsiteX11" fmla="*/ 304800 w 857250"/>
                <a:gd name="connsiteY11" fmla="*/ 238125 h 647700"/>
                <a:gd name="connsiteX12" fmla="*/ 302038 w 857250"/>
                <a:gd name="connsiteY12" fmla="*/ 200025 h 647700"/>
                <a:gd name="connsiteX13" fmla="*/ 345948 w 857250"/>
                <a:gd name="connsiteY13" fmla="*/ 57150 h 647700"/>
                <a:gd name="connsiteX14" fmla="*/ 511302 w 857250"/>
                <a:gd name="connsiteY14" fmla="*/ 57150 h 647700"/>
                <a:gd name="connsiteX15" fmla="*/ 555212 w 857250"/>
                <a:gd name="connsiteY15" fmla="*/ 200025 h 647700"/>
                <a:gd name="connsiteX16" fmla="*/ 593503 w 857250"/>
                <a:gd name="connsiteY16" fmla="*/ 238125 h 647700"/>
                <a:gd name="connsiteX17" fmla="*/ 757333 w 857250"/>
                <a:gd name="connsiteY17" fmla="*/ 238125 h 647700"/>
                <a:gd name="connsiteX18" fmla="*/ 468821 w 857250"/>
                <a:gd name="connsiteY18" fmla="*/ 526637 h 647700"/>
                <a:gd name="connsiteX19" fmla="*/ 769811 w 857250"/>
                <a:gd name="connsiteY19" fmla="*/ 200025 h 647700"/>
                <a:gd name="connsiteX20" fmla="*/ 595122 w 857250"/>
                <a:gd name="connsiteY20" fmla="*/ 200025 h 647700"/>
                <a:gd name="connsiteX21" fmla="*/ 551117 w 857250"/>
                <a:gd name="connsiteY21" fmla="*/ 57150 h 647700"/>
                <a:gd name="connsiteX22" fmla="*/ 657987 w 857250"/>
                <a:gd name="connsiteY22" fmla="*/ 57150 h 647700"/>
                <a:gd name="connsiteX23" fmla="*/ 199263 w 857250"/>
                <a:gd name="connsiteY23" fmla="*/ 57150 h 647700"/>
                <a:gd name="connsiteX24" fmla="*/ 306134 w 857250"/>
                <a:gd name="connsiteY24" fmla="*/ 57150 h 647700"/>
                <a:gd name="connsiteX25" fmla="*/ 262128 w 857250"/>
                <a:gd name="connsiteY25" fmla="*/ 200025 h 647700"/>
                <a:gd name="connsiteX26" fmla="*/ 87440 w 857250"/>
                <a:gd name="connsiteY26" fmla="*/ 200025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57250" h="647700">
                  <a:moveTo>
                    <a:pt x="685800" y="0"/>
                  </a:moveTo>
                  <a:lnTo>
                    <a:pt x="171450" y="0"/>
                  </a:lnTo>
                  <a:lnTo>
                    <a:pt x="0" y="219075"/>
                  </a:lnTo>
                  <a:lnTo>
                    <a:pt x="428625" y="647700"/>
                  </a:lnTo>
                  <a:lnTo>
                    <a:pt x="428625" y="647700"/>
                  </a:lnTo>
                  <a:lnTo>
                    <a:pt x="857250" y="219075"/>
                  </a:lnTo>
                  <a:close/>
                  <a:moveTo>
                    <a:pt x="263747" y="238125"/>
                  </a:moveTo>
                  <a:lnTo>
                    <a:pt x="388620" y="526923"/>
                  </a:lnTo>
                  <a:lnTo>
                    <a:pt x="99822" y="238125"/>
                  </a:lnTo>
                  <a:close/>
                  <a:moveTo>
                    <a:pt x="552450" y="238125"/>
                  </a:moveTo>
                  <a:lnTo>
                    <a:pt x="428625" y="523875"/>
                  </a:lnTo>
                  <a:lnTo>
                    <a:pt x="304800" y="238125"/>
                  </a:lnTo>
                  <a:close/>
                  <a:moveTo>
                    <a:pt x="302038" y="200025"/>
                  </a:moveTo>
                  <a:lnTo>
                    <a:pt x="345948" y="57150"/>
                  </a:lnTo>
                  <a:lnTo>
                    <a:pt x="511302" y="57150"/>
                  </a:lnTo>
                  <a:lnTo>
                    <a:pt x="555212" y="200025"/>
                  </a:lnTo>
                  <a:close/>
                  <a:moveTo>
                    <a:pt x="593503" y="238125"/>
                  </a:moveTo>
                  <a:lnTo>
                    <a:pt x="757333" y="238125"/>
                  </a:lnTo>
                  <a:lnTo>
                    <a:pt x="468821" y="526637"/>
                  </a:lnTo>
                  <a:close/>
                  <a:moveTo>
                    <a:pt x="769811" y="200025"/>
                  </a:moveTo>
                  <a:lnTo>
                    <a:pt x="595122" y="200025"/>
                  </a:lnTo>
                  <a:lnTo>
                    <a:pt x="551117" y="57150"/>
                  </a:lnTo>
                  <a:lnTo>
                    <a:pt x="657987" y="57150"/>
                  </a:lnTo>
                  <a:close/>
                  <a:moveTo>
                    <a:pt x="199263" y="57150"/>
                  </a:moveTo>
                  <a:lnTo>
                    <a:pt x="306134" y="57150"/>
                  </a:lnTo>
                  <a:lnTo>
                    <a:pt x="262128" y="200025"/>
                  </a:lnTo>
                  <a:lnTo>
                    <a:pt x="87440" y="20002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A0EE77A-01AF-2D4F-BDEE-B9F4946D7824}"/>
                </a:ext>
              </a:extLst>
            </p:cNvPr>
            <p:cNvSpPr txBox="1"/>
            <p:nvPr/>
          </p:nvSpPr>
          <p:spPr>
            <a:xfrm>
              <a:off x="2582793" y="3193347"/>
              <a:ext cx="864000" cy="864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6C0D78F-BB83-F144-B909-B3AA4630F555}"/>
              </a:ext>
            </a:extLst>
          </p:cNvPr>
          <p:cNvGrpSpPr/>
          <p:nvPr/>
        </p:nvGrpSpPr>
        <p:grpSpPr>
          <a:xfrm>
            <a:off x="8748253" y="3643045"/>
            <a:ext cx="951151" cy="973779"/>
            <a:chOff x="5885212" y="2593572"/>
            <a:chExt cx="951151" cy="973779"/>
          </a:xfrm>
        </p:grpSpPr>
        <p:pic>
          <p:nvPicPr>
            <p:cNvPr id="27" name="Graphic 26" descr="User">
              <a:extLst>
                <a:ext uri="{FF2B5EF4-FFF2-40B4-BE49-F238E27FC236}">
                  <a16:creationId xmlns:a16="http://schemas.microsoft.com/office/drawing/2014/main" id="{E490467C-42DD-8746-938F-ACACDF12B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885212" y="2616200"/>
              <a:ext cx="951151" cy="951151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255BCE3-E432-E14A-BA9E-8E57582B3869}"/>
                </a:ext>
              </a:extLst>
            </p:cNvPr>
            <p:cNvSpPr/>
            <p:nvPr/>
          </p:nvSpPr>
          <p:spPr>
            <a:xfrm>
              <a:off x="5930557" y="2593572"/>
              <a:ext cx="864000" cy="864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BE6AB5D-7060-0242-BD50-B87EE2AAFF1D}"/>
              </a:ext>
            </a:extLst>
          </p:cNvPr>
          <p:cNvCxnSpPr>
            <a:stCxn id="27" idx="1"/>
          </p:cNvCxnSpPr>
          <p:nvPr/>
        </p:nvCxnSpPr>
        <p:spPr>
          <a:xfrm flipH="1" flipV="1">
            <a:off x="6096000" y="4141248"/>
            <a:ext cx="265225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FB478FC-80A4-5B4C-A102-98C03367ED08}"/>
              </a:ext>
            </a:extLst>
          </p:cNvPr>
          <p:cNvCxnSpPr>
            <a:cxnSpLocks/>
          </p:cNvCxnSpPr>
          <p:nvPr/>
        </p:nvCxnSpPr>
        <p:spPr>
          <a:xfrm flipV="1">
            <a:off x="3349834" y="4141248"/>
            <a:ext cx="2210994" cy="106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B00EBAD8-6936-A843-A026-72DAF9E7B469}"/>
              </a:ext>
            </a:extLst>
          </p:cNvPr>
          <p:cNvSpPr txBox="1"/>
          <p:nvPr/>
        </p:nvSpPr>
        <p:spPr>
          <a:xfrm>
            <a:off x="1833913" y="1996486"/>
            <a:ext cx="13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Gain Creators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E9C5B50-0FDC-B24B-BFD4-AC0ED299BCBB}"/>
              </a:ext>
            </a:extLst>
          </p:cNvPr>
          <p:cNvSpPr txBox="1"/>
          <p:nvPr/>
        </p:nvSpPr>
        <p:spPr>
          <a:xfrm>
            <a:off x="995730" y="3141710"/>
            <a:ext cx="96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Product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8159936-43CE-D243-AD55-491FBDDDDAB3}"/>
              </a:ext>
            </a:extLst>
          </p:cNvPr>
          <p:cNvSpPr txBox="1"/>
          <p:nvPr/>
        </p:nvSpPr>
        <p:spPr>
          <a:xfrm>
            <a:off x="1721916" y="5251589"/>
            <a:ext cx="136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Pain Relievers</a:t>
            </a:r>
          </a:p>
        </p:txBody>
      </p:sp>
      <p:pic>
        <p:nvPicPr>
          <p:cNvPr id="109" name="Graphic 108" descr="Sad face with no fill">
            <a:extLst>
              <a:ext uri="{FF2B5EF4-FFF2-40B4-BE49-F238E27FC236}">
                <a16:creationId xmlns:a16="http://schemas.microsoft.com/office/drawing/2014/main" id="{6D6CDE34-1C79-8649-B9D0-944822B7E345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11579" y="5440825"/>
            <a:ext cx="620054" cy="620054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4247D6E3-EE85-3443-8A8B-24FF2C30709F}"/>
              </a:ext>
            </a:extLst>
          </p:cNvPr>
          <p:cNvSpPr txBox="1"/>
          <p:nvPr/>
        </p:nvSpPr>
        <p:spPr>
          <a:xfrm>
            <a:off x="8854995" y="2060684"/>
            <a:ext cx="733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Gains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35E82D6-AF2B-9346-ACC3-8FE50BDF1DED}"/>
              </a:ext>
            </a:extLst>
          </p:cNvPr>
          <p:cNvSpPr txBox="1"/>
          <p:nvPr/>
        </p:nvSpPr>
        <p:spPr>
          <a:xfrm>
            <a:off x="8911579" y="5146197"/>
            <a:ext cx="620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Pains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A7C46BC-F01D-6141-BD08-B14B7EAC3400}"/>
              </a:ext>
            </a:extLst>
          </p:cNvPr>
          <p:cNvSpPr txBox="1"/>
          <p:nvPr/>
        </p:nvSpPr>
        <p:spPr>
          <a:xfrm>
            <a:off x="10088661" y="2916235"/>
            <a:ext cx="1142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Customer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796C3-A967-464F-88D2-D793D3592339}"/>
              </a:ext>
            </a:extLst>
          </p:cNvPr>
          <p:cNvSpPr txBox="1"/>
          <p:nvPr/>
        </p:nvSpPr>
        <p:spPr>
          <a:xfrm>
            <a:off x="752473" y="1424685"/>
            <a:ext cx="432000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Value Proposition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01DB11-58C1-704A-9F10-98B0E8E344ED}"/>
              </a:ext>
            </a:extLst>
          </p:cNvPr>
          <p:cNvSpPr txBox="1"/>
          <p:nvPr/>
        </p:nvSpPr>
        <p:spPr>
          <a:xfrm>
            <a:off x="7061605" y="1424685"/>
            <a:ext cx="432000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Customer Segments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EBECEE"/>
      </a:lt1>
      <a:dk2>
        <a:srgbClr val="637052"/>
      </a:dk2>
      <a:lt2>
        <a:srgbClr val="CCDDEA"/>
      </a:lt2>
      <a:accent1>
        <a:srgbClr val="AE432C"/>
      </a:accent1>
      <a:accent2>
        <a:srgbClr val="CEB290"/>
      </a:accent2>
      <a:accent3>
        <a:srgbClr val="AC966B"/>
      </a:accent3>
      <a:accent4>
        <a:srgbClr val="000000"/>
      </a:accent4>
      <a:accent5>
        <a:srgbClr val="000000"/>
      </a:accent5>
      <a:accent6>
        <a:srgbClr val="000000"/>
      </a:accent6>
      <a:hlink>
        <a:srgbClr val="2998E3"/>
      </a:hlink>
      <a:folHlink>
        <a:srgbClr val="8C8C8C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11</ns0:revision>
  <ns1:created xsi:type="dcterms:W3CDTF">2020-08-21T13:53:20Z</ns1:created>
  <ns1:modified xsi:type="dcterms:W3CDTF">2020-08-21T14:03:49Z</ns1:modified>
</ns0:coreProperties>
</file>