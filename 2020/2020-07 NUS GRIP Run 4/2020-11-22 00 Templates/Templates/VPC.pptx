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[redacted]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  <p:sldLayoutId id="[redacted]" r:id="rId11"/>
    <p:sldLayoutId id="[redacted]" r:id="rId12"/>
    <p:sldLayoutId id="[redacted]" r:id="rId13"/>
    <p:sldLayoutId id="[redacted]" r:id="rId14"/>
    <p:sldLayoutId id="[redacted]" r:id="rId15"/>
    <p:sldLayoutId id="[redacted]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"/>
          <p:cNvGrpSpPr/>
          <p:nvPr/>
        </p:nvGrpSpPr>
        <p:grpSpPr>
          <a:xfrm>
            <a:off x="1826854" y="1767937"/>
            <a:ext cx="20777375" cy="9807179"/>
            <a:chOff x="646112" y="288528"/>
            <a:chExt cx="20777373" cy="9807178"/>
          </a:xfrm>
        </p:grpSpPr>
        <p:grpSp>
          <p:nvGrpSpPr>
            <p:cNvPr id="158" name="Group"/>
            <p:cNvGrpSpPr/>
            <p:nvPr/>
          </p:nvGrpSpPr>
          <p:grpSpPr>
            <a:xfrm>
              <a:off x="646112" y="288528"/>
              <a:ext cx="20777375" cy="9807179"/>
              <a:chOff x="646112" y="288528"/>
              <a:chExt cx="20777373" cy="9807178"/>
            </a:xfrm>
          </p:grpSpPr>
          <p:pic>
            <p:nvPicPr>
              <p:cNvPr id="151" name="Image" descr="Image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2933" t="22599" r="2720" b="14501"/>
              <a:stretch>
                <a:fillRect/>
              </a:stretch>
            </p:blipFill>
            <p:spPr>
              <a:xfrm>
                <a:off x="646112" y="288528"/>
                <a:ext cx="20777375" cy="98071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2" h="21597" fill="norm" stroke="1" extrusionOk="0">
                    <a:moveTo>
                      <a:pt x="0" y="0"/>
                    </a:moveTo>
                    <a:lnTo>
                      <a:pt x="0" y="10798"/>
                    </a:lnTo>
                    <a:lnTo>
                      <a:pt x="0" y="21597"/>
                    </a:lnTo>
                    <a:lnTo>
                      <a:pt x="5015" y="21597"/>
                    </a:lnTo>
                    <a:lnTo>
                      <a:pt x="10029" y="21597"/>
                    </a:lnTo>
                    <a:lnTo>
                      <a:pt x="10037" y="16214"/>
                    </a:lnTo>
                    <a:lnTo>
                      <a:pt x="10045" y="10830"/>
                    </a:lnTo>
                    <a:lnTo>
                      <a:pt x="10220" y="10811"/>
                    </a:lnTo>
                    <a:cubicBezTo>
                      <a:pt x="10317" y="10800"/>
                      <a:pt x="10413" y="10821"/>
                      <a:pt x="10434" y="10858"/>
                    </a:cubicBezTo>
                    <a:cubicBezTo>
                      <a:pt x="10460" y="10905"/>
                      <a:pt x="10487" y="10901"/>
                      <a:pt x="10524" y="10842"/>
                    </a:cubicBezTo>
                    <a:cubicBezTo>
                      <a:pt x="10572" y="10767"/>
                      <a:pt x="10573" y="10751"/>
                      <a:pt x="10529" y="10674"/>
                    </a:cubicBezTo>
                    <a:cubicBezTo>
                      <a:pt x="10492" y="10608"/>
                      <a:pt x="10471" y="10606"/>
                      <a:pt x="10439" y="10664"/>
                    </a:cubicBezTo>
                    <a:cubicBezTo>
                      <a:pt x="10413" y="10709"/>
                      <a:pt x="10324" y="10732"/>
                      <a:pt x="10220" y="10721"/>
                    </a:cubicBezTo>
                    <a:lnTo>
                      <a:pt x="10045" y="10701"/>
                    </a:lnTo>
                    <a:lnTo>
                      <a:pt x="10037" y="5350"/>
                    </a:lnTo>
                    <a:lnTo>
                      <a:pt x="10029" y="0"/>
                    </a:lnTo>
                    <a:lnTo>
                      <a:pt x="5015" y="0"/>
                    </a:lnTo>
                    <a:lnTo>
                      <a:pt x="0" y="0"/>
                    </a:lnTo>
                    <a:close/>
                    <a:moveTo>
                      <a:pt x="16226" y="18"/>
                    </a:moveTo>
                    <a:cubicBezTo>
                      <a:pt x="15067" y="49"/>
                      <a:pt x="13922" y="930"/>
                      <a:pt x="13009" y="2605"/>
                    </a:cubicBezTo>
                    <a:cubicBezTo>
                      <a:pt x="12001" y="4454"/>
                      <a:pt x="11377" y="7146"/>
                      <a:pt x="11271" y="10098"/>
                    </a:cubicBezTo>
                    <a:lnTo>
                      <a:pt x="11250" y="10701"/>
                    </a:lnTo>
                    <a:lnTo>
                      <a:pt x="11074" y="10721"/>
                    </a:lnTo>
                    <a:cubicBezTo>
                      <a:pt x="10970" y="10732"/>
                      <a:pt x="10881" y="10709"/>
                      <a:pt x="10855" y="10664"/>
                    </a:cubicBezTo>
                    <a:cubicBezTo>
                      <a:pt x="10823" y="10606"/>
                      <a:pt x="10802" y="10607"/>
                      <a:pt x="10767" y="10669"/>
                    </a:cubicBezTo>
                    <a:cubicBezTo>
                      <a:pt x="10727" y="10741"/>
                      <a:pt x="10728" y="10760"/>
                      <a:pt x="10774" y="10834"/>
                    </a:cubicBezTo>
                    <a:cubicBezTo>
                      <a:pt x="10809" y="10889"/>
                      <a:pt x="10840" y="10895"/>
                      <a:pt x="10863" y="10854"/>
                    </a:cubicBezTo>
                    <a:cubicBezTo>
                      <a:pt x="10882" y="10819"/>
                      <a:pt x="10977" y="10800"/>
                      <a:pt x="11074" y="10811"/>
                    </a:cubicBezTo>
                    <a:lnTo>
                      <a:pt x="11250" y="10830"/>
                    </a:lnTo>
                    <a:lnTo>
                      <a:pt x="11270" y="11477"/>
                    </a:lnTo>
                    <a:cubicBezTo>
                      <a:pt x="11318" y="12952"/>
                      <a:pt x="11497" y="14355"/>
                      <a:pt x="11807" y="15680"/>
                    </a:cubicBezTo>
                    <a:cubicBezTo>
                      <a:pt x="12054" y="16733"/>
                      <a:pt x="12328" y="17542"/>
                      <a:pt x="12740" y="18433"/>
                    </a:cubicBezTo>
                    <a:cubicBezTo>
                      <a:pt x="13537" y="20153"/>
                      <a:pt x="14589" y="21236"/>
                      <a:pt x="15752" y="21531"/>
                    </a:cubicBezTo>
                    <a:cubicBezTo>
                      <a:pt x="15877" y="21563"/>
                      <a:pt x="16174" y="21578"/>
                      <a:pt x="16415" y="21564"/>
                    </a:cubicBezTo>
                    <a:cubicBezTo>
                      <a:pt x="17399" y="21507"/>
                      <a:pt x="18268" y="20915"/>
                      <a:pt x="19095" y="19741"/>
                    </a:cubicBezTo>
                    <a:cubicBezTo>
                      <a:pt x="19570" y="19065"/>
                      <a:pt x="20143" y="17838"/>
                      <a:pt x="20449" y="16844"/>
                    </a:cubicBezTo>
                    <a:cubicBezTo>
                      <a:pt x="21600" y="13095"/>
                      <a:pt x="21600" y="8501"/>
                      <a:pt x="20449" y="4752"/>
                    </a:cubicBezTo>
                    <a:cubicBezTo>
                      <a:pt x="20025" y="3373"/>
                      <a:pt x="19261" y="1926"/>
                      <a:pt x="18556" y="1167"/>
                    </a:cubicBezTo>
                    <a:cubicBezTo>
                      <a:pt x="17819" y="374"/>
                      <a:pt x="17019" y="-3"/>
                      <a:pt x="16226" y="18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sp>
            <p:nvSpPr>
              <p:cNvPr id="152" name="Square"/>
              <p:cNvSpPr/>
              <p:nvPr/>
            </p:nvSpPr>
            <p:spPr>
              <a:xfrm>
                <a:off x="14340859" y="1897492"/>
                <a:ext cx="1456740" cy="145674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53" name="Rectangle"/>
              <p:cNvSpPr/>
              <p:nvPr/>
            </p:nvSpPr>
            <p:spPr>
              <a:xfrm>
                <a:off x="18796967" y="4149573"/>
                <a:ext cx="1456740" cy="224044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54" name="Square"/>
              <p:cNvSpPr/>
              <p:nvPr/>
            </p:nvSpPr>
            <p:spPr>
              <a:xfrm>
                <a:off x="14340859" y="6958997"/>
                <a:ext cx="1456740" cy="145674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55" name="Rectangle"/>
              <p:cNvSpPr/>
              <p:nvPr/>
            </p:nvSpPr>
            <p:spPr>
              <a:xfrm>
                <a:off x="5841448" y="1897492"/>
                <a:ext cx="2461417" cy="1959882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56" name="Rectangle"/>
              <p:cNvSpPr/>
              <p:nvPr/>
            </p:nvSpPr>
            <p:spPr>
              <a:xfrm>
                <a:off x="5841448" y="6707427"/>
                <a:ext cx="2461417" cy="1959882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57" name="Rectangle"/>
              <p:cNvSpPr/>
              <p:nvPr/>
            </p:nvSpPr>
            <p:spPr>
              <a:xfrm>
                <a:off x="1071290" y="4211968"/>
                <a:ext cx="2461417" cy="1959882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159" name="Customer…"/>
            <p:cNvSpPr txBox="1"/>
            <p:nvPr/>
          </p:nvSpPr>
          <p:spPr>
            <a:xfrm>
              <a:off x="17468155" y="4827384"/>
              <a:ext cx="1786688" cy="9127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Customer</a:t>
              </a:r>
            </a:p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Jobs</a:t>
              </a:r>
            </a:p>
          </p:txBody>
        </p:sp>
        <p:sp>
          <p:nvSpPr>
            <p:cNvPr id="160" name="Gains"/>
            <p:cNvSpPr txBox="1"/>
            <p:nvPr/>
          </p:nvSpPr>
          <p:spPr>
            <a:xfrm>
              <a:off x="14852011" y="3935453"/>
              <a:ext cx="1081888" cy="52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pPr/>
              <a:r>
                <a:t>Gains</a:t>
              </a:r>
            </a:p>
          </p:txBody>
        </p:sp>
        <p:sp>
          <p:nvSpPr>
            <p:cNvPr id="161" name="Pains"/>
            <p:cNvSpPr txBox="1"/>
            <p:nvPr/>
          </p:nvSpPr>
          <p:spPr>
            <a:xfrm>
              <a:off x="14884727" y="5814723"/>
              <a:ext cx="1049173" cy="52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pPr/>
              <a:r>
                <a:t>Pains</a:t>
              </a:r>
            </a:p>
          </p:txBody>
        </p:sp>
        <p:sp>
          <p:nvSpPr>
            <p:cNvPr id="162" name="Gain…"/>
            <p:cNvSpPr txBox="1"/>
            <p:nvPr/>
          </p:nvSpPr>
          <p:spPr>
            <a:xfrm>
              <a:off x="6339154" y="3740627"/>
              <a:ext cx="1589685" cy="9127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Gain</a:t>
              </a:r>
            </a:p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Creators</a:t>
              </a:r>
            </a:p>
          </p:txBody>
        </p:sp>
        <p:sp>
          <p:nvSpPr>
            <p:cNvPr id="163" name="Pain…"/>
            <p:cNvSpPr txBox="1"/>
            <p:nvPr/>
          </p:nvSpPr>
          <p:spPr>
            <a:xfrm>
              <a:off x="6339154" y="5619897"/>
              <a:ext cx="1681074" cy="9127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Pain</a:t>
              </a:r>
            </a:p>
            <a:p>
              <a:pPr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Relievers</a:t>
              </a:r>
            </a:p>
          </p:txBody>
        </p:sp>
        <p:sp>
          <p:nvSpPr>
            <p:cNvPr id="164" name="Products &amp;…"/>
            <p:cNvSpPr txBox="1"/>
            <p:nvPr/>
          </p:nvSpPr>
          <p:spPr>
            <a:xfrm>
              <a:off x="2593000" y="4827384"/>
              <a:ext cx="1991513" cy="9127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r"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Products &amp;</a:t>
              </a:r>
            </a:p>
            <a:p>
              <a:pPr algn="r">
                <a:spcBef>
                  <a:spcPts val="0"/>
                </a:spcBef>
                <a:defRPr b="1" sz="28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pPr>
              <a:r>
                <a:t>Services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ns0:coreProperties xmlns:ns0="http://schemas.openxmlformats.org/package/2006/metadata/core-properties"/>
</file>