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[redacted]" r:id="rId1"/>
  </p:sldMasterIdLst>
  <p:notesMasterIdLst>
    <p:notesMasterId r:id="rId20"/>
  </p:notesMasterIdLst>
  <p:sldIdLst>
    <p:sldId id="256" r:id="rId2"/>
    <p:sldId id="257" r:id="rId3"/>
    <p:sldId id="340" r:id="rId4"/>
    <p:sldId id="316" r:id="rId5"/>
    <p:sldId id="275" r:id="rId6"/>
    <p:sldId id="315" r:id="rId7"/>
    <p:sldId id="304" r:id="rId8"/>
    <p:sldId id="308" r:id="rId9"/>
    <p:sldId id="342" r:id="rId10"/>
    <p:sldId id="343" r:id="rId11"/>
    <p:sldId id="344" r:id="rId12"/>
    <p:sldId id="307" r:id="rId13"/>
    <p:sldId id="301" r:id="rId14"/>
    <p:sldId id="302" r:id="rId15"/>
    <p:sldId id="345" r:id="rId16"/>
    <p:sldId id="346" r:id="rId17"/>
    <p:sldId id="313" r:id="rId18"/>
    <p:sldId id="339" r:id="rId19"/>
  </p:sldIdLst>
  <p:sldSz cx="12192000" cy="6858000"/>
  <p:notesSz cx="6858000" cy="9144000"/>
  <p:defaultTextStyle>
    <a:defPPr>
      <a:defRPr lang="ar-L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2F2F2"/>
    <a:srgbClr val="000000"/>
    <a:srgbClr val="374F62"/>
    <a:srgbClr val="0312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58FB6E-C789-424E-B3E5-404F60AE9177}" v="178" dt="2020-11-01T09:37:02.8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45" autoAdjust="0"/>
    <p:restoredTop sz="95091"/>
  </p:normalViewPr>
  <p:slideViewPr>
    <p:cSldViewPr snapToGrid="0">
      <p:cViewPr varScale="1">
        <p:scale>
          <a:sx n="94" d="100"/>
          <a:sy n="94" d="100"/>
        </p:scale>
        <p:origin x="536" y="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35"/>
    </p:cViewPr>
  </p:sorterViewPr>
  <p:notesViewPr>
    <p:cSldViewPr snapToGrid="0">
      <p:cViewPr varScale="1">
        <p:scale>
          <a:sx n="71" d="100"/>
          <a:sy n="71" d="100"/>
        </p:scale>
        <p:origin x="359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Damnjanovic" userId="ac64187cd8522d98" providerId="LiveId" clId="{EE58FB6E-C789-424E-B3E5-404F60AE9177}"/>
    <pc:docChg chg="undo custSel mod addSld delSld modSld sldOrd delMainMaster modMainMaster">
      <pc:chgData name="Ivan Damnjanovic" userId="ac64187cd8522d98" providerId="LiveId" clId="{EE58FB6E-C789-424E-B3E5-404F60AE9177}" dt="2020-11-01T09:37:27.015" v="1951" actId="1076"/>
      <pc:docMkLst>
        <pc:docMk/>
      </pc:docMkLst>
      <pc:sldChg chg="modSp mod">
        <pc:chgData name="Ivan Damnjanovic" userId="ac64187cd8522d98" providerId="LiveId" clId="{EE58FB6E-C789-424E-B3E5-404F60AE9177}" dt="2020-10-30T21:40:28.577" v="276" actId="1076"/>
        <pc:sldMkLst>
          <pc:docMk/>
          <pc:sldMk cId="[redacted]" sldId="256"/>
        </pc:sldMkLst>
        <pc:spChg chg="mod">
          <ac:chgData name="Ivan Damnjanovic" userId="ac64187cd8522d98" providerId="LiveId" clId="{EE58FB6E-C789-424E-B3E5-404F60AE9177}" dt="2020-10-30T21:40:16.182" v="272" actId="403"/>
          <ac:spMkLst>
            <pc:docMk/>
            <pc:sldMk cId="[redacted]" sldId="256"/>
            <ac:spMk id="309" creationId="{D5FC8BB6-F6FB-476D-B484-6B5D63DE65D3}"/>
          </ac:spMkLst>
        </pc:spChg>
        <pc:grpChg chg="mod">
          <ac:chgData name="Ivan Damnjanovic" userId="ac64187cd8522d98" providerId="LiveId" clId="{EE58FB6E-C789-424E-B3E5-404F60AE9177}" dt="2020-10-30T21:40:28.577" v="276" actId="1076"/>
          <ac:grpSpMkLst>
            <pc:docMk/>
            <pc:sldMk cId="[redacted]" sldId="256"/>
            <ac:grpSpMk id="261" creationId="{7D1081D1-3993-492A-A293-1F93C7739B71}"/>
          </ac:grpSpMkLst>
        </pc:grpChg>
      </pc:sldChg>
      <pc:sldChg chg="addSp delSp modSp mod">
        <pc:chgData name="Ivan Damnjanovic" userId="ac64187cd8522d98" providerId="LiveId" clId="{EE58FB6E-C789-424E-B3E5-404F60AE9177}" dt="2020-10-31T21:15:48.953" v="1939" actId="20577"/>
        <pc:sldMkLst>
          <pc:docMk/>
          <pc:sldMk cId="[redacted]" sldId="257"/>
        </pc:sldMkLst>
        <pc:spChg chg="mod">
          <ac:chgData name="Ivan Damnjanovic" userId="ac64187cd8522d98" providerId="LiveId" clId="{EE58FB6E-C789-424E-B3E5-404F60AE9177}" dt="2020-10-31T08:47:08.391" v="322" actId="20577"/>
          <ac:spMkLst>
            <pc:docMk/>
            <pc:sldMk cId="[redacted]" sldId="257"/>
            <ac:spMk id="2" creationId="{5348ABC3-8E8C-4FDD-AA32-797A4908BA56}"/>
          </ac:spMkLst>
        </pc:spChg>
        <pc:spChg chg="mod">
          <ac:chgData name="Ivan Damnjanovic" userId="ac64187cd8522d98" providerId="LiveId" clId="{EE58FB6E-C789-424E-B3E5-404F60AE9177}" dt="2020-10-31T21:15:48.953" v="1939" actId="20577"/>
          <ac:spMkLst>
            <pc:docMk/>
            <pc:sldMk cId="[redacted]" sldId="257"/>
            <ac:spMk id="6" creationId="{48B38AC8-6A13-48D8-A3E9-1B663F3239DA}"/>
          </ac:spMkLst>
        </pc:spChg>
        <pc:picChg chg="add mod">
          <ac:chgData name="Ivan Damnjanovic" userId="ac64187cd8522d98" providerId="LiveId" clId="{EE58FB6E-C789-424E-B3E5-404F60AE9177}" dt="2020-10-31T21:15:39.253" v="1935" actId="1076"/>
          <ac:picMkLst>
            <pc:docMk/>
            <pc:sldMk cId="[redacted]" sldId="257"/>
            <ac:picMk id="3" creationId="{BB9886C1-B585-C542-BEA5-4433035C5BCF}"/>
          </ac:picMkLst>
        </pc:picChg>
        <pc:picChg chg="del">
          <ac:chgData name="Ivan Damnjanovic" userId="ac64187cd8522d98" providerId="LiveId" clId="{EE58FB6E-C789-424E-B3E5-404F60AE9177}" dt="2020-10-31T21:14:57.326" v="1917" actId="478"/>
          <ac:picMkLst>
            <pc:docMk/>
            <pc:sldMk cId="[redacted]" sldId="257"/>
            <ac:picMk id="1026" creationId="{A0E558EC-19A4-9645-90FB-8C7FECEB57B9}"/>
          </ac:picMkLst>
        </pc:picChg>
        <pc:picChg chg="mod">
          <ac:chgData name="Ivan Damnjanovic" userId="ac64187cd8522d98" providerId="LiveId" clId="{EE58FB6E-C789-424E-B3E5-404F60AE9177}" dt="2020-10-31T21:15:39.253" v="1935" actId="1076"/>
          <ac:picMkLst>
            <pc:docMk/>
            <pc:sldMk cId="[redacted]" sldId="257"/>
            <ac:picMk id="1027" creationId="{695A43E0-6D70-DC4D-B04B-E0C23115E0B3}"/>
          </ac:picMkLst>
        </pc:picChg>
        <pc:picChg chg="del">
          <ac:chgData name="Ivan Damnjanovic" userId="ac64187cd8522d98" providerId="LiveId" clId="{EE58FB6E-C789-424E-B3E5-404F60AE9177}" dt="2020-10-31T21:14:57.326" v="1917" actId="478"/>
          <ac:picMkLst>
            <pc:docMk/>
            <pc:sldMk cId="[redacted]" sldId="257"/>
            <ac:picMk id="1028" creationId="{AC5C6B64-EA73-DD4F-B35E-E519322693DA}"/>
          </ac:picMkLst>
        </pc:picChg>
        <pc:picChg chg="mod">
          <ac:chgData name="Ivan Damnjanovic" userId="ac64187cd8522d98" providerId="LiveId" clId="{EE58FB6E-C789-424E-B3E5-404F60AE9177}" dt="2020-10-31T21:15:39.253" v="1935" actId="1076"/>
          <ac:picMkLst>
            <pc:docMk/>
            <pc:sldMk cId="[redacted]" sldId="257"/>
            <ac:picMk id="1029" creationId="{F05CB951-D72E-2E4B-ADBA-DCE50F027083}"/>
          </ac:picMkLst>
        </pc:picChg>
      </pc:sldChg>
      <pc:sldChg chg="del">
        <pc:chgData name="Ivan Damnjanovic" userId="ac64187cd8522d98" providerId="LiveId" clId="{EE58FB6E-C789-424E-B3E5-404F60AE9177}" dt="2020-10-31T19:27:36.103" v="1550" actId="2696"/>
        <pc:sldMkLst>
          <pc:docMk/>
          <pc:sldMk cId="[redacted]" sldId="258"/>
        </pc:sldMkLst>
      </pc:sldChg>
      <pc:sldChg chg="del">
        <pc:chgData name="Ivan Damnjanovic" userId="ac64187cd8522d98" providerId="LiveId" clId="{EE58FB6E-C789-424E-B3E5-404F60AE9177}" dt="2020-10-31T19:27:36.103" v="1550" actId="2696"/>
        <pc:sldMkLst>
          <pc:docMk/>
          <pc:sldMk cId="[redacted]" sldId="260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600460300" sldId="261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62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63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64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65"/>
        </pc:sldMkLst>
      </pc:sldChg>
      <pc:sldChg chg="modSp add del mod modClrScheme chgLayout">
        <pc:chgData name="Ivan Damnjanovic" userId="ac64187cd8522d98" providerId="LiveId" clId="{EE58FB6E-C789-424E-B3E5-404F60AE9177}" dt="2020-10-31T21:02:04.540" v="1761" actId="2696"/>
        <pc:sldMkLst>
          <pc:docMk/>
          <pc:sldMk cId="157416024" sldId="266"/>
        </pc:sldMkLst>
        <pc:spChg chg="mod ord">
          <ac:chgData name="Ivan Damnjanovic" userId="ac64187cd8522d98" providerId="LiveId" clId="{EE58FB6E-C789-424E-B3E5-404F60AE9177}" dt="2020-10-31T09:23:45.097" v="1064" actId="20577"/>
          <ac:spMkLst>
            <pc:docMk/>
            <pc:sldMk cId="157416024" sldId="266"/>
            <ac:spMk id="125" creationId="{00000000-0000-0000-0000-000000000000}"/>
          </ac:spMkLst>
        </pc:spChg>
      </pc:sldChg>
      <pc:sldChg chg="modSp add del mod">
        <pc:chgData name="Ivan Damnjanovic" userId="ac64187cd8522d98" providerId="LiveId" clId="{EE58FB6E-C789-424E-B3E5-404F60AE9177}" dt="2020-10-31T09:07:36.410" v="637" actId="2696"/>
        <pc:sldMkLst>
          <pc:docMk/>
          <pc:sldMk cId="[redacted]" sldId="267"/>
        </pc:sldMkLst>
        <pc:picChg chg="mod">
          <ac:chgData name="Ivan Damnjanovic" userId="ac64187cd8522d98" providerId="LiveId" clId="{EE58FB6E-C789-424E-B3E5-404F60AE9177}" dt="2020-10-31T09:07:27.834" v="635" actId="14100"/>
          <ac:picMkLst>
            <pc:docMk/>
            <pc:sldMk cId="[redacted]" sldId="267"/>
            <ac:picMk id="136" creationId="{00000000-0000-0000-0000-000000000000}"/>
          </ac:picMkLst>
        </pc:picChg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68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913704779" sldId="269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181775479" sldId="270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71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1156899193" sldId="272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1760573355" sldId="273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74"/>
        </pc:sldMkLst>
      </pc:sldChg>
      <pc:sldChg chg="addSp delSp modSp mod">
        <pc:chgData name="Ivan Damnjanovic" userId="ac64187cd8522d98" providerId="LiveId" clId="{EE58FB6E-C789-424E-B3E5-404F60AE9177}" dt="2020-10-31T20:42:25.097" v="1751" actId="1076"/>
        <pc:sldMkLst>
          <pc:docMk/>
          <pc:sldMk cId="1938571380" sldId="275"/>
        </pc:sldMkLst>
        <pc:spChg chg="add del mod">
          <ac:chgData name="Ivan Damnjanovic" userId="ac64187cd8522d98" providerId="LiveId" clId="{EE58FB6E-C789-424E-B3E5-404F60AE9177}" dt="2020-10-31T19:13:58.028" v="1152" actId="478"/>
          <ac:spMkLst>
            <pc:docMk/>
            <pc:sldMk cId="1938571380" sldId="275"/>
            <ac:spMk id="1104" creationId="{E47514FA-4071-4E6D-95E5-017A4B39940B}"/>
          </ac:spMkLst>
        </pc:spChg>
        <pc:spChg chg="mod">
          <ac:chgData name="Ivan Damnjanovic" userId="ac64187cd8522d98" providerId="LiveId" clId="{EE58FB6E-C789-424E-B3E5-404F60AE9177}" dt="2020-10-31T19:22:59.532" v="1396" actId="20577"/>
          <ac:spMkLst>
            <pc:docMk/>
            <pc:sldMk cId="1938571380" sldId="275"/>
            <ac:spMk id="1105" creationId="{147A7B42-8B34-4172-8A1B-5B8827FF98F3}"/>
          </ac:spMkLst>
        </pc:spChg>
        <pc:spChg chg="mod">
          <ac:chgData name="Ivan Damnjanovic" userId="ac64187cd8522d98" providerId="LiveId" clId="{EE58FB6E-C789-424E-B3E5-404F60AE9177}" dt="2020-10-30T21:36:30.347" v="238" actId="20577"/>
          <ac:spMkLst>
            <pc:docMk/>
            <pc:sldMk cId="1938571380" sldId="275"/>
            <ac:spMk id="1116" creationId="{31B97B55-0303-42D5-8527-E314E7A4F019}"/>
          </ac:spMkLst>
        </pc:spChg>
        <pc:spChg chg="mod">
          <ac:chgData name="Ivan Damnjanovic" userId="ac64187cd8522d98" providerId="LiveId" clId="{EE58FB6E-C789-424E-B3E5-404F60AE9177}" dt="2020-10-31T19:48:27.350" v="1714" actId="20577"/>
          <ac:spMkLst>
            <pc:docMk/>
            <pc:sldMk cId="1938571380" sldId="275"/>
            <ac:spMk id="1118" creationId="{636D83DF-F216-4FDE-B03C-8F6E246A4908}"/>
          </ac:spMkLst>
        </pc:spChg>
        <pc:spChg chg="mod">
          <ac:chgData name="Ivan Damnjanovic" userId="ac64187cd8522d98" providerId="LiveId" clId="{EE58FB6E-C789-424E-B3E5-404F60AE9177}" dt="2020-10-30T21:36:33.412" v="251" actId="20577"/>
          <ac:spMkLst>
            <pc:docMk/>
            <pc:sldMk cId="1938571380" sldId="275"/>
            <ac:spMk id="1120" creationId="{077CAB3F-F63A-45A3-9D04-D7092DBAAE31}"/>
          </ac:spMkLst>
        </pc:spChg>
        <pc:spChg chg="mod">
          <ac:chgData name="Ivan Damnjanovic" userId="ac64187cd8522d98" providerId="LiveId" clId="{EE58FB6E-C789-424E-B3E5-404F60AE9177}" dt="2020-10-31T19:48:30.449" v="1719" actId="20577"/>
          <ac:spMkLst>
            <pc:docMk/>
            <pc:sldMk cId="1938571380" sldId="275"/>
            <ac:spMk id="1122" creationId="{82C01406-D3FF-4A5C-9985-29CA545AF54F}"/>
          </ac:spMkLst>
        </pc:spChg>
        <pc:picChg chg="add del mod">
          <ac:chgData name="Ivan Damnjanovic" userId="ac64187cd8522d98" providerId="LiveId" clId="{EE58FB6E-C789-424E-B3E5-404F60AE9177}" dt="2020-10-31T19:09:51.865" v="1133" actId="478"/>
          <ac:picMkLst>
            <pc:docMk/>
            <pc:sldMk cId="1938571380" sldId="275"/>
            <ac:picMk id="3" creationId="{9EF08D75-C960-474F-A10B-C96A35642B29}"/>
          </ac:picMkLst>
        </pc:picChg>
        <pc:picChg chg="add del mod">
          <ac:chgData name="Ivan Damnjanovic" userId="ac64187cd8522d98" providerId="LiveId" clId="{EE58FB6E-C789-424E-B3E5-404F60AE9177}" dt="2020-10-31T19:10:02.449" v="1142" actId="478"/>
          <ac:picMkLst>
            <pc:docMk/>
            <pc:sldMk cId="1938571380" sldId="275"/>
            <ac:picMk id="5" creationId="{3D721DB1-E3F3-5D48-8D6D-47421C8A22A5}"/>
          </ac:picMkLst>
        </pc:picChg>
        <pc:picChg chg="add del mod">
          <ac:chgData name="Ivan Damnjanovic" userId="ac64187cd8522d98" providerId="LiveId" clId="{EE58FB6E-C789-424E-B3E5-404F60AE9177}" dt="2020-10-31T19:13:59.481" v="1153" actId="478"/>
          <ac:picMkLst>
            <pc:docMk/>
            <pc:sldMk cId="1938571380" sldId="275"/>
            <ac:picMk id="7" creationId="{F929AD38-A15B-4D4D-88C1-1BF27F1E880C}"/>
          </ac:picMkLst>
        </pc:picChg>
        <pc:picChg chg="add del mod">
          <ac:chgData name="Ivan Damnjanovic" userId="ac64187cd8522d98" providerId="LiveId" clId="{EE58FB6E-C789-424E-B3E5-404F60AE9177}" dt="2020-10-31T20:42:16.378" v="1744" actId="478"/>
          <ac:picMkLst>
            <pc:docMk/>
            <pc:sldMk cId="1938571380" sldId="275"/>
            <ac:picMk id="9" creationId="{C76FD806-6A85-7945-90E3-6C41E88DC834}"/>
          </ac:picMkLst>
        </pc:picChg>
        <pc:picChg chg="add mod">
          <ac:chgData name="Ivan Damnjanovic" userId="ac64187cd8522d98" providerId="LiveId" clId="{EE58FB6E-C789-424E-B3E5-404F60AE9177}" dt="2020-10-31T20:42:25.097" v="1751" actId="1076"/>
          <ac:picMkLst>
            <pc:docMk/>
            <pc:sldMk cId="1938571380" sldId="275"/>
            <ac:picMk id="11" creationId="{95AB5A97-4CCF-C848-930F-A8155A084CA0}"/>
          </ac:picMkLst>
        </pc:picChg>
        <pc:picChg chg="add del mod">
          <ac:chgData name="Ivan Damnjanovic" userId="ac64187cd8522d98" providerId="LiveId" clId="{EE58FB6E-C789-424E-B3E5-404F60AE9177}" dt="2020-10-31T18:52:20.740" v="1123" actId="478"/>
          <ac:picMkLst>
            <pc:docMk/>
            <pc:sldMk cId="1938571380" sldId="275"/>
            <ac:picMk id="1026" creationId="{C89ED91D-9F3D-514E-B69F-812973B09C51}"/>
          </ac:picMkLst>
        </pc:picChg>
        <pc:picChg chg="add del">
          <ac:chgData name="Ivan Damnjanovic" userId="ac64187cd8522d98" providerId="LiveId" clId="{EE58FB6E-C789-424E-B3E5-404F60AE9177}" dt="2020-10-31T19:05:14.678" v="1128" actId="478"/>
          <ac:picMkLst>
            <pc:docMk/>
            <pc:sldMk cId="1938571380" sldId="275"/>
            <ac:picMk id="1028" creationId="{236ECE14-71FF-5D49-A8F4-933CD65ACE78}"/>
          </ac:picMkLst>
        </pc:picChg>
        <pc:picChg chg="add del mod">
          <ac:chgData name="Ivan Damnjanovic" userId="ac64187cd8522d98" providerId="LiveId" clId="{EE58FB6E-C789-424E-B3E5-404F60AE9177}" dt="2020-10-31T18:49:54.456" v="1120" actId="478"/>
          <ac:picMkLst>
            <pc:docMk/>
            <pc:sldMk cId="1938571380" sldId="275"/>
            <ac:picMk id="2050" creationId="{BFA7FBD5-BC4F-734C-B00B-DC04C7CAFC3E}"/>
          </ac:picMkLst>
        </pc:picChg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1244260264" sldId="276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77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645321871" sldId="278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79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80"/>
        </pc:sldMkLst>
      </pc:sldChg>
      <pc:sldChg chg="modSp del mod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81"/>
        </pc:sldMkLst>
        <pc:grpChg chg="mod">
          <ac:chgData name="Ivan Damnjanovic" userId="ac64187cd8522d98" providerId="LiveId" clId="{EE58FB6E-C789-424E-B3E5-404F60AE9177}" dt="2020-10-31T19:26:19.215" v="1525" actId="1076"/>
          <ac:grpSpMkLst>
            <pc:docMk/>
            <pc:sldMk cId="[redacted]" sldId="281"/>
            <ac:grpSpMk id="526" creationId="{5FA23EC5-1F66-449A-9312-0F433153A7A6}"/>
          </ac:grpSpMkLst>
        </pc:grpChg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1820275843" sldId="282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83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84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85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86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87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88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1768841562" sldId="289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367450157" sldId="290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1100432711" sldId="291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92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1075923616" sldId="293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95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96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97"/>
        </pc:sldMkLst>
      </pc:sldChg>
      <pc:sldChg chg="del">
        <pc:chgData name="Ivan Damnjanovic" userId="ac64187cd8522d98" providerId="LiveId" clId="{EE58FB6E-C789-424E-B3E5-404F60AE9177}" dt="2020-10-31T19:27:33.574" v="1549" actId="2696"/>
        <pc:sldMkLst>
          <pc:docMk/>
          <pc:sldMk cId="[redacted]" sldId="298"/>
        </pc:sldMkLst>
      </pc:sldChg>
      <pc:sldChg chg="addSp modSp new del mod modClrScheme chgLayout">
        <pc:chgData name="Ivan Damnjanovic" userId="ac64187cd8522d98" providerId="LiveId" clId="{EE58FB6E-C789-424E-B3E5-404F60AE9177}" dt="2020-10-30T21:29:48.043" v="150" actId="2696"/>
        <pc:sldMkLst>
          <pc:docMk/>
          <pc:sldMk cId="[redacted]" sldId="299"/>
        </pc:sldMkLst>
        <pc:spChg chg="add mod">
          <ac:chgData name="Ivan Damnjanovic" userId="ac64187cd8522d98" providerId="LiveId" clId="{EE58FB6E-C789-424E-B3E5-404F60AE9177}" dt="2020-10-30T21:29:46.925" v="149" actId="207"/>
          <ac:spMkLst>
            <pc:docMk/>
            <pc:sldMk cId="[redacted]" sldId="299"/>
            <ac:spMk id="2" creationId="{2A51092D-F09B-A24B-BC9A-2F2253E72F19}"/>
          </ac:spMkLst>
        </pc:spChg>
      </pc:sldChg>
      <pc:sldChg chg="modSp new del mod">
        <pc:chgData name="Ivan Damnjanovic" userId="ac64187cd8522d98" providerId="LiveId" clId="{EE58FB6E-C789-424E-B3E5-404F60AE9177}" dt="2020-10-31T08:49:10.907" v="323" actId="2696"/>
        <pc:sldMkLst>
          <pc:docMk/>
          <pc:sldMk cId="91150475" sldId="300"/>
        </pc:sldMkLst>
        <pc:spChg chg="mod">
          <ac:chgData name="Ivan Damnjanovic" userId="ac64187cd8522d98" providerId="LiveId" clId="{EE58FB6E-C789-424E-B3E5-404F60AE9177}" dt="2020-10-30T21:29:59.561" v="153" actId="20577"/>
          <ac:spMkLst>
            <pc:docMk/>
            <pc:sldMk cId="91150475" sldId="300"/>
            <ac:spMk id="2" creationId="{44E3AFCC-A3B7-DE4A-908D-49B251BF36E0}"/>
          </ac:spMkLst>
        </pc:spChg>
      </pc:sldChg>
      <pc:sldChg chg="addSp delSp modSp new mod">
        <pc:chgData name="Ivan Damnjanovic" userId="ac64187cd8522d98" providerId="LiveId" clId="{EE58FB6E-C789-424E-B3E5-404F60AE9177}" dt="2020-11-01T09:37:27.015" v="1951" actId="1076"/>
        <pc:sldMkLst>
          <pc:docMk/>
          <pc:sldMk cId="1106804064" sldId="301"/>
        </pc:sldMkLst>
        <pc:spChg chg="mod">
          <ac:chgData name="Ivan Damnjanovic" userId="ac64187cd8522d98" providerId="LiveId" clId="{EE58FB6E-C789-424E-B3E5-404F60AE9177}" dt="2020-10-31T09:02:58.611" v="531" actId="20577"/>
          <ac:spMkLst>
            <pc:docMk/>
            <pc:sldMk cId="1106804064" sldId="301"/>
            <ac:spMk id="2" creationId="{F9546D62-8B26-464B-98A4-A9F1724CA334}"/>
          </ac:spMkLst>
        </pc:spChg>
        <pc:spChg chg="add mod">
          <ac:chgData name="Ivan Damnjanovic" userId="ac64187cd8522d98" providerId="LiveId" clId="{EE58FB6E-C789-424E-B3E5-404F60AE9177}" dt="2020-10-31T19:47:57.869" v="1713" actId="20577"/>
          <ac:spMkLst>
            <pc:docMk/>
            <pc:sldMk cId="1106804064" sldId="301"/>
            <ac:spMk id="3" creationId="{2B3B5D68-9935-9D4F-97D5-E1AF4F19321A}"/>
          </ac:spMkLst>
        </pc:spChg>
        <pc:picChg chg="add mod modCrop">
          <ac:chgData name="Ivan Damnjanovic" userId="ac64187cd8522d98" providerId="LiveId" clId="{EE58FB6E-C789-424E-B3E5-404F60AE9177}" dt="2020-11-01T09:37:27.015" v="1951" actId="1076"/>
          <ac:picMkLst>
            <pc:docMk/>
            <pc:sldMk cId="1106804064" sldId="301"/>
            <ac:picMk id="5" creationId="{39C0BC7F-C1EB-D043-A720-82CBEF028463}"/>
          </ac:picMkLst>
        </pc:picChg>
        <pc:picChg chg="add del mod modCrop">
          <ac:chgData name="Ivan Damnjanovic" userId="ac64187cd8522d98" providerId="LiveId" clId="{EE58FB6E-C789-424E-B3E5-404F60AE9177}" dt="2020-10-31T19:47:24.846" v="1694" actId="478"/>
          <ac:picMkLst>
            <pc:docMk/>
            <pc:sldMk cId="1106804064" sldId="301"/>
            <ac:picMk id="5" creationId="{BC6FBF0A-7AF5-FA41-8EE0-F5BEF13C3CFD}"/>
          </ac:picMkLst>
        </pc:picChg>
        <pc:picChg chg="add del mod modCrop">
          <ac:chgData name="Ivan Damnjanovic" userId="ac64187cd8522d98" providerId="LiveId" clId="{EE58FB6E-C789-424E-B3E5-404F60AE9177}" dt="2020-11-01T09:36:56.168" v="1940" actId="478"/>
          <ac:picMkLst>
            <pc:docMk/>
            <pc:sldMk cId="1106804064" sldId="301"/>
            <ac:picMk id="7" creationId="{06405C5B-FD0F-AC49-AD88-113074F981E2}"/>
          </ac:picMkLst>
        </pc:picChg>
        <pc:picChg chg="add del mod">
          <ac:chgData name="Ivan Damnjanovic" userId="ac64187cd8522d98" providerId="LiveId" clId="{EE58FB6E-C789-424E-B3E5-404F60AE9177}" dt="2020-10-31T19:45:53.745" v="1684" actId="478"/>
          <ac:picMkLst>
            <pc:docMk/>
            <pc:sldMk cId="1106804064" sldId="301"/>
            <ac:picMk id="1026" creationId="{8BF889F4-A905-3443-BD77-6814D5EC4EC2}"/>
          </ac:picMkLst>
        </pc:picChg>
      </pc:sldChg>
      <pc:sldChg chg="addSp delSp modSp new mod setBg">
        <pc:chgData name="Ivan Damnjanovic" userId="ac64187cd8522d98" providerId="LiveId" clId="{EE58FB6E-C789-424E-B3E5-404F60AE9177}" dt="2020-10-31T19:52:08.620" v="1722" actId="207"/>
        <pc:sldMkLst>
          <pc:docMk/>
          <pc:sldMk cId="[redacted]" sldId="302"/>
        </pc:sldMkLst>
        <pc:spChg chg="mod">
          <ac:chgData name="Ivan Damnjanovic" userId="ac64187cd8522d98" providerId="LiveId" clId="{EE58FB6E-C789-424E-B3E5-404F60AE9177}" dt="2020-10-31T09:08:24.412" v="657" actId="20577"/>
          <ac:spMkLst>
            <pc:docMk/>
            <pc:sldMk cId="[redacted]" sldId="302"/>
            <ac:spMk id="2" creationId="{30D7C4BC-0097-9F40-B994-EDD59FEAF7BC}"/>
          </ac:spMkLst>
        </pc:spChg>
        <pc:spChg chg="add del">
          <ac:chgData name="Ivan Damnjanovic" userId="ac64187cd8522d98" providerId="LiveId" clId="{EE58FB6E-C789-424E-B3E5-404F60AE9177}" dt="2020-10-30T21:26:15.978" v="59" actId="26606"/>
          <ac:spMkLst>
            <pc:docMk/>
            <pc:sldMk cId="[redacted]" sldId="302"/>
            <ac:spMk id="8" creationId="{594D6AA1-A0E1-45F9-8E25-BAB8092293CC}"/>
          </ac:spMkLst>
        </pc:spChg>
        <pc:graphicFrameChg chg="add mod modGraphic">
          <ac:chgData name="Ivan Damnjanovic" userId="ac64187cd8522d98" providerId="LiveId" clId="{EE58FB6E-C789-424E-B3E5-404F60AE9177}" dt="2020-10-31T19:52:08.620" v="1722" actId="207"/>
          <ac:graphicFrameMkLst>
            <pc:docMk/>
            <pc:sldMk cId="[redacted]" sldId="302"/>
            <ac:graphicFrameMk id="3" creationId="{BE32194B-66F2-9344-9045-71D3F235B2D4}"/>
          </ac:graphicFrameMkLst>
        </pc:graphicFrameChg>
        <pc:picChg chg="add mod">
          <ac:chgData name="Ivan Damnjanovic" userId="ac64187cd8522d98" providerId="LiveId" clId="{EE58FB6E-C789-424E-B3E5-404F60AE9177}" dt="2020-10-31T19:31:24.507" v="1583" actId="1076"/>
          <ac:picMkLst>
            <pc:docMk/>
            <pc:sldMk cId="[redacted]" sldId="302"/>
            <ac:picMk id="4" creationId="{63E7D9BB-72F5-3641-8F1E-F7AE0FD18F0D}"/>
          </ac:picMkLst>
        </pc:picChg>
        <pc:picChg chg="add mod">
          <ac:chgData name="Ivan Damnjanovic" userId="ac64187cd8522d98" providerId="LiveId" clId="{EE58FB6E-C789-424E-B3E5-404F60AE9177}" dt="2020-10-31T19:40:00.827" v="1679" actId="12789"/>
          <ac:picMkLst>
            <pc:docMk/>
            <pc:sldMk cId="[redacted]" sldId="302"/>
            <ac:picMk id="5" creationId="{26FD8721-D7E9-9846-BCF1-577F3733136E}"/>
          </ac:picMkLst>
        </pc:picChg>
        <pc:picChg chg="add mod">
          <ac:chgData name="Ivan Damnjanovic" userId="ac64187cd8522d98" providerId="LiveId" clId="{EE58FB6E-C789-424E-B3E5-404F60AE9177}" dt="2020-10-31T19:31:26.041" v="1584" actId="1076"/>
          <ac:picMkLst>
            <pc:docMk/>
            <pc:sldMk cId="[redacted]" sldId="302"/>
            <ac:picMk id="6" creationId="{DBA6DAF4-CB0D-934B-935B-EEE8242964C9}"/>
          </ac:picMkLst>
        </pc:picChg>
        <pc:picChg chg="add mod">
          <ac:chgData name="Ivan Damnjanovic" userId="ac64187cd8522d98" providerId="LiveId" clId="{EE58FB6E-C789-424E-B3E5-404F60AE9177}" dt="2020-10-31T19:31:31.015" v="1585" actId="1076"/>
          <ac:picMkLst>
            <pc:docMk/>
            <pc:sldMk cId="[redacted]" sldId="302"/>
            <ac:picMk id="7" creationId="{533F4CF7-9E93-6C48-9384-754D414EEB69}"/>
          </ac:picMkLst>
        </pc:picChg>
        <pc:picChg chg="add mod">
          <ac:chgData name="Ivan Damnjanovic" userId="ac64187cd8522d98" providerId="LiveId" clId="{EE58FB6E-C789-424E-B3E5-404F60AE9177}" dt="2020-10-31T19:40:06.660" v="1680" actId="12789"/>
          <ac:picMkLst>
            <pc:docMk/>
            <pc:sldMk cId="[redacted]" sldId="302"/>
            <ac:picMk id="8" creationId="{7A6D2AB9-2C88-884B-8089-B5D365E4C5EE}"/>
          </ac:picMkLst>
        </pc:picChg>
        <pc:picChg chg="add del mod">
          <ac:chgData name="Ivan Damnjanovic" userId="ac64187cd8522d98" providerId="LiveId" clId="{EE58FB6E-C789-424E-B3E5-404F60AE9177}" dt="2020-10-31T19:38:32.883" v="1642"/>
          <ac:picMkLst>
            <pc:docMk/>
            <pc:sldMk cId="[redacted]" sldId="302"/>
            <ac:picMk id="9" creationId="{01B6565E-BD2B-8F42-A414-58B04CCB8CF5}"/>
          </ac:picMkLst>
        </pc:picChg>
        <pc:picChg chg="add del mod">
          <ac:chgData name="Ivan Damnjanovic" userId="ac64187cd8522d98" providerId="LiveId" clId="{EE58FB6E-C789-424E-B3E5-404F60AE9177}" dt="2020-10-31T19:38:32.883" v="1642"/>
          <ac:picMkLst>
            <pc:docMk/>
            <pc:sldMk cId="[redacted]" sldId="302"/>
            <ac:picMk id="10" creationId="{84BE4FC3-7C4D-3843-B0C3-DD2F9EA254D8}"/>
          </ac:picMkLst>
        </pc:picChg>
        <pc:picChg chg="add del mod">
          <ac:chgData name="Ivan Damnjanovic" userId="ac64187cd8522d98" providerId="LiveId" clId="{EE58FB6E-C789-424E-B3E5-404F60AE9177}" dt="2020-10-31T19:38:32.883" v="1642"/>
          <ac:picMkLst>
            <pc:docMk/>
            <pc:sldMk cId="[redacted]" sldId="302"/>
            <ac:picMk id="11" creationId="{64950B75-35B2-FB47-BC76-BE666204EA39}"/>
          </ac:picMkLst>
        </pc:picChg>
        <pc:picChg chg="add del mod">
          <ac:chgData name="Ivan Damnjanovic" userId="ac64187cd8522d98" providerId="LiveId" clId="{EE58FB6E-C789-424E-B3E5-404F60AE9177}" dt="2020-10-31T19:38:32.883" v="1642"/>
          <ac:picMkLst>
            <pc:docMk/>
            <pc:sldMk cId="[redacted]" sldId="302"/>
            <ac:picMk id="12" creationId="{F54D171D-0303-7F4D-A86C-80D76F710080}"/>
          </ac:picMkLst>
        </pc:picChg>
        <pc:picChg chg="add del mod">
          <ac:chgData name="Ivan Damnjanovic" userId="ac64187cd8522d98" providerId="LiveId" clId="{EE58FB6E-C789-424E-B3E5-404F60AE9177}" dt="2020-10-31T19:38:32.883" v="1642"/>
          <ac:picMkLst>
            <pc:docMk/>
            <pc:sldMk cId="[redacted]" sldId="302"/>
            <ac:picMk id="13" creationId="{A0F24DCA-DCB7-124E-836D-20688308CC79}"/>
          </ac:picMkLst>
        </pc:picChg>
        <pc:picChg chg="add mod">
          <ac:chgData name="Ivan Damnjanovic" userId="ac64187cd8522d98" providerId="LiveId" clId="{EE58FB6E-C789-424E-B3E5-404F60AE9177}" dt="2020-10-31T19:40:22.442" v="1682" actId="1076"/>
          <ac:picMkLst>
            <pc:docMk/>
            <pc:sldMk cId="[redacted]" sldId="302"/>
            <ac:picMk id="14" creationId="{C209BF39-F140-944B-9A10-7675C9A93A47}"/>
          </ac:picMkLst>
        </pc:picChg>
        <pc:picChg chg="add mod">
          <ac:chgData name="Ivan Damnjanovic" userId="ac64187cd8522d98" providerId="LiveId" clId="{EE58FB6E-C789-424E-B3E5-404F60AE9177}" dt="2020-10-31T19:40:22.442" v="1682" actId="1076"/>
          <ac:picMkLst>
            <pc:docMk/>
            <pc:sldMk cId="[redacted]" sldId="302"/>
            <ac:picMk id="15" creationId="{B7668DFF-EFCE-964C-9725-6E59FF010C17}"/>
          </ac:picMkLst>
        </pc:picChg>
        <pc:picChg chg="add mod">
          <ac:chgData name="Ivan Damnjanovic" userId="ac64187cd8522d98" providerId="LiveId" clId="{EE58FB6E-C789-424E-B3E5-404F60AE9177}" dt="2020-10-31T19:40:22.442" v="1682" actId="1076"/>
          <ac:picMkLst>
            <pc:docMk/>
            <pc:sldMk cId="[redacted]" sldId="302"/>
            <ac:picMk id="16" creationId="{4F40A6B9-0732-B242-9985-FDD91B03428C}"/>
          </ac:picMkLst>
        </pc:picChg>
        <pc:picChg chg="add mod">
          <ac:chgData name="Ivan Damnjanovic" userId="ac64187cd8522d98" providerId="LiveId" clId="{EE58FB6E-C789-424E-B3E5-404F60AE9177}" dt="2020-10-31T19:40:22.442" v="1682" actId="1076"/>
          <ac:picMkLst>
            <pc:docMk/>
            <pc:sldMk cId="[redacted]" sldId="302"/>
            <ac:picMk id="17" creationId="{F2B4A95F-6EBD-DA41-A5FD-E5ACBB6E4C6D}"/>
          </ac:picMkLst>
        </pc:picChg>
        <pc:picChg chg="add mod">
          <ac:chgData name="Ivan Damnjanovic" userId="ac64187cd8522d98" providerId="LiveId" clId="{EE58FB6E-C789-424E-B3E5-404F60AE9177}" dt="2020-10-31T19:40:22.442" v="1682" actId="1076"/>
          <ac:picMkLst>
            <pc:docMk/>
            <pc:sldMk cId="[redacted]" sldId="302"/>
            <ac:picMk id="18" creationId="{85591DDA-D7E0-3C44-B4CF-FF[redacted]}"/>
          </ac:picMkLst>
        </pc:picChg>
        <pc:picChg chg="add mod">
          <ac:chgData name="Ivan Damnjanovic" userId="ac64187cd8522d98" providerId="LiveId" clId="{EE58FB6E-C789-424E-B3E5-404F60AE9177}" dt="2020-10-31T19:40:30.448" v="1683" actId="12788"/>
          <ac:picMkLst>
            <pc:docMk/>
            <pc:sldMk cId="[redacted]" sldId="302"/>
            <ac:picMk id="19" creationId="{F6C4814F-C657-7041-8DF1-2918C9F18327}"/>
          </ac:picMkLst>
        </pc:picChg>
        <pc:picChg chg="add mod">
          <ac:chgData name="Ivan Damnjanovic" userId="ac64187cd8522d98" providerId="LiveId" clId="{EE58FB6E-C789-424E-B3E5-404F60AE9177}" dt="2020-10-31T19:40:30.448" v="1683" actId="12788"/>
          <ac:picMkLst>
            <pc:docMk/>
            <pc:sldMk cId="[redacted]" sldId="302"/>
            <ac:picMk id="20" creationId="{D7D24DD2-C5F8-954A-A48B-38D1653D8003}"/>
          </ac:picMkLst>
        </pc:picChg>
        <pc:picChg chg="add mod">
          <ac:chgData name="Ivan Damnjanovic" userId="ac64187cd8522d98" providerId="LiveId" clId="{EE58FB6E-C789-424E-B3E5-404F60AE9177}" dt="2020-10-31T19:40:30.448" v="1683" actId="12788"/>
          <ac:picMkLst>
            <pc:docMk/>
            <pc:sldMk cId="[redacted]" sldId="302"/>
            <ac:picMk id="21" creationId="{148AD170-3314-1C4C-9537-FE95A6AC749F}"/>
          </ac:picMkLst>
        </pc:picChg>
        <pc:picChg chg="add mod">
          <ac:chgData name="Ivan Damnjanovic" userId="ac64187cd8522d98" providerId="LiveId" clId="{EE58FB6E-C789-424E-B3E5-404F60AE9177}" dt="2020-10-31T19:40:30.448" v="1683" actId="12788"/>
          <ac:picMkLst>
            <pc:docMk/>
            <pc:sldMk cId="[redacted]" sldId="302"/>
            <ac:picMk id="22" creationId="{940BC61D-DFBD-A342-AE7D-8FF6C63C0C44}"/>
          </ac:picMkLst>
        </pc:picChg>
        <pc:picChg chg="add mod">
          <ac:chgData name="Ivan Damnjanovic" userId="ac64187cd8522d98" providerId="LiveId" clId="{EE58FB6E-C789-424E-B3E5-404F60AE9177}" dt="2020-10-31T19:40:30.448" v="1683" actId="12788"/>
          <ac:picMkLst>
            <pc:docMk/>
            <pc:sldMk cId="[redacted]" sldId="302"/>
            <ac:picMk id="23" creationId="{54A182E0-8AB9-454A-9065-8CA6BA1C5E5C}"/>
          </ac:picMkLst>
        </pc:picChg>
        <pc:picChg chg="add mod">
          <ac:chgData name="Ivan Damnjanovic" userId="ac64187cd8522d98" providerId="LiveId" clId="{EE58FB6E-C789-424E-B3E5-404F60AE9177}" dt="2020-10-31T19:40:06.660" v="1680" actId="12789"/>
          <ac:picMkLst>
            <pc:docMk/>
            <pc:sldMk cId="[redacted]" sldId="302"/>
            <ac:picMk id="24" creationId="{746E86D1-9C90-7B40-BD3D-4BE691DEF2AC}"/>
          </ac:picMkLst>
        </pc:picChg>
        <pc:picChg chg="add mod">
          <ac:chgData name="Ivan Damnjanovic" userId="ac64187cd8522d98" providerId="LiveId" clId="{EE58FB6E-C789-424E-B3E5-404F60AE9177}" dt="2020-10-31T19:39:40.665" v="1675" actId="12788"/>
          <ac:picMkLst>
            <pc:docMk/>
            <pc:sldMk cId="[redacted]" sldId="302"/>
            <ac:picMk id="25" creationId="{65EC56A0-E2B5-4941-B455-CD1CB03D4F1A}"/>
          </ac:picMkLst>
        </pc:picChg>
        <pc:picChg chg="add mod">
          <ac:chgData name="Ivan Damnjanovic" userId="ac64187cd8522d98" providerId="LiveId" clId="{EE58FB6E-C789-424E-B3E5-404F60AE9177}" dt="2020-10-31T19:39:40.665" v="1675" actId="12788"/>
          <ac:picMkLst>
            <pc:docMk/>
            <pc:sldMk cId="[redacted]" sldId="302"/>
            <ac:picMk id="26" creationId="{5002CCD6-A3D9-7346-964A-AFC700DD330B}"/>
          </ac:picMkLst>
        </pc:picChg>
        <pc:picChg chg="add mod">
          <ac:chgData name="Ivan Damnjanovic" userId="ac64187cd8522d98" providerId="LiveId" clId="{EE58FB6E-C789-424E-B3E5-404F60AE9177}" dt="2020-10-31T19:40:00.827" v="1679" actId="12789"/>
          <ac:picMkLst>
            <pc:docMk/>
            <pc:sldMk cId="[redacted]" sldId="302"/>
            <ac:picMk id="27" creationId="{A0E7BF37-27D5-3741-ADE8-E469B1041A12}"/>
          </ac:picMkLst>
        </pc:picChg>
        <pc:picChg chg="add mod">
          <ac:chgData name="Ivan Damnjanovic" userId="ac64187cd8522d98" providerId="LiveId" clId="{EE58FB6E-C789-424E-B3E5-404F60AE9177}" dt="2020-10-31T19:39:40.665" v="1675" actId="12788"/>
          <ac:picMkLst>
            <pc:docMk/>
            <pc:sldMk cId="[redacted]" sldId="302"/>
            <ac:picMk id="28" creationId="{60444719-8585-2D47-BBCC-93CB2E9C81B5}"/>
          </ac:picMkLst>
        </pc:picChg>
      </pc:sldChg>
      <pc:sldChg chg="modSp new del mod">
        <pc:chgData name="Ivan Damnjanovic" userId="ac64187cd8522d98" providerId="LiveId" clId="{EE58FB6E-C789-424E-B3E5-404F60AE9177}" dt="2020-10-31T08:49:41.034" v="343" actId="2696"/>
        <pc:sldMkLst>
          <pc:docMk/>
          <pc:sldMk cId="[redacted]" sldId="303"/>
        </pc:sldMkLst>
        <pc:spChg chg="mod">
          <ac:chgData name="Ivan Damnjanovic" userId="ac64187cd8522d98" providerId="LiveId" clId="{EE58FB6E-C789-424E-B3E5-404F60AE9177}" dt="2020-10-30T21:29:11.718" v="139" actId="207"/>
          <ac:spMkLst>
            <pc:docMk/>
            <pc:sldMk cId="[redacted]" sldId="303"/>
            <ac:spMk id="2" creationId="{C40B32B2-0C76-EC40-BD2B-0D635705A482}"/>
          </ac:spMkLst>
        </pc:spChg>
      </pc:sldChg>
      <pc:sldChg chg="modSp add mod">
        <pc:chgData name="Ivan Damnjanovic" userId="ac64187cd8522d98" providerId="LiveId" clId="{EE58FB6E-C789-424E-B3E5-404F60AE9177}" dt="2020-10-31T21:11:37.881" v="1916" actId="207"/>
        <pc:sldMkLst>
          <pc:docMk/>
          <pc:sldMk cId="193669708" sldId="304"/>
        </pc:sldMkLst>
        <pc:spChg chg="mod">
          <ac:chgData name="Ivan Damnjanovic" userId="ac64187cd8522d98" providerId="LiveId" clId="{EE58FB6E-C789-424E-B3E5-404F60AE9177}" dt="2020-10-31T21:11:15.695" v="1912" actId="207"/>
          <ac:spMkLst>
            <pc:docMk/>
            <pc:sldMk cId="193669708" sldId="304"/>
            <ac:spMk id="257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21:11:11.614" v="1911" actId="207"/>
          <ac:spMkLst>
            <pc:docMk/>
            <pc:sldMk cId="193669708" sldId="304"/>
            <ac:spMk id="258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21:11:07.897" v="1910" actId="207"/>
          <ac:spMkLst>
            <pc:docMk/>
            <pc:sldMk cId="193669708" sldId="304"/>
            <ac:spMk id="259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21:11:02.882" v="1909" actId="207"/>
          <ac:spMkLst>
            <pc:docMk/>
            <pc:sldMk cId="193669708" sldId="304"/>
            <ac:spMk id="260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21:10:42.375" v="1907" actId="207"/>
          <ac:spMkLst>
            <pc:docMk/>
            <pc:sldMk cId="193669708" sldId="304"/>
            <ac:spMk id="261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21:10:58.418" v="1908" actId="207"/>
          <ac:spMkLst>
            <pc:docMk/>
            <pc:sldMk cId="193669708" sldId="304"/>
            <ac:spMk id="262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47.349" v="167" actId="207"/>
          <ac:spMkLst>
            <pc:docMk/>
            <pc:sldMk cId="193669708" sldId="304"/>
            <ac:spMk id="263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67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68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69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70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71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72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73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74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75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76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77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78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79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80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81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82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83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84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85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86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87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88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89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90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91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92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21:11:37.881" v="1916" actId="207"/>
          <ac:spMkLst>
            <pc:docMk/>
            <pc:sldMk cId="193669708" sldId="304"/>
            <ac:spMk id="293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96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97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98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299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300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301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302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3:26.088" v="166" actId="207"/>
          <ac:spMkLst>
            <pc:docMk/>
            <pc:sldMk cId="193669708" sldId="304"/>
            <ac:spMk id="303" creationId="{00000000-0000-0000-0000-000000000000}"/>
          </ac:spMkLst>
        </pc:spChg>
        <pc:picChg chg="mod">
          <ac:chgData name="Ivan Damnjanovic" userId="ac64187cd8522d98" providerId="LiveId" clId="{EE58FB6E-C789-424E-B3E5-404F60AE9177}" dt="2020-10-30T21:35:07.318" v="188"/>
          <ac:picMkLst>
            <pc:docMk/>
            <pc:sldMk cId="193669708" sldId="304"/>
            <ac:picMk id="294" creationId="{00000000-0000-0000-0000-000000000000}"/>
          </ac:picMkLst>
        </pc:picChg>
        <pc:picChg chg="mod">
          <ac:chgData name="Ivan Damnjanovic" userId="ac64187cd8522d98" providerId="LiveId" clId="{EE58FB6E-C789-424E-B3E5-404F60AE9177}" dt="2020-10-30T21:35:07.318" v="188"/>
          <ac:picMkLst>
            <pc:docMk/>
            <pc:sldMk cId="193669708" sldId="304"/>
            <ac:picMk id="295" creationId="{00000000-0000-0000-0000-000000000000}"/>
          </ac:picMkLst>
        </pc:picChg>
        <pc:picChg chg="mod">
          <ac:chgData name="Ivan Damnjanovic" userId="ac64187cd8522d98" providerId="LiveId" clId="{EE58FB6E-C789-424E-B3E5-404F60AE9177}" dt="2020-10-30T21:35:07.318" v="188"/>
          <ac:picMkLst>
            <pc:docMk/>
            <pc:sldMk cId="193669708" sldId="304"/>
            <ac:picMk id="304" creationId="{00000000-0000-0000-0000-000000000000}"/>
          </ac:picMkLst>
        </pc:picChg>
        <pc:cxnChg chg="mod">
          <ac:chgData name="Ivan Damnjanovic" userId="ac64187cd8522d98" providerId="LiveId" clId="{EE58FB6E-C789-424E-B3E5-404F60AE9177}" dt="2020-10-31T08:51:55.476" v="409" actId="208"/>
          <ac:cxnSpMkLst>
            <pc:docMk/>
            <pc:sldMk cId="193669708" sldId="304"/>
            <ac:cxnSpMk id="264" creationId="{00000000-0000-0000-0000-000000000000}"/>
          </ac:cxnSpMkLst>
        </pc:cxnChg>
        <pc:cxnChg chg="mod">
          <ac:chgData name="Ivan Damnjanovic" userId="ac64187cd8522d98" providerId="LiveId" clId="{EE58FB6E-C789-424E-B3E5-404F60AE9177}" dt="2020-10-31T08:51:55.476" v="409" actId="208"/>
          <ac:cxnSpMkLst>
            <pc:docMk/>
            <pc:sldMk cId="193669708" sldId="304"/>
            <ac:cxnSpMk id="265" creationId="{00000000-0000-0000-0000-000000000000}"/>
          </ac:cxnSpMkLst>
        </pc:cxnChg>
        <pc:cxnChg chg="mod">
          <ac:chgData name="Ivan Damnjanovic" userId="ac64187cd8522d98" providerId="LiveId" clId="{EE58FB6E-C789-424E-B3E5-404F60AE9177}" dt="2020-10-31T08:51:55.476" v="409" actId="208"/>
          <ac:cxnSpMkLst>
            <pc:docMk/>
            <pc:sldMk cId="193669708" sldId="304"/>
            <ac:cxnSpMk id="266" creationId="{00000000-0000-0000-0000-000000000000}"/>
          </ac:cxnSpMkLst>
        </pc:cxnChg>
      </pc:sldChg>
      <pc:sldChg chg="addSp delSp modSp add del mod">
        <pc:chgData name="Ivan Damnjanovic" userId="ac64187cd8522d98" providerId="LiveId" clId="{EE58FB6E-C789-424E-B3E5-404F60AE9177}" dt="2020-10-30T21:33:18.768" v="164" actId="2696"/>
        <pc:sldMkLst>
          <pc:docMk/>
          <pc:sldMk cId="[redacted]" sldId="304"/>
        </pc:sldMkLst>
        <pc:spChg chg="mod">
          <ac:chgData name="Ivan Damnjanovic" userId="ac64187cd8522d98" providerId="LiveId" clId="{EE58FB6E-C789-424E-B3E5-404F60AE9177}" dt="2020-10-30T21:31:16.232" v="161" actId="20577"/>
          <ac:spMkLst>
            <pc:docMk/>
            <pc:sldMk cId="[redacted]" sldId="304"/>
            <ac:spMk id="2" creationId="{44E3AFCC-A3B7-DE4A-908D-49B251BF36E0}"/>
          </ac:spMkLst>
        </pc:spChg>
        <pc:spChg chg="add del">
          <ac:chgData name="Ivan Damnjanovic" userId="ac64187cd8522d98" providerId="LiveId" clId="{EE58FB6E-C789-424E-B3E5-404F60AE9177}" dt="2020-10-30T21:31:30.211" v="163"/>
          <ac:spMkLst>
            <pc:docMk/>
            <pc:sldMk cId="[redacted]" sldId="304"/>
            <ac:spMk id="3" creationId="{104D62E2-6826-9448-B05B-36933DE999D4}"/>
          </ac:spMkLst>
        </pc:spChg>
        <pc:picChg chg="add del">
          <ac:chgData name="Ivan Damnjanovic" userId="ac64187cd8522d98" providerId="LiveId" clId="{EE58FB6E-C789-424E-B3E5-404F60AE9177}" dt="2020-10-30T21:31:30.211" v="163"/>
          <ac:picMkLst>
            <pc:docMk/>
            <pc:sldMk cId="[redacted]" sldId="304"/>
            <ac:picMk id="3074" creationId="{7A4AC49A-B007-1249-BBFA-38D8B54F3B01}"/>
          </ac:picMkLst>
        </pc:picChg>
        <pc:picChg chg="add del">
          <ac:chgData name="Ivan Damnjanovic" userId="ac64187cd8522d98" providerId="LiveId" clId="{EE58FB6E-C789-424E-B3E5-404F60AE9177}" dt="2020-10-30T21:31:30.211" v="163"/>
          <ac:picMkLst>
            <pc:docMk/>
            <pc:sldMk cId="[redacted]" sldId="304"/>
            <ac:picMk id="3075" creationId="{D45E27EA-DD4D-4D45-862C-047E4343F027}"/>
          </ac:picMkLst>
        </pc:picChg>
        <pc:picChg chg="add del">
          <ac:chgData name="Ivan Damnjanovic" userId="ac64187cd8522d98" providerId="LiveId" clId="{EE58FB6E-C789-424E-B3E5-404F60AE9177}" dt="2020-10-30T21:31:30.211" v="163"/>
          <ac:picMkLst>
            <pc:docMk/>
            <pc:sldMk cId="[redacted]" sldId="304"/>
            <ac:picMk id="3076" creationId="{204BFCAE-8B3C-3C4C-8919-AE93892A2D4A}"/>
          </ac:picMkLst>
        </pc:picChg>
      </pc:sldChg>
      <pc:sldChg chg="modSp add del mod">
        <pc:chgData name="Ivan Damnjanovic" userId="ac64187cd8522d98" providerId="LiveId" clId="{EE58FB6E-C789-424E-B3E5-404F60AE9177}" dt="2020-10-31T08:49:12.791" v="324" actId="2696"/>
        <pc:sldMkLst>
          <pc:docMk/>
          <pc:sldMk cId="[redacted]" sldId="305"/>
        </pc:sldMkLst>
        <pc:spChg chg="mod">
          <ac:chgData name="Ivan Damnjanovic" userId="ac64187cd8522d98" providerId="LiveId" clId="{EE58FB6E-C789-424E-B3E5-404F60AE9177}" dt="2020-10-30T21:33:56.721" v="179" actId="20577"/>
          <ac:spMkLst>
            <pc:docMk/>
            <pc:sldMk cId="[redacted]" sldId="305"/>
            <ac:spMk id="2" creationId="{44E3AFCC-A3B7-DE4A-908D-49B251BF36E0}"/>
          </ac:spMkLst>
        </pc:spChg>
      </pc:sldChg>
      <pc:sldChg chg="modSp add del mod modNotesTx">
        <pc:chgData name="Ivan Damnjanovic" userId="ac64187cd8522d98" providerId="LiveId" clId="{EE58FB6E-C789-424E-B3E5-404F60AE9177}" dt="2020-10-31T19:15:15.555" v="1169" actId="2696"/>
        <pc:sldMkLst>
          <pc:docMk/>
          <pc:sldMk cId="[redacted]" sldId="306"/>
        </pc:sldMkLst>
        <pc:spChg chg="mod">
          <ac:chgData name="Ivan Damnjanovic" userId="ac64187cd8522d98" providerId="LiveId" clId="{EE58FB6E-C789-424E-B3E5-404F60AE9177}" dt="2020-10-31T09:16:07.231" v="954" actId="20577"/>
          <ac:spMkLst>
            <pc:docMk/>
            <pc:sldMk cId="[redacted]" sldId="306"/>
            <ac:spMk id="76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4:59.235" v="187" actId="13822"/>
          <ac:spMkLst>
            <pc:docMk/>
            <pc:sldMk cId="[redacted]" sldId="306"/>
            <ac:spMk id="77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4:59.235" v="187" actId="13822"/>
          <ac:spMkLst>
            <pc:docMk/>
            <pc:sldMk cId="[redacted]" sldId="306"/>
            <ac:spMk id="78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0T21:34:59.235" v="187" actId="13822"/>
          <ac:spMkLst>
            <pc:docMk/>
            <pc:sldMk cId="[redacted]" sldId="306"/>
            <ac:spMk id="81" creationId="{00000000-0000-0000-0000-000000000000}"/>
          </ac:spMkLst>
        </pc:spChg>
        <pc:graphicFrameChg chg="mod modGraphic">
          <ac:chgData name="Ivan Damnjanovic" userId="ac64187cd8522d98" providerId="LiveId" clId="{EE58FB6E-C789-424E-B3E5-404F60AE9177}" dt="2020-10-31T16:20:33.904" v="1118" actId="403"/>
          <ac:graphicFrameMkLst>
            <pc:docMk/>
            <pc:sldMk cId="[redacted]" sldId="306"/>
            <ac:graphicFrameMk id="79" creationId="{00000000-0000-0000-0000-000000000000}"/>
          </ac:graphicFrameMkLst>
        </pc:graphicFrameChg>
        <pc:picChg chg="mod">
          <ac:chgData name="Ivan Damnjanovic" userId="ac64187cd8522d98" providerId="LiveId" clId="{EE58FB6E-C789-424E-B3E5-404F60AE9177}" dt="2020-10-30T21:34:52.842" v="186"/>
          <ac:picMkLst>
            <pc:docMk/>
            <pc:sldMk cId="[redacted]" sldId="306"/>
            <ac:picMk id="80" creationId="{00000000-0000-0000-0000-000000000000}"/>
          </ac:picMkLst>
        </pc:picChg>
        <pc:picChg chg="mod">
          <ac:chgData name="Ivan Damnjanovic" userId="ac64187cd8522d98" providerId="LiveId" clId="{EE58FB6E-C789-424E-B3E5-404F60AE9177}" dt="2020-10-30T21:34:52.842" v="186"/>
          <ac:picMkLst>
            <pc:docMk/>
            <pc:sldMk cId="[redacted]" sldId="306"/>
            <ac:picMk id="82" creationId="{00000000-0000-0000-0000-000000000000}"/>
          </ac:picMkLst>
        </pc:picChg>
        <pc:picChg chg="mod">
          <ac:chgData name="Ivan Damnjanovic" userId="ac64187cd8522d98" providerId="LiveId" clId="{EE58FB6E-C789-424E-B3E5-404F60AE9177}" dt="2020-10-30T21:34:52.842" v="186"/>
          <ac:picMkLst>
            <pc:docMk/>
            <pc:sldMk cId="[redacted]" sldId="306"/>
            <ac:picMk id="83" creationId="{00000000-0000-0000-0000-000000000000}"/>
          </ac:picMkLst>
        </pc:picChg>
        <pc:picChg chg="mod">
          <ac:chgData name="Ivan Damnjanovic" userId="ac64187cd8522d98" providerId="LiveId" clId="{EE58FB6E-C789-424E-B3E5-404F60AE9177}" dt="2020-10-30T21:34:52.842" v="186"/>
          <ac:picMkLst>
            <pc:docMk/>
            <pc:sldMk cId="[redacted]" sldId="306"/>
            <ac:picMk id="84" creationId="{00000000-0000-0000-0000-000000000000}"/>
          </ac:picMkLst>
        </pc:picChg>
      </pc:sldChg>
      <pc:sldChg chg="modSp add mod ord setBg modNotesTx">
        <pc:chgData name="Ivan Damnjanovic" userId="ac64187cd8522d98" providerId="LiveId" clId="{EE58FB6E-C789-424E-B3E5-404F60AE9177}" dt="2020-10-31T21:03:35.878" v="1889" actId="20577"/>
        <pc:sldMkLst>
          <pc:docMk/>
          <pc:sldMk cId="[redacted]" sldId="307"/>
        </pc:sldMkLst>
        <pc:spChg chg="mod">
          <ac:chgData name="Ivan Damnjanovic" userId="ac64187cd8522d98" providerId="LiveId" clId="{EE58FB6E-C789-424E-B3E5-404F60AE9177}" dt="2020-10-30T21:38:39.216" v="264"/>
          <ac:spMkLst>
            <pc:docMk/>
            <pc:sldMk cId="[redacted]" sldId="307"/>
            <ac:spMk id="189" creationId="{00000000-0000-0000-0000-000000000000}"/>
          </ac:spMkLst>
        </pc:spChg>
        <pc:graphicFrameChg chg="mod modGraphic">
          <ac:chgData name="Ivan Damnjanovic" userId="ac64187cd8522d98" providerId="LiveId" clId="{EE58FB6E-C789-424E-B3E5-404F60AE9177}" dt="2020-10-31T21:03:35.878" v="1889" actId="20577"/>
          <ac:graphicFrameMkLst>
            <pc:docMk/>
            <pc:sldMk cId="[redacted]" sldId="307"/>
            <ac:graphicFrameMk id="179" creationId="{00000000-0000-0000-0000-000000000000}"/>
          </ac:graphicFrameMkLst>
        </pc:graphicFrameChg>
        <pc:picChg chg="mod">
          <ac:chgData name="Ivan Damnjanovic" userId="ac64187cd8522d98" providerId="LiveId" clId="{EE58FB6E-C789-424E-B3E5-404F60AE9177}" dt="2020-10-30T21:38:39.216" v="264"/>
          <ac:picMkLst>
            <pc:docMk/>
            <pc:sldMk cId="[redacted]" sldId="307"/>
            <ac:picMk id="180" creationId="{00000000-0000-0000-0000-000000000000}"/>
          </ac:picMkLst>
        </pc:picChg>
        <pc:picChg chg="mod">
          <ac:chgData name="Ivan Damnjanovic" userId="ac64187cd8522d98" providerId="LiveId" clId="{EE58FB6E-C789-424E-B3E5-404F60AE9177}" dt="2020-10-30T21:38:39.216" v="264"/>
          <ac:picMkLst>
            <pc:docMk/>
            <pc:sldMk cId="[redacted]" sldId="307"/>
            <ac:picMk id="181" creationId="{00000000-0000-0000-0000-000000000000}"/>
          </ac:picMkLst>
        </pc:picChg>
        <pc:picChg chg="mod">
          <ac:chgData name="Ivan Damnjanovic" userId="ac64187cd8522d98" providerId="LiveId" clId="{EE58FB6E-C789-424E-B3E5-404F60AE9177}" dt="2020-10-30T21:38:39.216" v="264"/>
          <ac:picMkLst>
            <pc:docMk/>
            <pc:sldMk cId="[redacted]" sldId="307"/>
            <ac:picMk id="182" creationId="{00000000-0000-0000-0000-000000000000}"/>
          </ac:picMkLst>
        </pc:picChg>
        <pc:picChg chg="mod">
          <ac:chgData name="Ivan Damnjanovic" userId="ac64187cd8522d98" providerId="LiveId" clId="{EE58FB6E-C789-424E-B3E5-404F60AE9177}" dt="2020-10-30T21:38:39.216" v="264"/>
          <ac:picMkLst>
            <pc:docMk/>
            <pc:sldMk cId="[redacted]" sldId="307"/>
            <ac:picMk id="183" creationId="{00000000-0000-0000-0000-000000000000}"/>
          </ac:picMkLst>
        </pc:picChg>
        <pc:picChg chg="mod">
          <ac:chgData name="Ivan Damnjanovic" userId="ac64187cd8522d98" providerId="LiveId" clId="{EE58FB6E-C789-424E-B3E5-404F60AE9177}" dt="2020-10-31T15:37:19.072" v="1114" actId="1036"/>
          <ac:picMkLst>
            <pc:docMk/>
            <pc:sldMk cId="[redacted]" sldId="307"/>
            <ac:picMk id="184" creationId="{00000000-0000-0000-0000-000000000000}"/>
          </ac:picMkLst>
        </pc:picChg>
        <pc:picChg chg="mod">
          <ac:chgData name="Ivan Damnjanovic" userId="ac64187cd8522d98" providerId="LiveId" clId="{EE58FB6E-C789-424E-B3E5-404F60AE9177}" dt="2020-10-30T21:38:39.216" v="264"/>
          <ac:picMkLst>
            <pc:docMk/>
            <pc:sldMk cId="[redacted]" sldId="307"/>
            <ac:picMk id="185" creationId="{00000000-0000-0000-0000-000000000000}"/>
          </ac:picMkLst>
        </pc:picChg>
        <pc:picChg chg="mod">
          <ac:chgData name="Ivan Damnjanovic" userId="ac64187cd8522d98" providerId="LiveId" clId="{EE58FB6E-C789-424E-B3E5-404F60AE9177}" dt="2020-10-30T21:38:39.216" v="264"/>
          <ac:picMkLst>
            <pc:docMk/>
            <pc:sldMk cId="[redacted]" sldId="307"/>
            <ac:picMk id="186" creationId="{00000000-0000-0000-0000-000000000000}"/>
          </ac:picMkLst>
        </pc:picChg>
        <pc:picChg chg="mod">
          <ac:chgData name="Ivan Damnjanovic" userId="ac64187cd8522d98" providerId="LiveId" clId="{EE58FB6E-C789-424E-B3E5-404F60AE9177}" dt="2020-10-31T15:37:19.072" v="1114" actId="1036"/>
          <ac:picMkLst>
            <pc:docMk/>
            <pc:sldMk cId="[redacted]" sldId="307"/>
            <ac:picMk id="187" creationId="{00000000-0000-0000-0000-000000000000}"/>
          </ac:picMkLst>
        </pc:picChg>
        <pc:picChg chg="mod">
          <ac:chgData name="Ivan Damnjanovic" userId="ac64187cd8522d98" providerId="LiveId" clId="{EE58FB6E-C789-424E-B3E5-404F60AE9177}" dt="2020-10-30T21:38:39.216" v="264"/>
          <ac:picMkLst>
            <pc:docMk/>
            <pc:sldMk cId="[redacted]" sldId="307"/>
            <ac:picMk id="188" creationId="{00000000-0000-0000-0000-000000000000}"/>
          </ac:picMkLst>
        </pc:picChg>
        <pc:cxnChg chg="mod">
          <ac:chgData name="Ivan Damnjanovic" userId="ac64187cd8522d98" providerId="LiveId" clId="{EE58FB6E-C789-424E-B3E5-404F60AE9177}" dt="2020-10-31T09:18:43.119" v="976" actId="1582"/>
          <ac:cxnSpMkLst>
            <pc:docMk/>
            <pc:sldMk cId="[redacted]" sldId="307"/>
            <ac:cxnSpMk id="190" creationId="{00000000-0000-0000-0000-000000000000}"/>
          </ac:cxnSpMkLst>
        </pc:cxnChg>
        <pc:cxnChg chg="mod">
          <ac:chgData name="Ivan Damnjanovic" userId="ac64187cd8522d98" providerId="LiveId" clId="{EE58FB6E-C789-424E-B3E5-404F60AE9177}" dt="2020-10-31T09:18:43.119" v="976" actId="1582"/>
          <ac:cxnSpMkLst>
            <pc:docMk/>
            <pc:sldMk cId="[redacted]" sldId="307"/>
            <ac:cxnSpMk id="191" creationId="{00000000-0000-0000-0000-000000000000}"/>
          </ac:cxnSpMkLst>
        </pc:cxnChg>
        <pc:cxnChg chg="mod">
          <ac:chgData name="Ivan Damnjanovic" userId="ac64187cd8522d98" providerId="LiveId" clId="{EE58FB6E-C789-424E-B3E5-404F60AE9177}" dt="2020-10-31T09:18:43.119" v="976" actId="1582"/>
          <ac:cxnSpMkLst>
            <pc:docMk/>
            <pc:sldMk cId="[redacted]" sldId="307"/>
            <ac:cxnSpMk id="192" creationId="{00000000-0000-0000-0000-000000000000}"/>
          </ac:cxnSpMkLst>
        </pc:cxnChg>
        <pc:cxnChg chg="mod">
          <ac:chgData name="Ivan Damnjanovic" userId="ac64187cd8522d98" providerId="LiveId" clId="{EE58FB6E-C789-424E-B3E5-404F60AE9177}" dt="2020-10-31T09:18:43.119" v="976" actId="1582"/>
          <ac:cxnSpMkLst>
            <pc:docMk/>
            <pc:sldMk cId="[redacted]" sldId="307"/>
            <ac:cxnSpMk id="193" creationId="{00000000-0000-0000-0000-000000000000}"/>
          </ac:cxnSpMkLst>
        </pc:cxnChg>
      </pc:sldChg>
      <pc:sldChg chg="addSp delSp modSp new mod modClrScheme chgLayout">
        <pc:chgData name="Ivan Damnjanovic" userId="ac64187cd8522d98" providerId="LiveId" clId="{EE58FB6E-C789-424E-B3E5-404F60AE9177}" dt="2020-10-31T20:39:10.347" v="1739" actId="14100"/>
        <pc:sldMkLst>
          <pc:docMk/>
          <pc:sldMk cId="[redacted]" sldId="308"/>
        </pc:sldMkLst>
        <pc:spChg chg="add mod ord">
          <ac:chgData name="Ivan Damnjanovic" userId="ac64187cd8522d98" providerId="LiveId" clId="{EE58FB6E-C789-424E-B3E5-404F60AE9177}" dt="2020-10-31T20:38:38.045" v="1735" actId="700"/>
          <ac:spMkLst>
            <pc:docMk/>
            <pc:sldMk cId="[redacted]" sldId="308"/>
            <ac:spMk id="2" creationId="{CA2C8FD2-2625-B84D-AA4C-8328E3768912}"/>
          </ac:spMkLst>
        </pc:spChg>
        <pc:spChg chg="add del mod ord">
          <ac:chgData name="Ivan Damnjanovic" userId="ac64187cd8522d98" providerId="LiveId" clId="{EE58FB6E-C789-424E-B3E5-404F60AE9177}" dt="2020-10-31T20:38:38.045" v="1735" actId="700"/>
          <ac:spMkLst>
            <pc:docMk/>
            <pc:sldMk cId="[redacted]" sldId="308"/>
            <ac:spMk id="8" creationId="{376945CC-5BE0-0E45-A80B-8C8E4DB67BD5}"/>
          </ac:spMkLst>
        </pc:spChg>
        <pc:picChg chg="add del mod">
          <ac:chgData name="Ivan Damnjanovic" userId="ac64187cd8522d98" providerId="LiveId" clId="{EE58FB6E-C789-424E-B3E5-404F60AE9177}" dt="2020-10-31T09:07:58.692" v="640" actId="478"/>
          <ac:picMkLst>
            <pc:docMk/>
            <pc:sldMk cId="[redacted]" sldId="308"/>
            <ac:picMk id="3" creationId="{0A384DAD-E7E3-3246-B2D9-BBA10BC00BD9}"/>
          </ac:picMkLst>
        </pc:picChg>
        <pc:picChg chg="add del mod">
          <ac:chgData name="Ivan Damnjanovic" userId="ac64187cd8522d98" providerId="LiveId" clId="{EE58FB6E-C789-424E-B3E5-404F60AE9177}" dt="2020-10-31T20:16:23.045" v="1723" actId="478"/>
          <ac:picMkLst>
            <pc:docMk/>
            <pc:sldMk cId="[redacted]" sldId="308"/>
            <ac:picMk id="4" creationId="{0E500EB0-BEC2-7843-A260-0B740CE3FC5D}"/>
          </ac:picMkLst>
        </pc:picChg>
        <pc:picChg chg="add del mod">
          <ac:chgData name="Ivan Damnjanovic" userId="ac64187cd8522d98" providerId="LiveId" clId="{EE58FB6E-C789-424E-B3E5-404F60AE9177}" dt="2020-10-31T20:37:53.745" v="1727" actId="478"/>
          <ac:picMkLst>
            <pc:docMk/>
            <pc:sldMk cId="[redacted]" sldId="308"/>
            <ac:picMk id="5" creationId="{5478CA97-E4F1-4A4C-8538-2B41A0815303}"/>
          </ac:picMkLst>
        </pc:picChg>
        <pc:picChg chg="add mod">
          <ac:chgData name="Ivan Damnjanovic" userId="ac64187cd8522d98" providerId="LiveId" clId="{EE58FB6E-C789-424E-B3E5-404F60AE9177}" dt="2020-10-31T20:39:10.347" v="1739" actId="14100"/>
          <ac:picMkLst>
            <pc:docMk/>
            <pc:sldMk cId="[redacted]" sldId="308"/>
            <ac:picMk id="7" creationId="{740EE88D-1A19-4642-923D-6AC4BFD31FD8}"/>
          </ac:picMkLst>
        </pc:picChg>
      </pc:sldChg>
      <pc:sldChg chg="addSp delSp modSp new del mod modClrScheme chgLayout">
        <pc:chgData name="Ivan Damnjanovic" userId="ac64187cd8522d98" providerId="LiveId" clId="{EE58FB6E-C789-424E-B3E5-404F60AE9177}" dt="2020-10-31T19:27:38.166" v="1551" actId="2696"/>
        <pc:sldMkLst>
          <pc:docMk/>
          <pc:sldMk cId="1962709831" sldId="309"/>
        </pc:sldMkLst>
        <pc:spChg chg="del mod ord">
          <ac:chgData name="Ivan Damnjanovic" userId="ac64187cd8522d98" providerId="LiveId" clId="{EE58FB6E-C789-424E-B3E5-404F60AE9177}" dt="2020-10-31T08:49:55.622" v="345" actId="700"/>
          <ac:spMkLst>
            <pc:docMk/>
            <pc:sldMk cId="1962709831" sldId="309"/>
            <ac:spMk id="2" creationId="{E6F0ADFD-BB45-8840-95DC-F316863E07C3}"/>
          </ac:spMkLst>
        </pc:spChg>
        <pc:spChg chg="add mod ord">
          <ac:chgData name="Ivan Damnjanovic" userId="ac64187cd8522d98" providerId="LiveId" clId="{EE58FB6E-C789-424E-B3E5-404F60AE9177}" dt="2020-10-31T08:49:59.167" v="354" actId="207"/>
          <ac:spMkLst>
            <pc:docMk/>
            <pc:sldMk cId="1962709831" sldId="309"/>
            <ac:spMk id="3" creationId="{9EA47001-5278-E149-8D82-82F005D0FC96}"/>
          </ac:spMkLst>
        </pc:spChg>
        <pc:spChg chg="add del mod ord">
          <ac:chgData name="Ivan Damnjanovic" userId="ac64187cd8522d98" providerId="LiveId" clId="{EE58FB6E-C789-424E-B3E5-404F60AE9177}" dt="2020-10-31T08:50:02.772" v="355" actId="478"/>
          <ac:spMkLst>
            <pc:docMk/>
            <pc:sldMk cId="1962709831" sldId="309"/>
            <ac:spMk id="4" creationId="{B2424601-0C57-3849-85A6-8CB6139C2FCE}"/>
          </ac:spMkLst>
        </pc:spChg>
      </pc:sldChg>
      <pc:sldChg chg="modSp new del mod">
        <pc:chgData name="Ivan Damnjanovic" userId="ac64187cd8522d98" providerId="LiveId" clId="{EE58FB6E-C789-424E-B3E5-404F60AE9177}" dt="2020-10-31T09:11:54.238" v="777" actId="2696"/>
        <pc:sldMkLst>
          <pc:docMk/>
          <pc:sldMk cId="1424570238" sldId="310"/>
        </pc:sldMkLst>
        <pc:spChg chg="mod">
          <ac:chgData name="Ivan Damnjanovic" userId="ac64187cd8522d98" providerId="LiveId" clId="{EE58FB6E-C789-424E-B3E5-404F60AE9177}" dt="2020-10-31T08:53:51.391" v="432" actId="20577"/>
          <ac:spMkLst>
            <pc:docMk/>
            <pc:sldMk cId="1424570238" sldId="310"/>
            <ac:spMk id="2" creationId="{01CFFB22-98D7-BF4C-97CC-6C3354451AA6}"/>
          </ac:spMkLst>
        </pc:spChg>
      </pc:sldChg>
      <pc:sldChg chg="addSp modSp add del mod">
        <pc:chgData name="Ivan Damnjanovic" userId="ac64187cd8522d98" providerId="LiveId" clId="{EE58FB6E-C789-424E-B3E5-404F60AE9177}" dt="2020-10-31T19:25:47.226" v="1523" actId="2696"/>
        <pc:sldMkLst>
          <pc:docMk/>
          <pc:sldMk cId="432740962" sldId="311"/>
        </pc:sldMkLst>
        <pc:spChg chg="mod">
          <ac:chgData name="Ivan Damnjanovic" userId="ac64187cd8522d98" providerId="LiveId" clId="{EE58FB6E-C789-424E-B3E5-404F60AE9177}" dt="2020-10-31T08:53:55.494" v="443" actId="20577"/>
          <ac:spMkLst>
            <pc:docMk/>
            <pc:sldMk cId="432740962" sldId="311"/>
            <ac:spMk id="2" creationId="{01CFFB22-98D7-BF4C-97CC-6C3354451AA6}"/>
          </ac:spMkLst>
        </pc:spChg>
        <pc:spChg chg="add mod">
          <ac:chgData name="Ivan Damnjanovic" userId="ac64187cd8522d98" providerId="LiveId" clId="{EE58FB6E-C789-424E-B3E5-404F60AE9177}" dt="2020-10-31T19:24:35.285" v="1421" actId="5793"/>
          <ac:spMkLst>
            <pc:docMk/>
            <pc:sldMk cId="432740962" sldId="311"/>
            <ac:spMk id="3" creationId="{86F70A67-5CB8-3644-8325-8D4BA04B7C70}"/>
          </ac:spMkLst>
        </pc:spChg>
      </pc:sldChg>
      <pc:sldChg chg="modSp add del mod">
        <pc:chgData name="Ivan Damnjanovic" userId="ac64187cd8522d98" providerId="LiveId" clId="{EE58FB6E-C789-424E-B3E5-404F60AE9177}" dt="2020-10-31T19:25:11.479" v="1501" actId="2696"/>
        <pc:sldMkLst>
          <pc:docMk/>
          <pc:sldMk cId="[redacted]" sldId="312"/>
        </pc:sldMkLst>
        <pc:spChg chg="mod">
          <ac:chgData name="Ivan Damnjanovic" userId="ac64187cd8522d98" providerId="LiveId" clId="{EE58FB6E-C789-424E-B3E5-404F60AE9177}" dt="2020-10-31T08:54:00.638" v="452" actId="20577"/>
          <ac:spMkLst>
            <pc:docMk/>
            <pc:sldMk cId="[redacted]" sldId="312"/>
            <ac:spMk id="2" creationId="{01CFFB22-98D7-BF4C-97CC-6C3354451AA6}"/>
          </ac:spMkLst>
        </pc:spChg>
      </pc:sldChg>
      <pc:sldChg chg="modSp new mod">
        <pc:chgData name="Ivan Damnjanovic" userId="ac64187cd8522d98" providerId="LiveId" clId="{EE58FB6E-C789-424E-B3E5-404F60AE9177}" dt="2020-10-31T08:54:03.838" v="457" actId="20577"/>
        <pc:sldMkLst>
          <pc:docMk/>
          <pc:sldMk cId="593801365" sldId="313"/>
        </pc:sldMkLst>
        <pc:spChg chg="mod">
          <ac:chgData name="Ivan Damnjanovic" userId="ac64187cd8522d98" providerId="LiveId" clId="{EE58FB6E-C789-424E-B3E5-404F60AE9177}" dt="2020-10-31T08:54:03.838" v="457" actId="20577"/>
          <ac:spMkLst>
            <pc:docMk/>
            <pc:sldMk cId="593801365" sldId="313"/>
            <ac:spMk id="2" creationId="{7963511D-699A-DE4D-B307-03AF3B5E0AD6}"/>
          </ac:spMkLst>
        </pc:spChg>
      </pc:sldChg>
      <pc:sldChg chg="new del">
        <pc:chgData name="Ivan Damnjanovic" userId="ac64187cd8522d98" providerId="LiveId" clId="{EE58FB6E-C789-424E-B3E5-404F60AE9177}" dt="2020-10-31T08:58:19.742" v="500" actId="2696"/>
        <pc:sldMkLst>
          <pc:docMk/>
          <pc:sldMk cId="[redacted]" sldId="314"/>
        </pc:sldMkLst>
      </pc:sldChg>
      <pc:sldChg chg="addSp delSp modSp add mod modNotesTx">
        <pc:chgData name="Ivan Damnjanovic" userId="ac64187cd8522d98" providerId="LiveId" clId="{EE58FB6E-C789-424E-B3E5-404F60AE9177}" dt="2020-10-31T14:45:35.957" v="1095" actId="1076"/>
        <pc:sldMkLst>
          <pc:docMk/>
          <pc:sldMk cId="1198535693" sldId="315"/>
        </pc:sldMkLst>
        <pc:spChg chg="add del mod">
          <ac:chgData name="Ivan Damnjanovic" userId="ac64187cd8522d98" providerId="LiveId" clId="{EE58FB6E-C789-424E-B3E5-404F60AE9177}" dt="2020-10-31T08:55:21.325" v="461" actId="478"/>
          <ac:spMkLst>
            <pc:docMk/>
            <pc:sldMk cId="1198535693" sldId="315"/>
            <ac:spMk id="3" creationId="{FE41C9CB-DFD3-144A-93AA-33544213F70D}"/>
          </ac:spMkLst>
        </pc:spChg>
        <pc:spChg chg="add del mod">
          <ac:chgData name="Ivan Damnjanovic" userId="ac64187cd8522d98" providerId="LiveId" clId="{EE58FB6E-C789-424E-B3E5-404F60AE9177}" dt="2020-10-31T08:56:25.611" v="472" actId="478"/>
          <ac:spMkLst>
            <pc:docMk/>
            <pc:sldMk cId="1198535693" sldId="315"/>
            <ac:spMk id="5" creationId="{6A1FFC3A-C21A-6146-A3AB-E24DB28B2809}"/>
          </ac:spMkLst>
        </pc:spChg>
        <pc:spChg chg="mod">
          <ac:chgData name="Ivan Damnjanovic" userId="ac64187cd8522d98" providerId="LiveId" clId="{EE58FB6E-C789-424E-B3E5-404F60AE9177}" dt="2020-10-31T08:56:55.802" v="491" actId="20577"/>
          <ac:spMkLst>
            <pc:docMk/>
            <pc:sldMk cId="1198535693" sldId="315"/>
            <ac:spMk id="32" creationId="{D459B1F3-1225-49D5-8231-1313FEBB7008}"/>
          </ac:spMkLst>
        </pc:spChg>
        <pc:picChg chg="add del mod">
          <ac:chgData name="Ivan Damnjanovic" userId="ac64187cd8522d98" providerId="LiveId" clId="{EE58FB6E-C789-424E-B3E5-404F60AE9177}" dt="2020-10-31T08:56:23.198" v="471" actId="931"/>
          <ac:picMkLst>
            <pc:docMk/>
            <pc:sldMk cId="1198535693" sldId="315"/>
            <ac:picMk id="8" creationId="{0EED7CA6-DF95-E74B-ACE3-1E0EFB3C5F85}"/>
          </ac:picMkLst>
        </pc:picChg>
        <pc:picChg chg="mod">
          <ac:chgData name="Ivan Damnjanovic" userId="ac64187cd8522d98" providerId="LiveId" clId="{EE58FB6E-C789-424E-B3E5-404F60AE9177}" dt="2020-10-31T14:45:35.957" v="1095" actId="1076"/>
          <ac:picMkLst>
            <pc:docMk/>
            <pc:sldMk cId="1198535693" sldId="315"/>
            <ac:picMk id="82" creationId="{CE6442E0-A2C0-447A-9A06-C06FFA2B4D46}"/>
          </ac:picMkLst>
        </pc:picChg>
        <pc:picChg chg="add del mod">
          <ac:chgData name="Ivan Damnjanovic" userId="ac64187cd8522d98" providerId="LiveId" clId="{EE58FB6E-C789-424E-B3E5-404F60AE9177}" dt="2020-10-31T08:55:25.605" v="463" actId="478"/>
          <ac:picMkLst>
            <pc:docMk/>
            <pc:sldMk cId="1198535693" sldId="315"/>
            <ac:picMk id="86" creationId="{FDFE3123-AAD9-497A-8EAF-49C674AB9B5E}"/>
          </ac:picMkLst>
        </pc:picChg>
      </pc:sldChg>
      <pc:sldChg chg="modSp add mod ord modClrScheme chgLayout">
        <pc:chgData name="Ivan Damnjanovic" userId="ac64187cd8522d98" providerId="LiveId" clId="{EE58FB6E-C789-424E-B3E5-404F60AE9177}" dt="2020-10-31T19:15:02.522" v="1168" actId="207"/>
        <pc:sldMkLst>
          <pc:docMk/>
          <pc:sldMk cId="[redacted]" sldId="316"/>
        </pc:sldMkLst>
        <pc:spChg chg="mod ord">
          <ac:chgData name="Ivan Damnjanovic" userId="ac64187cd8522d98" providerId="LiveId" clId="{EE58FB6E-C789-424E-B3E5-404F60AE9177}" dt="2020-10-31T19:15:02.522" v="1168" actId="207"/>
          <ac:spMkLst>
            <pc:docMk/>
            <pc:sldMk cId="[redacted]" sldId="316"/>
            <ac:spMk id="169" creationId="{00000000-0000-0000-0000-000000000000}"/>
          </ac:spMkLst>
        </pc:spChg>
      </pc:sldChg>
      <pc:sldChg chg="new del">
        <pc:chgData name="Ivan Damnjanovic" userId="ac64187cd8522d98" providerId="LiveId" clId="{EE58FB6E-C789-424E-B3E5-404F60AE9177}" dt="2020-10-31T09:00:30.484" v="503" actId="2696"/>
        <pc:sldMkLst>
          <pc:docMk/>
          <pc:sldMk cId="[redacted]" sldId="317"/>
        </pc:sldMkLst>
      </pc:sldChg>
      <pc:sldChg chg="modSp add mod setBg">
        <pc:chgData name="Ivan Damnjanovic" userId="ac64187cd8522d98" providerId="LiveId" clId="{EE58FB6E-C789-424E-B3E5-404F60AE9177}" dt="2020-10-31T19:37:17.133" v="1638" actId="1076"/>
        <pc:sldMkLst>
          <pc:docMk/>
          <pc:sldMk cId="[redacted]" sldId="339"/>
        </pc:sldMkLst>
        <pc:spChg chg="mod">
          <ac:chgData name="Ivan Damnjanovic" userId="ac64187cd8522d98" providerId="LiveId" clId="{EE58FB6E-C789-424E-B3E5-404F60AE9177}" dt="2020-10-31T19:37:17.133" v="1638" actId="1076"/>
          <ac:spMkLst>
            <pc:docMk/>
            <pc:sldMk cId="[redacted]" sldId="339"/>
            <ac:spMk id="5" creationId="{00000000-0000-0000-0000-000000000000}"/>
          </ac:spMkLst>
        </pc:spChg>
      </pc:sldChg>
      <pc:sldChg chg="delSp modSp add mod">
        <pc:chgData name="Ivan Damnjanovic" userId="ac64187cd8522d98" providerId="LiveId" clId="{EE58FB6E-C789-424E-B3E5-404F60AE9177}" dt="2020-10-31T19:22:18.965" v="1377" actId="242"/>
        <pc:sldMkLst>
          <pc:docMk/>
          <pc:sldMk cId="473494480" sldId="340"/>
        </pc:sldMkLst>
        <pc:spChg chg="mod">
          <ac:chgData name="Ivan Damnjanovic" userId="ac64187cd8522d98" providerId="LiveId" clId="{EE58FB6E-C789-424E-B3E5-404F60AE9177}" dt="2020-10-31T09:04:14.807" v="539" actId="2085"/>
          <ac:spMkLst>
            <pc:docMk/>
            <pc:sldMk cId="473494480" sldId="340"/>
            <ac:spMk id="7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09:04:14.807" v="539" actId="2085"/>
          <ac:spMkLst>
            <pc:docMk/>
            <pc:sldMk cId="473494480" sldId="340"/>
            <ac:spMk id="9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09:04:14.807" v="539" actId="2085"/>
          <ac:spMkLst>
            <pc:docMk/>
            <pc:sldMk cId="473494480" sldId="340"/>
            <ac:spMk id="11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09:21:06.407" v="1043" actId="20577"/>
          <ac:spMkLst>
            <pc:docMk/>
            <pc:sldMk cId="473494480" sldId="340"/>
            <ac:spMk id="12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09:04:14.807" v="539" actId="2085"/>
          <ac:spMkLst>
            <pc:docMk/>
            <pc:sldMk cId="473494480" sldId="340"/>
            <ac:spMk id="13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19:22:18.965" v="1377" actId="242"/>
          <ac:spMkLst>
            <pc:docMk/>
            <pc:sldMk cId="473494480" sldId="340"/>
            <ac:spMk id="54" creationId="{8995B9E4-C6DF-F041-BF69-C0E812419E2A}"/>
          </ac:spMkLst>
        </pc:spChg>
        <pc:spChg chg="mod">
          <ac:chgData name="Ivan Damnjanovic" userId="ac64187cd8522d98" providerId="LiveId" clId="{EE58FB6E-C789-424E-B3E5-404F60AE9177}" dt="2020-10-31T09:12:36.529" v="786" actId="790"/>
          <ac:spMkLst>
            <pc:docMk/>
            <pc:sldMk cId="473494480" sldId="340"/>
            <ac:spMk id="55" creationId="{7B3FC984-E50B-8F4C-8628-3A72417DDE21}"/>
          </ac:spMkLst>
        </pc:spChg>
        <pc:spChg chg="del">
          <ac:chgData name="Ivan Damnjanovic" userId="ac64187cd8522d98" providerId="LiveId" clId="{EE58FB6E-C789-424E-B3E5-404F60AE9177}" dt="2020-10-31T09:00:38.509" v="506" actId="478"/>
          <ac:spMkLst>
            <pc:docMk/>
            <pc:sldMk cId="473494480" sldId="340"/>
            <ac:spMk id="57" creationId="{8E6BAEA2-D8A4-844C-A489-C8D053CBD5BA}"/>
          </ac:spMkLst>
        </pc:spChg>
      </pc:sldChg>
      <pc:sldChg chg="add del">
        <pc:chgData name="Ivan Damnjanovic" userId="ac64187cd8522d98" providerId="LiveId" clId="{EE58FB6E-C789-424E-B3E5-404F60AE9177}" dt="2020-10-31T09:08:06.623" v="641" actId="2696"/>
        <pc:sldMkLst>
          <pc:docMk/>
          <pc:sldMk cId="236503410" sldId="341"/>
        </pc:sldMkLst>
      </pc:sldChg>
      <pc:sldChg chg="add del">
        <pc:chgData name="Ivan Damnjanovic" userId="ac64187cd8522d98" providerId="LiveId" clId="{EE58FB6E-C789-424E-B3E5-404F60AE9177}" dt="2020-10-31T09:01:59.069" v="515"/>
        <pc:sldMkLst>
          <pc:docMk/>
          <pc:sldMk cId="873353155" sldId="341"/>
        </pc:sldMkLst>
      </pc:sldChg>
      <pc:sldChg chg="addSp modSp new del mod modClrScheme chgLayout">
        <pc:chgData name="Ivan Damnjanovic" userId="ac64187cd8522d98" providerId="LiveId" clId="{EE58FB6E-C789-424E-B3E5-404F60AE9177}" dt="2020-10-31T19:30:05.070" v="1568" actId="2696"/>
        <pc:sldMkLst>
          <pc:docMk/>
          <pc:sldMk cId="[redacted]" sldId="341"/>
        </pc:sldMkLst>
        <pc:spChg chg="mod ord">
          <ac:chgData name="Ivan Damnjanovic" userId="ac64187cd8522d98" providerId="LiveId" clId="{EE58FB6E-C789-424E-B3E5-404F60AE9177}" dt="2020-10-31T09:09:00.769" v="687" actId="207"/>
          <ac:spMkLst>
            <pc:docMk/>
            <pc:sldMk cId="[redacted]" sldId="341"/>
            <ac:spMk id="2" creationId="{085A3C7C-5423-2B4C-A78F-B7BA537F52BB}"/>
          </ac:spMkLst>
        </pc:spChg>
        <pc:spChg chg="add mod ord">
          <ac:chgData name="Ivan Damnjanovic" userId="ac64187cd8522d98" providerId="LiveId" clId="{EE58FB6E-C789-424E-B3E5-404F60AE9177}" dt="2020-10-31T19:30:03.179" v="1567" actId="21"/>
          <ac:spMkLst>
            <pc:docMk/>
            <pc:sldMk cId="[redacted]" sldId="341"/>
            <ac:spMk id="3" creationId="{14FCDDAB-1946-6345-B308-8CE48E374FDE}"/>
          </ac:spMkLst>
        </pc:spChg>
      </pc:sldChg>
      <pc:sldChg chg="add del">
        <pc:chgData name="Ivan Damnjanovic" userId="ac64187cd8522d98" providerId="LiveId" clId="{EE58FB6E-C789-424E-B3E5-404F60AE9177}" dt="2020-10-31T09:02:03.764" v="517" actId="2696"/>
        <pc:sldMkLst>
          <pc:docMk/>
          <pc:sldMk cId="[redacted]" sldId="341"/>
        </pc:sldMkLst>
      </pc:sldChg>
      <pc:sldChg chg="modSp add mod modClrScheme chgLayout">
        <pc:chgData name="Ivan Damnjanovic" userId="ac64187cd8522d98" providerId="LiveId" clId="{EE58FB6E-C789-424E-B3E5-404F60AE9177}" dt="2020-10-31T21:01:18.131" v="1756" actId="207"/>
        <pc:sldMkLst>
          <pc:docMk/>
          <pc:sldMk cId="493453304" sldId="342"/>
        </pc:sldMkLst>
        <pc:spChg chg="mod ord">
          <ac:chgData name="Ivan Damnjanovic" userId="ac64187cd8522d98" providerId="LiveId" clId="{EE58FB6E-C789-424E-B3E5-404F60AE9177}" dt="2020-10-31T09:10:04.138" v="735" actId="20577"/>
          <ac:spMkLst>
            <pc:docMk/>
            <pc:sldMk cId="493453304" sldId="342"/>
            <ac:spMk id="143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21:01:18.131" v="1756" actId="207"/>
          <ac:spMkLst>
            <pc:docMk/>
            <pc:sldMk cId="493453304" sldId="342"/>
            <ac:spMk id="145" creationId="{00000000-0000-0000-0000-000000000000}"/>
          </ac:spMkLst>
        </pc:spChg>
      </pc:sldChg>
      <pc:sldChg chg="addSp delSp modSp add mod modClrScheme chgLayout">
        <pc:chgData name="Ivan Damnjanovic" userId="ac64187cd8522d98" providerId="LiveId" clId="{EE58FB6E-C789-424E-B3E5-404F60AE9177}" dt="2020-10-31T21:01:29.666" v="1760" actId="14100"/>
        <pc:sldMkLst>
          <pc:docMk/>
          <pc:sldMk cId="[redacted]" sldId="343"/>
        </pc:sldMkLst>
        <pc:spChg chg="add mod">
          <ac:chgData name="Ivan Damnjanovic" userId="ac64187cd8522d98" providerId="LiveId" clId="{EE58FB6E-C789-424E-B3E5-404F60AE9177}" dt="2020-10-31T21:01:22.813" v="1758"/>
          <ac:spMkLst>
            <pc:docMk/>
            <pc:sldMk cId="[redacted]" sldId="343"/>
            <ac:spMk id="6" creationId="{BECEE034-68B5-EB40-8A1F-5F055849E7E3}"/>
          </ac:spMkLst>
        </pc:spChg>
        <pc:spChg chg="mod ord">
          <ac:chgData name="Ivan Damnjanovic" userId="ac64187cd8522d98" providerId="LiveId" clId="{EE58FB6E-C789-424E-B3E5-404F60AE9177}" dt="2020-10-31T09:10:10.201" v="752" actId="20577"/>
          <ac:spMkLst>
            <pc:docMk/>
            <pc:sldMk cId="[redacted]" sldId="343"/>
            <ac:spMk id="152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21:01:29.666" v="1760" actId="14100"/>
          <ac:spMkLst>
            <pc:docMk/>
            <pc:sldMk cId="[redacted]" sldId="343"/>
            <ac:spMk id="154" creationId="{00000000-0000-0000-0000-000000000000}"/>
          </ac:spMkLst>
        </pc:spChg>
        <pc:spChg chg="del mod">
          <ac:chgData name="Ivan Damnjanovic" userId="ac64187cd8522d98" providerId="LiveId" clId="{EE58FB6E-C789-424E-B3E5-404F60AE9177}" dt="2020-10-31T21:01:22.458" v="1757" actId="478"/>
          <ac:spMkLst>
            <pc:docMk/>
            <pc:sldMk cId="[redacted]" sldId="343"/>
            <ac:spMk id="155" creationId="{00000000-0000-0000-0000-000000000000}"/>
          </ac:spMkLst>
        </pc:spChg>
        <pc:picChg chg="mod">
          <ac:chgData name="Ivan Damnjanovic" userId="ac64187cd8522d98" providerId="LiveId" clId="{EE58FB6E-C789-424E-B3E5-404F60AE9177}" dt="2020-10-31T21:01:26.330" v="1759" actId="1076"/>
          <ac:picMkLst>
            <pc:docMk/>
            <pc:sldMk cId="[redacted]" sldId="343"/>
            <ac:picMk id="153" creationId="{00000000-0000-0000-0000-000000000000}"/>
          </ac:picMkLst>
        </pc:picChg>
      </pc:sldChg>
      <pc:sldChg chg="addSp delSp modSp add mod modClrScheme chgLayout">
        <pc:chgData name="Ivan Damnjanovic" userId="ac64187cd8522d98" providerId="LiveId" clId="{EE58FB6E-C789-424E-B3E5-404F60AE9177}" dt="2020-10-31T21:10:11.179" v="1906" actId="1076"/>
        <pc:sldMkLst>
          <pc:docMk/>
          <pc:sldMk cId="1151085403" sldId="344"/>
        </pc:sldMkLst>
        <pc:spChg chg="mod ord">
          <ac:chgData name="Ivan Damnjanovic" userId="ac64187cd8522d98" providerId="LiveId" clId="{EE58FB6E-C789-424E-B3E5-404F60AE9177}" dt="2020-10-31T09:14:28.689" v="827" actId="20577"/>
          <ac:spMkLst>
            <pc:docMk/>
            <pc:sldMk cId="1151085403" sldId="344"/>
            <ac:spMk id="117" creationId="{00000000-0000-0000-0000-000000000000}"/>
          </ac:spMkLst>
        </pc:spChg>
        <pc:spChg chg="del mod">
          <ac:chgData name="Ivan Damnjanovic" userId="ac64187cd8522d98" providerId="LiveId" clId="{EE58FB6E-C789-424E-B3E5-404F60AE9177}" dt="2020-10-31T21:00:47.118" v="1753" actId="478"/>
          <ac:spMkLst>
            <pc:docMk/>
            <pc:sldMk cId="1151085403" sldId="344"/>
            <ac:spMk id="118" creationId="{00000000-0000-0000-0000-000000000000}"/>
          </ac:spMkLst>
        </pc:spChg>
        <pc:spChg chg="del mod">
          <ac:chgData name="Ivan Damnjanovic" userId="ac64187cd8522d98" providerId="LiveId" clId="{EE58FB6E-C789-424E-B3E5-404F60AE9177}" dt="2020-10-31T21:00:47.118" v="1753" actId="478"/>
          <ac:spMkLst>
            <pc:docMk/>
            <pc:sldMk cId="1151085403" sldId="344"/>
            <ac:spMk id="119" creationId="{00000000-0000-0000-0000-000000000000}"/>
          </ac:spMkLst>
        </pc:spChg>
        <pc:picChg chg="add del mod">
          <ac:chgData name="Ivan Damnjanovic" userId="ac64187cd8522d98" providerId="LiveId" clId="{EE58FB6E-C789-424E-B3E5-404F60AE9177}" dt="2020-10-31T21:09:36.999" v="1897" actId="478"/>
          <ac:picMkLst>
            <pc:docMk/>
            <pc:sldMk cId="1151085403" sldId="344"/>
            <ac:picMk id="3" creationId="{FDCF9FA5-A8C5-F147-811C-8F40A19FF28F}"/>
          </ac:picMkLst>
        </pc:picChg>
        <pc:picChg chg="add mod">
          <ac:chgData name="Ivan Damnjanovic" userId="ac64187cd8522d98" providerId="LiveId" clId="{EE58FB6E-C789-424E-B3E5-404F60AE9177}" dt="2020-10-31T21:10:11.179" v="1906" actId="1076"/>
          <ac:picMkLst>
            <pc:docMk/>
            <pc:sldMk cId="1151085403" sldId="344"/>
            <ac:picMk id="5" creationId="{EC5AE4AF-6D2F-1F47-84B0-75AE33F168DA}"/>
          </ac:picMkLst>
        </pc:picChg>
        <pc:picChg chg="del">
          <ac:chgData name="Ivan Damnjanovic" userId="ac64187cd8522d98" providerId="LiveId" clId="{EE58FB6E-C789-424E-B3E5-404F60AE9177}" dt="2020-10-31T21:00:48.725" v="1754" actId="478"/>
          <ac:picMkLst>
            <pc:docMk/>
            <pc:sldMk cId="1151085403" sldId="344"/>
            <ac:picMk id="116" creationId="{00000000-0000-0000-0000-000000000000}"/>
          </ac:picMkLst>
        </pc:picChg>
      </pc:sldChg>
      <pc:sldChg chg="addSp delSp modSp add mod">
        <pc:chgData name="Ivan Damnjanovic" userId="ac64187cd8522d98" providerId="LiveId" clId="{EE58FB6E-C789-424E-B3E5-404F60AE9177}" dt="2020-10-31T19:25:04.522" v="1500" actId="20577"/>
        <pc:sldMkLst>
          <pc:docMk/>
          <pc:sldMk cId="427404093" sldId="345"/>
        </pc:sldMkLst>
        <pc:spChg chg="add mod">
          <ac:chgData name="Ivan Damnjanovic" userId="ac64187cd8522d98" providerId="LiveId" clId="{EE58FB6E-C789-424E-B3E5-404F60AE9177}" dt="2020-10-31T19:25:04.522" v="1500" actId="20577"/>
          <ac:spMkLst>
            <pc:docMk/>
            <pc:sldMk cId="427404093" sldId="345"/>
            <ac:spMk id="2" creationId="{803552ED-780B-BF4D-926D-55232410A9EC}"/>
          </ac:spMkLst>
        </pc:spChg>
        <pc:spChg chg="mod">
          <ac:chgData name="Ivan Damnjanovic" userId="ac64187cd8522d98" providerId="LiveId" clId="{EE58FB6E-C789-424E-B3E5-404F60AE9177}" dt="2020-10-31T09:20:16.736" v="1035" actId="20577"/>
          <ac:spMkLst>
            <pc:docMk/>
            <pc:sldMk cId="427404093" sldId="345"/>
            <ac:spMk id="246" creationId="{00000000-0000-0000-0000-000000000000}"/>
          </ac:spMkLst>
        </pc:spChg>
        <pc:graphicFrameChg chg="del mod modGraphic">
          <ac:chgData name="Ivan Damnjanovic" userId="ac64187cd8522d98" providerId="LiveId" clId="{EE58FB6E-C789-424E-B3E5-404F60AE9177}" dt="2020-10-31T19:23:38.861" v="1398" actId="478"/>
          <ac:graphicFrameMkLst>
            <pc:docMk/>
            <pc:sldMk cId="427404093" sldId="345"/>
            <ac:graphicFrameMk id="247" creationId="{00000000-0000-0000-0000-000000000000}"/>
          </ac:graphicFrameMkLst>
        </pc:graphicFrameChg>
      </pc:sldChg>
      <pc:sldChg chg="modSp add del">
        <pc:chgData name="Ivan Damnjanovic" userId="ac64187cd8522d98" providerId="LiveId" clId="{EE58FB6E-C789-424E-B3E5-404F60AE9177}" dt="2020-10-31T09:11:28.914" v="759"/>
        <pc:sldMkLst>
          <pc:docMk/>
          <pc:sldMk cId="[redacted]" sldId="345"/>
        </pc:sldMkLst>
        <pc:graphicFrameChg chg="mod">
          <ac:chgData name="Ivan Damnjanovic" userId="ac64187cd8522d98" providerId="LiveId" clId="{EE58FB6E-C789-424E-B3E5-404F60AE9177}" dt="2020-10-31T09:11:25.829" v="758"/>
          <ac:graphicFrameMkLst>
            <pc:docMk/>
            <pc:sldMk cId="[redacted]" sldId="345"/>
            <ac:graphicFrameMk id="247" creationId="{00000000-0000-0000-0000-000000000000}"/>
          </ac:graphicFrameMkLst>
        </pc:graphicFrameChg>
      </pc:sldChg>
      <pc:sldChg chg="addSp modSp add mod">
        <pc:chgData name="Ivan Damnjanovic" userId="ac64187cd8522d98" providerId="LiveId" clId="{EE58FB6E-C789-424E-B3E5-404F60AE9177}" dt="2020-10-31T19:36:22.628" v="1620" actId="20577"/>
        <pc:sldMkLst>
          <pc:docMk/>
          <pc:sldMk cId="1575612198" sldId="346"/>
        </pc:sldMkLst>
        <pc:spChg chg="mod">
          <ac:chgData name="Ivan Damnjanovic" userId="ac64187cd8522d98" providerId="LiveId" clId="{EE58FB6E-C789-424E-B3E5-404F60AE9177}" dt="2020-10-31T19:25:37.614" v="1519" actId="20577"/>
          <ac:spMkLst>
            <pc:docMk/>
            <pc:sldMk cId="1575612198" sldId="346"/>
            <ac:spMk id="4" creationId="{58F5DB2B-E0FE-4170-B5DC-D1A3081F238B}"/>
          </ac:spMkLst>
        </pc:spChg>
        <pc:spChg chg="add mod">
          <ac:chgData name="Ivan Damnjanovic" userId="ac64187cd8522d98" providerId="LiveId" clId="{EE58FB6E-C789-424E-B3E5-404F60AE9177}" dt="2020-10-31T19:36:22.628" v="1620" actId="20577"/>
          <ac:spMkLst>
            <pc:docMk/>
            <pc:sldMk cId="1575612198" sldId="346"/>
            <ac:spMk id="61" creationId="{76893147-D721-BD4A-AC23-0E8DA5FB5B8C}"/>
          </ac:spMkLst>
        </pc:spChg>
      </pc:sldChg>
      <pc:sldChg chg="modSp add del mod">
        <pc:chgData name="Ivan Damnjanovic" userId="ac64187cd8522d98" providerId="LiveId" clId="{EE58FB6E-C789-424E-B3E5-404F60AE9177}" dt="2020-10-31T09:20:11.486" v="1030" actId="2696"/>
        <pc:sldMkLst>
          <pc:docMk/>
          <pc:sldMk cId="[redacted]" sldId="346"/>
        </pc:sldMkLst>
        <pc:spChg chg="mod">
          <ac:chgData name="Ivan Damnjanovic" userId="ac64187cd8522d98" providerId="LiveId" clId="{EE58FB6E-C789-424E-B3E5-404F60AE9177}" dt="2020-10-31T09:11:52.351" v="776" actId="20577"/>
          <ac:spMkLst>
            <pc:docMk/>
            <pc:sldMk cId="[redacted]" sldId="346"/>
            <ac:spMk id="2" creationId="{01CFFB22-98D7-BF4C-97CC-6C3354451AA6}"/>
          </ac:spMkLst>
        </pc:spChg>
      </pc:sldChg>
      <pc:sldChg chg="delSp modSp add del mod">
        <pc:chgData name="Ivan Damnjanovic" userId="ac64187cd8522d98" providerId="LiveId" clId="{EE58FB6E-C789-424E-B3E5-404F60AE9177}" dt="2020-10-31T18:45:46.050" v="1119" actId="2696"/>
        <pc:sldMkLst>
          <pc:docMk/>
          <pc:sldMk cId="531581402" sldId="347"/>
        </pc:sldMkLst>
        <pc:spChg chg="mod">
          <ac:chgData name="Ivan Damnjanovic" userId="ac64187cd8522d98" providerId="LiveId" clId="{EE58FB6E-C789-424E-B3E5-404F60AE9177}" dt="2020-10-31T09:15:59.447" v="936" actId="20577"/>
          <ac:spMkLst>
            <pc:docMk/>
            <pc:sldMk cId="531581402" sldId="347"/>
            <ac:spMk id="425" creationId="{00000000-0000-0000-0000-000000000000}"/>
          </ac:spMkLst>
        </pc:spChg>
        <pc:spChg chg="mod">
          <ac:chgData name="Ivan Damnjanovic" userId="ac64187cd8522d98" providerId="LiveId" clId="{EE58FB6E-C789-424E-B3E5-404F60AE9177}" dt="2020-10-31T15:34:45.814" v="1107" actId="1076"/>
          <ac:spMkLst>
            <pc:docMk/>
            <pc:sldMk cId="531581402" sldId="347"/>
            <ac:spMk id="426" creationId="{00000000-0000-0000-0000-000000000000}"/>
          </ac:spMkLst>
        </pc:spChg>
        <pc:graphicFrameChg chg="del mod modGraphic">
          <ac:chgData name="Ivan Damnjanovic" userId="ac64187cd8522d98" providerId="LiveId" clId="{EE58FB6E-C789-424E-B3E5-404F60AE9177}" dt="2020-10-31T15:34:37.339" v="1105" actId="478"/>
          <ac:graphicFrameMkLst>
            <pc:docMk/>
            <pc:sldMk cId="531581402" sldId="347"/>
            <ac:graphicFrameMk id="427" creationId="{00000000-0000-0000-0000-000000000000}"/>
          </ac:graphicFrameMkLst>
        </pc:graphicFrameChg>
      </pc:sldChg>
      <pc:sldChg chg="modSp add del">
        <pc:chgData name="Ivan Damnjanovic" userId="ac64187cd8522d98" providerId="LiveId" clId="{EE58FB6E-C789-424E-B3E5-404F60AE9177}" dt="2020-10-31T09:15:03.475" v="829"/>
        <pc:sldMkLst>
          <pc:docMk/>
          <pc:sldMk cId="1992757279" sldId="347"/>
        </pc:sldMkLst>
        <pc:graphicFrameChg chg="mod">
          <ac:chgData name="Ivan Damnjanovic" userId="ac64187cd8522d98" providerId="LiveId" clId="{EE58FB6E-C789-424E-B3E5-404F60AE9177}" dt="2020-10-31T09:15:01.394" v="828"/>
          <ac:graphicFrameMkLst>
            <pc:docMk/>
            <pc:sldMk cId="1992757279" sldId="347"/>
            <ac:graphicFrameMk id="427" creationId="{00000000-0000-0000-0000-000000000000}"/>
          </ac:graphicFrameMkLst>
        </pc:graphicFrameChg>
      </pc:sldChg>
      <pc:sldChg chg="addSp modSp add del mod">
        <pc:chgData name="Ivan Damnjanovic" userId="ac64187cd8522d98" providerId="LiveId" clId="{EE58FB6E-C789-424E-B3E5-404F60AE9177}" dt="2020-10-31T21:02:13.986" v="1762" actId="2696"/>
        <pc:sldMkLst>
          <pc:docMk/>
          <pc:sldMk cId="[redacted]" sldId="347"/>
        </pc:sldMkLst>
        <pc:spChg chg="add mod">
          <ac:chgData name="Ivan Damnjanovic" userId="ac64187cd8522d98" providerId="LiveId" clId="{EE58FB6E-C789-424E-B3E5-404F60AE9177}" dt="2020-10-31T19:36:33.669" v="1632" actId="20577"/>
          <ac:spMkLst>
            <pc:docMk/>
            <pc:sldMk cId="[redacted]" sldId="347"/>
            <ac:spMk id="331" creationId="{5520C1B8-E2FD-7B42-817E-1D598C16FF95}"/>
          </ac:spMkLst>
        </pc:spChg>
        <pc:spChg chg="mod">
          <ac:chgData name="Ivan Damnjanovic" userId="ac64187cd8522d98" providerId="LiveId" clId="{EE58FB6E-C789-424E-B3E5-404F60AE9177}" dt="2020-10-31T19:26:32.849" v="1548" actId="20577"/>
          <ac:spMkLst>
            <pc:docMk/>
            <pc:sldMk cId="[redacted]" sldId="347"/>
            <ac:spMk id="528" creationId="{9EC8F686-ADF8-421E-B728-7F90318E9394}"/>
          </ac:spMkLst>
        </pc:spChg>
      </pc:sldChg>
      <pc:sldMasterChg chg="delSldLayout modSldLayout">
        <pc:chgData name="Ivan Damnjanovic" userId="ac64187cd8522d98" providerId="LiveId" clId="{EE58FB6E-C789-424E-B3E5-404F60AE9177}" dt="2020-10-31T08:58:06.114" v="495" actId="2696"/>
        <pc:sldMasterMkLst>
          <pc:docMk/>
          <pc:sldMasterMk cId="1082210236" sldId="[redacted]"/>
        </pc:sldMasterMkLst>
        <pc:sldLayoutChg chg="modSp mod">
          <pc:chgData name="Ivan Damnjanovic" userId="ac64187cd8522d98" providerId="LiveId" clId="{EE58FB6E-C789-424E-B3E5-404F60AE9177}" dt="2020-10-31T08:50:52.030" v="363" actId="207"/>
          <pc:sldLayoutMkLst>
            <pc:docMk/>
            <pc:sldMasterMk cId="1082210236" sldId="[redacted]"/>
            <pc:sldLayoutMk cId="560227783" sldId="[redacted]"/>
          </pc:sldLayoutMkLst>
          <pc:spChg chg="mod">
            <ac:chgData name="Ivan Damnjanovic" userId="ac64187cd8522d98" providerId="LiveId" clId="{EE58FB6E-C789-424E-B3E5-404F60AE9177}" dt="2020-10-31T08:50:49.932" v="362" actId="207"/>
            <ac:spMkLst>
              <pc:docMk/>
              <pc:sldMasterMk cId="1082210236" sldId="[redacted]"/>
              <pc:sldLayoutMk cId="560227783" sldId="[redacted]"/>
              <ac:spMk id="2" creationId="{9D975788-4FB1-4E71-906A-971F39E1CC69}"/>
            </ac:spMkLst>
          </pc:spChg>
          <pc:spChg chg="mod">
            <ac:chgData name="Ivan Damnjanovic" userId="ac64187cd8522d98" providerId="LiveId" clId="{EE58FB6E-C789-424E-B3E5-404F60AE9177}" dt="2020-10-31T08:50:52.030" v="363" actId="207"/>
            <ac:spMkLst>
              <pc:docMk/>
              <pc:sldMasterMk cId="1082210236" sldId="[redacted]"/>
              <pc:sldLayoutMk cId="560227783" sldId="[redacted]"/>
              <ac:spMk id="3" creationId="{3624F968-AD01-4281-9192-C1E0E25E6D0F}"/>
            </ac:spMkLst>
          </pc:spChg>
        </pc:sldLayoutChg>
        <pc:sldLayoutChg chg="modSp mod">
          <pc:chgData name="Ivan Damnjanovic" userId="ac64187cd8522d98" providerId="LiveId" clId="{EE58FB6E-C789-424E-B3E5-404F60AE9177}" dt="2020-10-31T08:50:45.613" v="361" actId="207"/>
          <pc:sldLayoutMkLst>
            <pc:docMk/>
            <pc:sldMasterMk cId="1082210236" sldId="[redacted]"/>
            <pc:sldLayoutMk cId="1270511852" sldId="[redacted]"/>
          </pc:sldLayoutMkLst>
          <pc:spChg chg="mod">
            <ac:chgData name="Ivan Damnjanovic" userId="ac64187cd8522d98" providerId="LiveId" clId="{EE58FB6E-C789-424E-B3E5-404F60AE9177}" dt="2020-10-31T08:50:45.613" v="361" actId="207"/>
            <ac:spMkLst>
              <pc:docMk/>
              <pc:sldMasterMk cId="1082210236" sldId="[redacted]"/>
              <pc:sldLayoutMk cId="1270511852" sldId="[redacted]"/>
              <ac:spMk id="2" creationId="{30A58386-EA39-4D5B-9BBB-1151CD743834}"/>
            </ac:spMkLst>
          </pc:spChg>
        </pc:sldLayoutChg>
        <pc:sldLayoutChg chg="modSp mod">
          <pc:chgData name="Ivan Damnjanovic" userId="ac64187cd8522d98" providerId="LiveId" clId="{EE58FB6E-C789-424E-B3E5-404F60AE9177}" dt="2020-10-31T08:50:40.874" v="360" actId="207"/>
          <pc:sldLayoutMkLst>
            <pc:docMk/>
            <pc:sldMasterMk cId="1082210236" sldId="[redacted]"/>
            <pc:sldLayoutMk cId="[redacted]" sldId="[redacted]"/>
          </pc:sldLayoutMkLst>
          <pc:spChg chg="mod">
            <ac:chgData name="Ivan Damnjanovic" userId="ac64187cd8522d98" providerId="LiveId" clId="{EE58FB6E-C789-424E-B3E5-404F60AE9177}" dt="2020-10-31T08:50:40.874" v="360" actId="207"/>
            <ac:spMkLst>
              <pc:docMk/>
              <pc:sldMasterMk cId="1082210236" sldId="[redacted]"/>
              <pc:sldLayoutMk cId="[redacted]" sldId="[redacted]"/>
              <ac:spMk id="2" creationId="{14B8417C-A409-4C01-835D-A84DCAF0AB03}"/>
            </ac:spMkLst>
          </pc:spChg>
        </pc:sldLayoutChg>
        <pc:sldLayoutChg chg="modSp mod">
          <pc:chgData name="Ivan Damnjanovic" userId="ac64187cd8522d98" providerId="LiveId" clId="{EE58FB6E-C789-424E-B3E5-404F60AE9177}" dt="2020-10-31T08:50:32.587" v="359" actId="207"/>
          <pc:sldLayoutMkLst>
            <pc:docMk/>
            <pc:sldMasterMk cId="1082210236" sldId="[redacted]"/>
            <pc:sldLayoutMk cId="[redacted]" sldId="[redacted]"/>
          </pc:sldLayoutMkLst>
          <pc:spChg chg="mod">
            <ac:chgData name="Ivan Damnjanovic" userId="ac64187cd8522d98" providerId="LiveId" clId="{EE58FB6E-C789-424E-B3E5-404F60AE9177}" dt="2020-10-31T08:50:32.587" v="359" actId="207"/>
            <ac:spMkLst>
              <pc:docMk/>
              <pc:sldMasterMk cId="1082210236" sldId="[redacted]"/>
              <pc:sldLayoutMk cId="[redacted]" sldId="[redacted]"/>
              <ac:spMk id="2" creationId="{6ECF96B3-84B4-4B2C-83AE-DE[redacted]}"/>
            </ac:spMkLst>
          </pc:spChg>
        </pc:sldLayoutChg>
        <pc:sldLayoutChg chg="del">
          <pc:chgData name="Ivan Damnjanovic" userId="ac64187cd8522d98" providerId="LiveId" clId="{EE58FB6E-C789-424E-B3E5-404F60AE9177}" dt="2020-10-31T08:58:06.114" v="495" actId="2696"/>
          <pc:sldLayoutMkLst>
            <pc:docMk/>
            <pc:sldMasterMk cId="1082210236" sldId="[redacted]"/>
            <pc:sldLayoutMk cId="1564228423" sldId="[redacted]"/>
          </pc:sldLayoutMkLst>
        </pc:sldLayoutChg>
      </pc:sldMasterChg>
      <pc:sldMasterChg chg="del delSldLayout">
        <pc:chgData name="Ivan Damnjanovic" userId="ac64187cd8522d98" providerId="LiveId" clId="{EE58FB6E-C789-424E-B3E5-404F60AE9177}" dt="2020-10-31T09:02:03.764" v="517" actId="2696"/>
        <pc:sldMasterMkLst>
          <pc:docMk/>
          <pc:sldMasterMk cId="1001164040" sldId="[redacted]"/>
        </pc:sldMasterMkLst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927297314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500107167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342357200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653457421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[redacted]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[redacted]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[redacted]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1932751140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[redacted]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1514499736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[redacted]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641109938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[redacted]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684357431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1842833168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[redacted]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[redacted]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[redacted]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[redacted]" sldId="[redacted]"/>
          </pc:sldLayoutMkLst>
        </pc:sldLayoutChg>
        <pc:sldLayoutChg chg="del">
          <pc:chgData name="Ivan Damnjanovic" userId="ac64187cd8522d98" providerId="LiveId" clId="{EE58FB6E-C789-424E-B3E5-404F60AE9177}" dt="2020-10-31T09:02:03.764" v="517" actId="2696"/>
          <pc:sldLayoutMkLst>
            <pc:docMk/>
            <pc:sldMasterMk cId="1001164040" sldId="[redacted]"/>
            <pc:sldLayoutMk cId="286348150" sldId="[redacted]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L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59049653-3E1F-4EE1-B1F7-25A06F5BDB22}" type="datetimeFigureOut">
              <a:rPr lang="ar-LY" smtClean="0"/>
              <a:t>16‏/3‏/1442</a:t>
            </a:fld>
            <a:endParaRPr lang="ar-L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L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L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L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C906DC70-5E63-44E8-9C18-D79E67272429}" type="slidenum">
              <a:rPr lang="ar-LY" smtClean="0"/>
              <a:t>‹#›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836499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6DC70-5E63-44E8-9C18-D79E67272429}" type="slidenum">
              <a:rPr lang="ar-LY" smtClean="0"/>
              <a:t>3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2673974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9e84ca64ae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9e84ca64ae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6596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ar-L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288290-3635-45F6-992E-4CD6FB6A46D7}" type="slidenum">
              <a:rPr lang="ar-LY" smtClean="0"/>
              <a:t>6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a4ed5fc97f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ga4ed5fc97f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7587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0831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6DC70-5E63-44E8-9C18-D79E67272429}" type="slidenum">
              <a:rPr lang="ar-LY" smtClean="0"/>
              <a:t>8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9e84ca64ae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9e84ca64ae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9e84ca64ae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9e84ca64ae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Although data is from 2015, it shows APAC was already in the lead in vertical farming.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North America is close behind, bolstered by indoor farming in Canada.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4973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9ad87aa1f4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9ad87aa1f4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9b197fd64d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g9b197fd64d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 dirty="0"/>
              <a:t>Indoor Farms need a way to automate climate as part of farm management. Often complex and requires external expertise.</a:t>
            </a:r>
            <a:endParaRPr dirty="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 dirty="0"/>
              <a:t>Ambient offers climate-as-a-service solution. Consists of an integrated solution: hardware + software + service</a:t>
            </a:r>
            <a:br>
              <a:rPr lang="en-GB" dirty="0"/>
            </a:br>
            <a:r>
              <a:rPr lang="en-GB" dirty="0"/>
              <a:t>Value prop: archive invaluable data to ensure repeatability and improve yield with technology.</a:t>
            </a:r>
            <a:endParaRPr dirty="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 dirty="0"/>
              <a:t>How? Key resources → IP + platform (hardware + software), which enables → ML model</a:t>
            </a:r>
            <a:endParaRPr dirty="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 dirty="0"/>
              <a:t>Key resources: work across the value chain to deliver a unique combined solution for farm owners and operator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aramond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6DC70-5E63-44E8-9C18-D79E67272429}" type="slidenum">
              <a:rPr lang="ar-LY" smtClean="0"/>
              <a:t>14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993de70b84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993de70b84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75788-4FB1-4E71-906A-971F39E1C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ar-L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24F968-AD01-4281-9192-C1E0E25E6D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ar-L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97AC3-8E4F-4736-840E-69FF5149E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C9EF8-C187-4467-AEBE-77396DEE76DA}" type="datetimeFigureOut">
              <a:rPr lang="ar-LY" smtClean="0"/>
              <a:t>16‏/3‏/1442</a:t>
            </a:fld>
            <a:endParaRPr lang="ar-L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99B07-4E05-47EA-9466-BFA1AA4A7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D4A9D-989D-4B18-B100-A222035D8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FC69-CE3E-4598-98C1-B119891192DE}" type="slidenum">
              <a:rPr lang="ar-LY" smtClean="0"/>
              <a:t>‹#›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560227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58386-EA39-4D5B-9BBB-1151CD743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ar-L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200DC-60B3-4740-8B35-2583A0864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ar-L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4376A-6479-4F6F-B5F0-173C51B73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C9EF8-C187-4467-AEBE-77396DEE76DA}" type="datetimeFigureOut">
              <a:rPr lang="ar-LY" smtClean="0"/>
              <a:t>16‏/3‏/1442</a:t>
            </a:fld>
            <a:endParaRPr lang="ar-L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BBA78-5E8B-4337-A07E-2D40516D4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2851A-8D76-406E-9291-C106B5D87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FC69-CE3E-4598-98C1-B119891192DE}" type="slidenum">
              <a:rPr lang="ar-LY" smtClean="0"/>
              <a:t>‹#›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127051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8417C-A409-4C01-835D-A84DCAF0A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ar-LY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89001-BE95-4ED7-96BF-DBA991738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05818-D70F-4DC7-B62E-AACE2D249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C9EF8-C187-4467-AEBE-77396DEE76DA}" type="datetimeFigureOut">
              <a:rPr lang="ar-LY" smtClean="0"/>
              <a:t>16‏/3‏/1442</a:t>
            </a:fld>
            <a:endParaRPr lang="ar-L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E793B-EEDF-4178-99F2-46DFB7B6B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16A1F-66C4-4EFC-B5FE-852CCC696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FC69-CE3E-4598-98C1-B119891192DE}" type="slidenum">
              <a:rPr lang="ar-LY" smtClean="0"/>
              <a:t>‹#›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81E02-6064-4206-A809-26D4D52C5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L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5A156-3661-4750-AB90-1C861D4641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L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778C1-8D78-4AAD-ACB3-1882C8712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L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39995-FDB9-4598-805E-96C3205D8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C9EF8-C187-4467-AEBE-77396DEE76DA}" type="datetimeFigureOut">
              <a:rPr lang="ar-LY" smtClean="0"/>
              <a:t>16‏/3‏/1442</a:t>
            </a:fld>
            <a:endParaRPr lang="ar-L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17ED-FFD9-449B-B404-E76AB3D5C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16792-CF62-4D91-9B5F-1866ECF55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FC69-CE3E-4598-98C1-B119891192DE}" type="slidenum">
              <a:rPr lang="ar-LY" smtClean="0"/>
              <a:t>‹#›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1659161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B26CD-88BC-4DB0-95AB-90199C440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L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969CD-62CF-4D7A-99BD-C070570CA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F65BC7-4065-4AC2-A668-156A42187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L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AB900-94C1-4267-9BCC-EC4AFA3A51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335832-039D-40BA-B98D-832A10E1C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L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2A94A9-DCBD-4543-9C21-1A06C42A8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C9EF8-C187-4467-AEBE-77396DEE76DA}" type="datetimeFigureOut">
              <a:rPr lang="ar-LY" smtClean="0"/>
              <a:t>16‏/3‏/1442</a:t>
            </a:fld>
            <a:endParaRPr lang="ar-L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F80A97-9D33-4363-9127-FACA9B445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B59DB-DA38-492F-BED0-BBB080C34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FC69-CE3E-4598-98C1-B119891192DE}" type="slidenum">
              <a:rPr lang="ar-LY" smtClean="0"/>
              <a:t>‹#›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67420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F96B3-84B4-4B2C-83AE-DE[redacted]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ar-LY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8ADB45-04E0-46B0-A8FF-9887850F5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C9EF8-C187-4467-AEBE-77396DEE76DA}" type="datetimeFigureOut">
              <a:rPr lang="ar-LY" smtClean="0"/>
              <a:t>16‏/3‏/1442</a:t>
            </a:fld>
            <a:endParaRPr lang="ar-L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9B9A27-5DA5-4BB0-A567-275F82A0F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258F47-17E6-4ED4-9AF0-D9F54D4B3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FC69-CE3E-4598-98C1-B119891192DE}" type="slidenum">
              <a:rPr lang="ar-LY" smtClean="0"/>
              <a:t>‹#›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F4CEF7-7F83-4E12-A932-FC45DBA56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C9EF8-C187-4467-AEBE-77396DEE76DA}" type="datetimeFigureOut">
              <a:rPr lang="ar-LY" smtClean="0"/>
              <a:t>16‏/3‏/1442</a:t>
            </a:fld>
            <a:endParaRPr lang="ar-L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19D36F-29DE-4CFE-8462-7F7720A72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7A90F-2B0F-49AE-9822-F524FB4E4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FC69-CE3E-4598-98C1-B119891192DE}" type="slidenum">
              <a:rPr lang="ar-LY" smtClean="0"/>
              <a:t>‹#›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5E51C4-A35E-44FE-9565-6A4BD95E93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20398" y="914426"/>
            <a:ext cx="2421919" cy="5306226"/>
          </a:xfrm>
          <a:custGeom>
            <a:avLst/>
            <a:gdLst>
              <a:gd name="connsiteX0" fmla="*/ 295310 w 2421919"/>
              <a:gd name="connsiteY0" fmla="*/ 0 h 5306226"/>
              <a:gd name="connsiteX1" fmla="*/ 515327 w 2421919"/>
              <a:gd name="connsiteY1" fmla="*/ 0 h 5306226"/>
              <a:gd name="connsiteX2" fmla="*/ 578274 w 2421919"/>
              <a:gd name="connsiteY2" fmla="*/ 64120 h 5306226"/>
              <a:gd name="connsiteX3" fmla="*/ 708868 w 2421919"/>
              <a:gd name="connsiteY3" fmla="*/ 198247 h 5306226"/>
              <a:gd name="connsiteX4" fmla="*/ 1721877 w 2421919"/>
              <a:gd name="connsiteY4" fmla="*/ 198247 h 5306226"/>
              <a:gd name="connsiteX5" fmla="*/ 1853057 w 2421919"/>
              <a:gd name="connsiteY5" fmla="*/ 64120 h 5306226"/>
              <a:gd name="connsiteX6" fmla="*/ 1916004 w 2421919"/>
              <a:gd name="connsiteY6" fmla="*/ 0 h 5306226"/>
              <a:gd name="connsiteX7" fmla="*/ 2126609 w 2421919"/>
              <a:gd name="connsiteY7" fmla="*/ 0 h 5306226"/>
              <a:gd name="connsiteX8" fmla="*/ 2421919 w 2421919"/>
              <a:gd name="connsiteY8" fmla="*/ 302370 h 5306226"/>
              <a:gd name="connsiteX9" fmla="*/ 2421919 w 2421919"/>
              <a:gd name="connsiteY9" fmla="*/ 5003850 h 5306226"/>
              <a:gd name="connsiteX10" fmla="*/ 2126609 w 2421919"/>
              <a:gd name="connsiteY10" fmla="*/ 5306226 h 5306226"/>
              <a:gd name="connsiteX11" fmla="*/ 295310 w 2421919"/>
              <a:gd name="connsiteY11" fmla="*/ 5306226 h 5306226"/>
              <a:gd name="connsiteX12" fmla="*/ 0 w 2421919"/>
              <a:gd name="connsiteY12" fmla="*/ 5003850 h 5306226"/>
              <a:gd name="connsiteX13" fmla="*/ 0 w 2421919"/>
              <a:gd name="connsiteY13" fmla="*/ 302370 h 5306226"/>
              <a:gd name="connsiteX14" fmla="*/ 295310 w 2421919"/>
              <a:gd name="connsiteY14" fmla="*/ 0 h 5306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21919" h="5306226">
                <a:moveTo>
                  <a:pt x="295310" y="0"/>
                </a:moveTo>
                <a:lnTo>
                  <a:pt x="515327" y="0"/>
                </a:lnTo>
                <a:cubicBezTo>
                  <a:pt x="550037" y="0"/>
                  <a:pt x="578274" y="28824"/>
                  <a:pt x="578274" y="64120"/>
                </a:cubicBezTo>
                <a:cubicBezTo>
                  <a:pt x="578274" y="138240"/>
                  <a:pt x="637101" y="198247"/>
                  <a:pt x="708868" y="198247"/>
                </a:cubicBezTo>
                <a:lnTo>
                  <a:pt x="1721877" y="198247"/>
                </a:lnTo>
                <a:cubicBezTo>
                  <a:pt x="1794230" y="198247"/>
                  <a:pt x="1853057" y="138240"/>
                  <a:pt x="1853057" y="64120"/>
                </a:cubicBezTo>
                <a:cubicBezTo>
                  <a:pt x="1853057" y="28824"/>
                  <a:pt x="1881294" y="0"/>
                  <a:pt x="1916004" y="0"/>
                </a:cubicBezTo>
                <a:lnTo>
                  <a:pt x="2126609" y="0"/>
                </a:lnTo>
                <a:cubicBezTo>
                  <a:pt x="2289559" y="0"/>
                  <a:pt x="2421919" y="135300"/>
                  <a:pt x="2421919" y="302370"/>
                </a:cubicBezTo>
                <a:lnTo>
                  <a:pt x="2421919" y="5003850"/>
                </a:lnTo>
                <a:cubicBezTo>
                  <a:pt x="2421919" y="5170920"/>
                  <a:pt x="2289559" y="5306226"/>
                  <a:pt x="2126609" y="5306226"/>
                </a:cubicBezTo>
                <a:lnTo>
                  <a:pt x="295310" y="5306226"/>
                </a:lnTo>
                <a:cubicBezTo>
                  <a:pt x="132360" y="5306226"/>
                  <a:pt x="0" y="5170920"/>
                  <a:pt x="0" y="5003850"/>
                </a:cubicBezTo>
                <a:lnTo>
                  <a:pt x="0" y="302370"/>
                </a:lnTo>
                <a:cubicBezTo>
                  <a:pt x="0" y="135300"/>
                  <a:pt x="132360" y="0"/>
                  <a:pt x="295310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endParaRPr lang="ar-LY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1F73EE-FE6C-48B5-B272-3E200AA20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C9EF8-C187-4467-AEBE-77396DEE76DA}" type="datetimeFigureOut">
              <a:rPr lang="ar-LY" smtClean="0"/>
              <a:t>16‏/3‏/1442</a:t>
            </a:fld>
            <a:endParaRPr lang="ar-L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2229FB-B7B5-4CE1-9FBF-55CE090EA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8A47F0-F70F-4CA3-AEED-A51C74EAC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FC69-CE3E-4598-98C1-B119891192DE}" type="slidenum">
              <a:rPr lang="ar-LY" smtClean="0"/>
              <a:t>‹#›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1186867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DD318B9-2E88-4013-AD5C-632924981D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5936" y="2"/>
            <a:ext cx="5546064" cy="6232967"/>
          </a:xfrm>
          <a:custGeom>
            <a:avLst/>
            <a:gdLst>
              <a:gd name="connsiteX0" fmla="*/ 0 w 5546064"/>
              <a:gd name="connsiteY0" fmla="*/ 0 h 6232967"/>
              <a:gd name="connsiteX1" fmla="*/ 5546063 w 5546064"/>
              <a:gd name="connsiteY1" fmla="*/ 0 h 6232967"/>
              <a:gd name="connsiteX2" fmla="*/ 5546064 w 5546064"/>
              <a:gd name="connsiteY2" fmla="*/ 6230533 h 6232967"/>
              <a:gd name="connsiteX3" fmla="*/ 5508384 w 5546064"/>
              <a:gd name="connsiteY3" fmla="*/ 6232967 h 6232967"/>
              <a:gd name="connsiteX4" fmla="*/ 5132656 w 5546064"/>
              <a:gd name="connsiteY4" fmla="*/ 6132796 h 6232967"/>
              <a:gd name="connsiteX5" fmla="*/ 375252 w 5546064"/>
              <a:gd name="connsiteY5" fmla="*/ 3386470 h 6232967"/>
              <a:gd name="connsiteX6" fmla="*/ 0 w 5546064"/>
              <a:gd name="connsiteY6" fmla="*/ 2736470 h 6232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46064" h="6232967">
                <a:moveTo>
                  <a:pt x="0" y="0"/>
                </a:moveTo>
                <a:lnTo>
                  <a:pt x="5546063" y="0"/>
                </a:lnTo>
                <a:lnTo>
                  <a:pt x="5546064" y="6230533"/>
                </a:lnTo>
                <a:lnTo>
                  <a:pt x="5508384" y="6232967"/>
                </a:lnTo>
                <a:cubicBezTo>
                  <a:pt x="5378797" y="6232967"/>
                  <a:pt x="5249049" y="6199576"/>
                  <a:pt x="5132656" y="6132796"/>
                </a:cubicBezTo>
                <a:lnTo>
                  <a:pt x="375252" y="3386470"/>
                </a:lnTo>
                <a:cubicBezTo>
                  <a:pt x="143736" y="3252910"/>
                  <a:pt x="0" y="3004859"/>
                  <a:pt x="0" y="273647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ar-L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18A311-1B3E-45F3-B0AE-A760A8C61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C9EF8-C187-4467-AEBE-77396DEE76DA}" type="datetimeFigureOut">
              <a:rPr lang="ar-LY" smtClean="0"/>
              <a:t>16‏/3‏/1442</a:t>
            </a:fld>
            <a:endParaRPr lang="ar-L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9EBDBF-A780-4540-B269-4CFA4D68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B98F24-0F76-4EC5-A4D2-1B2D8BA08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FC69-CE3E-4598-98C1-B119891192DE}" type="slidenum">
              <a:rPr lang="ar-LY" smtClean="0"/>
              <a:t>‹#›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89EFF41-6314-495A-AA51-A8912C9249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5546064" cy="6232967"/>
          </a:xfrm>
          <a:custGeom>
            <a:avLst/>
            <a:gdLst>
              <a:gd name="connsiteX0" fmla="*/ 0 w 5546064"/>
              <a:gd name="connsiteY0" fmla="*/ 0 h 6232967"/>
              <a:gd name="connsiteX1" fmla="*/ 5546064 w 5546064"/>
              <a:gd name="connsiteY1" fmla="*/ 0 h 6232967"/>
              <a:gd name="connsiteX2" fmla="*/ 5546064 w 5546064"/>
              <a:gd name="connsiteY2" fmla="*/ 2736470 h 6232967"/>
              <a:gd name="connsiteX3" fmla="*/ 5170811 w 5546064"/>
              <a:gd name="connsiteY3" fmla="*/ 3386470 h 6232967"/>
              <a:gd name="connsiteX4" fmla="*/ 413407 w 5546064"/>
              <a:gd name="connsiteY4" fmla="*/ 6132796 h 6232967"/>
              <a:gd name="connsiteX5" fmla="*/ 37679 w 5546064"/>
              <a:gd name="connsiteY5" fmla="*/ 6232967 h 6232967"/>
              <a:gd name="connsiteX6" fmla="*/ 0 w 5546064"/>
              <a:gd name="connsiteY6" fmla="*/ 6230533 h 6232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46064" h="6232967">
                <a:moveTo>
                  <a:pt x="0" y="0"/>
                </a:moveTo>
                <a:lnTo>
                  <a:pt x="5546064" y="0"/>
                </a:lnTo>
                <a:lnTo>
                  <a:pt x="5546064" y="2736470"/>
                </a:lnTo>
                <a:cubicBezTo>
                  <a:pt x="5546064" y="3004859"/>
                  <a:pt x="5402328" y="3252910"/>
                  <a:pt x="5170811" y="3386470"/>
                </a:cubicBezTo>
                <a:lnTo>
                  <a:pt x="413407" y="6132796"/>
                </a:lnTo>
                <a:cubicBezTo>
                  <a:pt x="297014" y="6199576"/>
                  <a:pt x="167267" y="6232967"/>
                  <a:pt x="37679" y="6232967"/>
                </a:cubicBezTo>
                <a:lnTo>
                  <a:pt x="0" y="6230533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endParaRPr lang="ar-L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DA86D1-614D-404A-BFF8-F57F5E065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C9EF8-C187-4467-AEBE-77396DEE76DA}" type="datetimeFigureOut">
              <a:rPr lang="ar-LY" smtClean="0"/>
              <a:t>16‏/3‏/1442</a:t>
            </a:fld>
            <a:endParaRPr lang="ar-L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80FCD-5CC6-4B80-8818-9CFB4F67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D4823A-3FD8-46CD-9DF4-D12E9C3DB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FC69-CE3E-4598-98C1-B119891192DE}" type="slidenum">
              <a:rPr lang="ar-LY" smtClean="0"/>
              <a:t>‹#›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1816442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9257941-F5EF-48F5-BAF5-E41959A7E37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625033"/>
            <a:ext cx="5546064" cy="6232967"/>
          </a:xfrm>
          <a:custGeom>
            <a:avLst/>
            <a:gdLst>
              <a:gd name="connsiteX0" fmla="*/ 37679 w 5546064"/>
              <a:gd name="connsiteY0" fmla="*/ 0 h 6232967"/>
              <a:gd name="connsiteX1" fmla="*/ 413407 w 5546064"/>
              <a:gd name="connsiteY1" fmla="*/ 100170 h 6232967"/>
              <a:gd name="connsiteX2" fmla="*/ 5170811 w 5546064"/>
              <a:gd name="connsiteY2" fmla="*/ 2846497 h 6232967"/>
              <a:gd name="connsiteX3" fmla="*/ 5546064 w 5546064"/>
              <a:gd name="connsiteY3" fmla="*/ 3496497 h 6232967"/>
              <a:gd name="connsiteX4" fmla="*/ 5546064 w 5546064"/>
              <a:gd name="connsiteY4" fmla="*/ 6232967 h 6232967"/>
              <a:gd name="connsiteX5" fmla="*/ 0 w 5546064"/>
              <a:gd name="connsiteY5" fmla="*/ 6232967 h 6232967"/>
              <a:gd name="connsiteX6" fmla="*/ 0 w 5546064"/>
              <a:gd name="connsiteY6" fmla="*/ 2433 h 6232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46064" h="6232967">
                <a:moveTo>
                  <a:pt x="37679" y="0"/>
                </a:moveTo>
                <a:cubicBezTo>
                  <a:pt x="167267" y="0"/>
                  <a:pt x="297015" y="33390"/>
                  <a:pt x="413407" y="100170"/>
                </a:cubicBezTo>
                <a:lnTo>
                  <a:pt x="5170811" y="2846497"/>
                </a:lnTo>
                <a:cubicBezTo>
                  <a:pt x="5402328" y="2980057"/>
                  <a:pt x="5546064" y="3228107"/>
                  <a:pt x="5546064" y="3496497"/>
                </a:cubicBezTo>
                <a:lnTo>
                  <a:pt x="5546064" y="6232967"/>
                </a:lnTo>
                <a:lnTo>
                  <a:pt x="0" y="6232967"/>
                </a:lnTo>
                <a:lnTo>
                  <a:pt x="0" y="2433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endParaRPr lang="ar-L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20BA2F-8036-4472-9BCA-2301E4FC2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C9EF8-C187-4467-AEBE-77396DEE76DA}" type="datetimeFigureOut">
              <a:rPr lang="ar-LY" smtClean="0"/>
              <a:t>16‏/3‏/1442</a:t>
            </a:fld>
            <a:endParaRPr lang="ar-L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890FFD-9881-4D81-BBC2-F527652C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1AE273-897B-4009-BA9E-C133B42E1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FC69-CE3E-4598-98C1-B119891192DE}" type="slidenum">
              <a:rPr lang="ar-LY" smtClean="0"/>
              <a:t>‹#›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D3CFDE7-A204-47A5-B461-0D19A9B046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5936" y="625034"/>
            <a:ext cx="5546063" cy="6232967"/>
          </a:xfrm>
          <a:custGeom>
            <a:avLst/>
            <a:gdLst>
              <a:gd name="connsiteX0" fmla="*/ 5508384 w 5546063"/>
              <a:gd name="connsiteY0" fmla="*/ 0 h 6232967"/>
              <a:gd name="connsiteX1" fmla="*/ 5546063 w 5546063"/>
              <a:gd name="connsiteY1" fmla="*/ 2433 h 6232967"/>
              <a:gd name="connsiteX2" fmla="*/ 5546063 w 5546063"/>
              <a:gd name="connsiteY2" fmla="*/ 6232967 h 6232967"/>
              <a:gd name="connsiteX3" fmla="*/ 0 w 5546063"/>
              <a:gd name="connsiteY3" fmla="*/ 6232967 h 6232967"/>
              <a:gd name="connsiteX4" fmla="*/ 0 w 5546063"/>
              <a:gd name="connsiteY4" fmla="*/ 3496497 h 6232967"/>
              <a:gd name="connsiteX5" fmla="*/ 375252 w 5546063"/>
              <a:gd name="connsiteY5" fmla="*/ 2846497 h 6232967"/>
              <a:gd name="connsiteX6" fmla="*/ 5132656 w 5546063"/>
              <a:gd name="connsiteY6" fmla="*/ 100170 h 6232967"/>
              <a:gd name="connsiteX7" fmla="*/ 5508384 w 5546063"/>
              <a:gd name="connsiteY7" fmla="*/ 0 h 6232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46063" h="6232967">
                <a:moveTo>
                  <a:pt x="5508384" y="0"/>
                </a:moveTo>
                <a:lnTo>
                  <a:pt x="5546063" y="2433"/>
                </a:lnTo>
                <a:lnTo>
                  <a:pt x="5546063" y="6232967"/>
                </a:lnTo>
                <a:lnTo>
                  <a:pt x="0" y="6232967"/>
                </a:lnTo>
                <a:lnTo>
                  <a:pt x="0" y="3496497"/>
                </a:lnTo>
                <a:cubicBezTo>
                  <a:pt x="0" y="3228107"/>
                  <a:pt x="143736" y="2980057"/>
                  <a:pt x="375252" y="2846497"/>
                </a:cubicBezTo>
                <a:lnTo>
                  <a:pt x="5132656" y="100170"/>
                </a:lnTo>
                <a:cubicBezTo>
                  <a:pt x="5249049" y="33390"/>
                  <a:pt x="5378797" y="0"/>
                  <a:pt x="5508384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/>
          <a:p>
            <a:endParaRPr lang="ar-L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4BD9AC-394F-435C-A1DB-EB1C59132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C9EF8-C187-4467-AEBE-77396DEE76DA}" type="datetimeFigureOut">
              <a:rPr lang="ar-LY" smtClean="0"/>
              <a:t>16‏/3‏/1442</a:t>
            </a:fld>
            <a:endParaRPr lang="ar-L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9C5CFE-3515-45B5-A4E5-EC81C356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EDE501-B058-4EEF-9143-6EF40A2D2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FC69-CE3E-4598-98C1-B119891192DE}" type="slidenum">
              <a:rPr lang="ar-LY" smtClean="0"/>
              <a:t>‹#›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12550378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5B0CE36-A926-43AB-BCDE-45E63DB28C6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11454" y="1121295"/>
            <a:ext cx="4078518" cy="4623182"/>
          </a:xfrm>
          <a:custGeom>
            <a:avLst/>
            <a:gdLst>
              <a:gd name="connsiteX0" fmla="*/ 2039437 w 4078518"/>
              <a:gd name="connsiteY0" fmla="*/ 0 h 4623182"/>
              <a:gd name="connsiteX1" fmla="*/ 2178191 w 4078518"/>
              <a:gd name="connsiteY1" fmla="*/ 37088 h 4623182"/>
              <a:gd name="connsiteX2" fmla="*/ 3939583 w 4078518"/>
              <a:gd name="connsiteY2" fmla="*/ 1053892 h 4623182"/>
              <a:gd name="connsiteX3" fmla="*/ 4078518 w 4078518"/>
              <a:gd name="connsiteY3" fmla="*/ 1294549 h 4623182"/>
              <a:gd name="connsiteX4" fmla="*/ 4078518 w 4078518"/>
              <a:gd name="connsiteY4" fmla="*/ 3328629 h 4623182"/>
              <a:gd name="connsiteX5" fmla="*/ 3939583 w 4078518"/>
              <a:gd name="connsiteY5" fmla="*/ 3569291 h 4623182"/>
              <a:gd name="connsiteX6" fmla="*/ 2178191 w 4078518"/>
              <a:gd name="connsiteY6" fmla="*/ 4586096 h 4623182"/>
              <a:gd name="connsiteX7" fmla="*/ 1900327 w 4078518"/>
              <a:gd name="connsiteY7" fmla="*/ 4586096 h 4623182"/>
              <a:gd name="connsiteX8" fmla="*/ 138935 w 4078518"/>
              <a:gd name="connsiteY8" fmla="*/ 3569291 h 4623182"/>
              <a:gd name="connsiteX9" fmla="*/ 0 w 4078518"/>
              <a:gd name="connsiteY9" fmla="*/ 3328629 h 4623182"/>
              <a:gd name="connsiteX10" fmla="*/ 0 w 4078518"/>
              <a:gd name="connsiteY10" fmla="*/ 1294549 h 4623182"/>
              <a:gd name="connsiteX11" fmla="*/ 138935 w 4078518"/>
              <a:gd name="connsiteY11" fmla="*/ 1053892 h 4623182"/>
              <a:gd name="connsiteX12" fmla="*/ 1900327 w 4078518"/>
              <a:gd name="connsiteY12" fmla="*/ 37088 h 4623182"/>
              <a:gd name="connsiteX13" fmla="*/ 2039437 w 4078518"/>
              <a:gd name="connsiteY13" fmla="*/ 0 h 46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078518" h="4623182">
                <a:moveTo>
                  <a:pt x="2039437" y="0"/>
                </a:moveTo>
                <a:cubicBezTo>
                  <a:pt x="2087416" y="0"/>
                  <a:pt x="2135335" y="12363"/>
                  <a:pt x="2178191" y="37088"/>
                </a:cubicBezTo>
                <a:lnTo>
                  <a:pt x="3939583" y="1053892"/>
                </a:lnTo>
                <a:cubicBezTo>
                  <a:pt x="4025770" y="1103812"/>
                  <a:pt x="4078518" y="1195181"/>
                  <a:pt x="4078518" y="1294549"/>
                </a:cubicBezTo>
                <a:lnTo>
                  <a:pt x="4078518" y="3328629"/>
                </a:lnTo>
                <a:cubicBezTo>
                  <a:pt x="4078518" y="3428003"/>
                  <a:pt x="4025770" y="3519841"/>
                  <a:pt x="3939583" y="3569291"/>
                </a:cubicBezTo>
                <a:lnTo>
                  <a:pt x="2178191" y="4586096"/>
                </a:lnTo>
                <a:cubicBezTo>
                  <a:pt x="2092004" y="4635545"/>
                  <a:pt x="1986039" y="4635545"/>
                  <a:pt x="1900327" y="4586096"/>
                </a:cubicBezTo>
                <a:lnTo>
                  <a:pt x="138935" y="3569291"/>
                </a:lnTo>
                <a:cubicBezTo>
                  <a:pt x="52748" y="3519371"/>
                  <a:pt x="0" y="3428003"/>
                  <a:pt x="0" y="3328629"/>
                </a:cubicBezTo>
                <a:lnTo>
                  <a:pt x="0" y="1294549"/>
                </a:lnTo>
                <a:cubicBezTo>
                  <a:pt x="0" y="1195181"/>
                  <a:pt x="53218" y="1103342"/>
                  <a:pt x="138935" y="1053892"/>
                </a:cubicBezTo>
                <a:lnTo>
                  <a:pt x="1900327" y="37088"/>
                </a:lnTo>
                <a:cubicBezTo>
                  <a:pt x="1943421" y="12363"/>
                  <a:pt x="1991459" y="0"/>
                  <a:pt x="203943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ar-L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DF02B3-7B0C-4442-8785-E551AD015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C9EF8-C187-4467-AEBE-77396DEE76DA}" type="datetimeFigureOut">
              <a:rPr lang="ar-LY" smtClean="0"/>
              <a:t>16‏/3‏/1442</a:t>
            </a:fld>
            <a:endParaRPr lang="ar-L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B9F689-607D-4216-BA43-D2F50E27B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3F2C17-9461-4962-81EB-1FC43843D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FC69-CE3E-4598-98C1-B119891192DE}" type="slidenum">
              <a:rPr lang="ar-LY" smtClean="0"/>
              <a:t>‹#›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1549167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FDFA047-8834-4DB7-9057-91191137B7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4575" y="862012"/>
            <a:ext cx="5133976" cy="5133976"/>
          </a:xfrm>
          <a:custGeom>
            <a:avLst/>
            <a:gdLst>
              <a:gd name="connsiteX0" fmla="*/ 2566988 w 5133976"/>
              <a:gd name="connsiteY0" fmla="*/ 677230 h 5133976"/>
              <a:gd name="connsiteX1" fmla="*/ 4464843 w 5133976"/>
              <a:gd name="connsiteY1" fmla="*/ 2575085 h 5133976"/>
              <a:gd name="connsiteX2" fmla="*/ 2566988 w 5133976"/>
              <a:gd name="connsiteY2" fmla="*/ 4472940 h 5133976"/>
              <a:gd name="connsiteX3" fmla="*/ 669133 w 5133976"/>
              <a:gd name="connsiteY3" fmla="*/ 2575085 h 5133976"/>
              <a:gd name="connsiteX4" fmla="*/ 2566988 w 5133976"/>
              <a:gd name="connsiteY4" fmla="*/ 677230 h 5133976"/>
              <a:gd name="connsiteX5" fmla="*/ 2566988 w 5133976"/>
              <a:gd name="connsiteY5" fmla="*/ 377825 h 5133976"/>
              <a:gd name="connsiteX6" fmla="*/ 377825 w 5133976"/>
              <a:gd name="connsiteY6" fmla="*/ 2566988 h 5133976"/>
              <a:gd name="connsiteX7" fmla="*/ 2566988 w 5133976"/>
              <a:gd name="connsiteY7" fmla="*/ 4756151 h 5133976"/>
              <a:gd name="connsiteX8" fmla="*/ 4756151 w 5133976"/>
              <a:gd name="connsiteY8" fmla="*/ 2566988 h 5133976"/>
              <a:gd name="connsiteX9" fmla="*/ 2566988 w 5133976"/>
              <a:gd name="connsiteY9" fmla="*/ 377825 h 5133976"/>
              <a:gd name="connsiteX10" fmla="*/ 2566988 w 5133976"/>
              <a:gd name="connsiteY10" fmla="*/ 0 h 5133976"/>
              <a:gd name="connsiteX11" fmla="*/ 5133976 w 5133976"/>
              <a:gd name="connsiteY11" fmla="*/ 2566988 h 5133976"/>
              <a:gd name="connsiteX12" fmla="*/ 2566988 w 5133976"/>
              <a:gd name="connsiteY12" fmla="*/ 5133976 h 5133976"/>
              <a:gd name="connsiteX13" fmla="*/ 0 w 5133976"/>
              <a:gd name="connsiteY13" fmla="*/ 2566988 h 5133976"/>
              <a:gd name="connsiteX14" fmla="*/ 2566988 w 5133976"/>
              <a:gd name="connsiteY14" fmla="*/ 0 h 5133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133976" h="5133976">
                <a:moveTo>
                  <a:pt x="2566988" y="677230"/>
                </a:moveTo>
                <a:cubicBezTo>
                  <a:pt x="3615144" y="677230"/>
                  <a:pt x="4464843" y="1526929"/>
                  <a:pt x="4464843" y="2575085"/>
                </a:cubicBezTo>
                <a:cubicBezTo>
                  <a:pt x="4464843" y="3623241"/>
                  <a:pt x="3615144" y="4472940"/>
                  <a:pt x="2566988" y="4472940"/>
                </a:cubicBezTo>
                <a:cubicBezTo>
                  <a:pt x="1518832" y="4472940"/>
                  <a:pt x="669133" y="3623241"/>
                  <a:pt x="669133" y="2575085"/>
                </a:cubicBezTo>
                <a:cubicBezTo>
                  <a:pt x="669133" y="1526929"/>
                  <a:pt x="1518832" y="677230"/>
                  <a:pt x="2566988" y="677230"/>
                </a:cubicBezTo>
                <a:close/>
                <a:moveTo>
                  <a:pt x="2566988" y="377825"/>
                </a:moveTo>
                <a:cubicBezTo>
                  <a:pt x="1357947" y="377825"/>
                  <a:pt x="377825" y="1357947"/>
                  <a:pt x="377825" y="2566988"/>
                </a:cubicBezTo>
                <a:cubicBezTo>
                  <a:pt x="377825" y="3776029"/>
                  <a:pt x="1357947" y="4756151"/>
                  <a:pt x="2566988" y="4756151"/>
                </a:cubicBezTo>
                <a:cubicBezTo>
                  <a:pt x="3776029" y="4756151"/>
                  <a:pt x="4756151" y="3776029"/>
                  <a:pt x="4756151" y="2566988"/>
                </a:cubicBezTo>
                <a:cubicBezTo>
                  <a:pt x="4756151" y="1357947"/>
                  <a:pt x="3776029" y="377825"/>
                  <a:pt x="2566988" y="377825"/>
                </a:cubicBezTo>
                <a:close/>
                <a:moveTo>
                  <a:pt x="2566988" y="0"/>
                </a:moveTo>
                <a:cubicBezTo>
                  <a:pt x="3984696" y="0"/>
                  <a:pt x="5133976" y="1149280"/>
                  <a:pt x="5133976" y="2566988"/>
                </a:cubicBezTo>
                <a:cubicBezTo>
                  <a:pt x="5133976" y="3984696"/>
                  <a:pt x="3984696" y="5133976"/>
                  <a:pt x="2566988" y="5133976"/>
                </a:cubicBezTo>
                <a:cubicBezTo>
                  <a:pt x="1149280" y="5133976"/>
                  <a:pt x="0" y="3984696"/>
                  <a:pt x="0" y="2566988"/>
                </a:cubicBezTo>
                <a:cubicBezTo>
                  <a:pt x="0" y="1149280"/>
                  <a:pt x="1149280" y="0"/>
                  <a:pt x="25669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ar-L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62DCD6-FD28-403E-BF4B-3C907C3DA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C9EF8-C187-4467-AEBE-77396DEE76DA}" type="datetimeFigureOut">
              <a:rPr lang="ar-LY" smtClean="0"/>
              <a:t>16‏/3‏/1442</a:t>
            </a:fld>
            <a:endParaRPr lang="ar-L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DAF204-D087-462B-9A66-058D51135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F94357-612D-49DA-A72B-2E9C8E988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FC69-CE3E-4598-98C1-B119891192DE}" type="slidenum">
              <a:rPr lang="ar-LY" smtClean="0"/>
              <a:t>‹#›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15814358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10DB9F-43DC-473F-B697-7FC11FF92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C9EF8-C187-4467-AEBE-77396DEE76DA}" type="datetimeFigureOut">
              <a:rPr lang="ar-LY" smtClean="0"/>
              <a:t>16‏/3‏/1442</a:t>
            </a:fld>
            <a:endParaRPr lang="ar-L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ED9907-629B-4101-BED6-8CE09616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576164-8654-4731-9ECF-5A6C2E11A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FC69-CE3E-4598-98C1-B119891192DE}" type="slidenum">
              <a:rPr lang="ar-LY" smtClean="0"/>
              <a:t>‹#›</a:t>
            </a:fld>
            <a:endParaRPr lang="ar-LY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458C193-3EA3-4BDC-915D-F4BE29CFB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2402" y="0"/>
            <a:ext cx="11767196" cy="2762252"/>
          </a:xfrm>
          <a:custGeom>
            <a:avLst/>
            <a:gdLst>
              <a:gd name="connsiteX0" fmla="*/ 0 w 11767196"/>
              <a:gd name="connsiteY0" fmla="*/ 0 h 2762252"/>
              <a:gd name="connsiteX1" fmla="*/ 11767196 w 11767196"/>
              <a:gd name="connsiteY1" fmla="*/ 0 h 2762252"/>
              <a:gd name="connsiteX2" fmla="*/ 9974860 w 11767196"/>
              <a:gd name="connsiteY2" fmla="*/ 2411260 h 2762252"/>
              <a:gd name="connsiteX3" fmla="*/ 9191993 w 11767196"/>
              <a:gd name="connsiteY3" fmla="*/ 2762252 h 2762252"/>
              <a:gd name="connsiteX4" fmla="*/ 2575187 w 11767196"/>
              <a:gd name="connsiteY4" fmla="*/ 2762252 h 2762252"/>
              <a:gd name="connsiteX5" fmla="*/ 1792336 w 11767196"/>
              <a:gd name="connsiteY5" fmla="*/ 2411260 h 2762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67196" h="2762252">
                <a:moveTo>
                  <a:pt x="0" y="0"/>
                </a:moveTo>
                <a:lnTo>
                  <a:pt x="11767196" y="0"/>
                </a:lnTo>
                <a:lnTo>
                  <a:pt x="9974860" y="2411260"/>
                </a:lnTo>
                <a:cubicBezTo>
                  <a:pt x="9812474" y="2628996"/>
                  <a:pt x="9515253" y="2762252"/>
                  <a:pt x="9191993" y="2762252"/>
                </a:cubicBezTo>
                <a:lnTo>
                  <a:pt x="2575187" y="2762252"/>
                </a:lnTo>
                <a:cubicBezTo>
                  <a:pt x="2251943" y="2762252"/>
                  <a:pt x="1953194" y="2627809"/>
                  <a:pt x="1792336" y="241126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19953692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44DB611-E148-4DEC-9F28-C07ADB92A5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57551" y="186902"/>
            <a:ext cx="5234451" cy="6433359"/>
          </a:xfrm>
          <a:custGeom>
            <a:avLst/>
            <a:gdLst>
              <a:gd name="connsiteX0" fmla="*/ 2013583 w 5234451"/>
              <a:gd name="connsiteY0" fmla="*/ 0 h 6433359"/>
              <a:gd name="connsiteX1" fmla="*/ 5177453 w 5234451"/>
              <a:gd name="connsiteY1" fmla="*/ 0 h 6433359"/>
              <a:gd name="connsiteX2" fmla="*/ 5234451 w 5234451"/>
              <a:gd name="connsiteY2" fmla="*/ 3820 h 6433359"/>
              <a:gd name="connsiteX3" fmla="*/ 5234451 w 5234451"/>
              <a:gd name="connsiteY3" fmla="*/ 6429537 h 6433359"/>
              <a:gd name="connsiteX4" fmla="*/ 5177453 w 5234451"/>
              <a:gd name="connsiteY4" fmla="*/ 6433359 h 6433359"/>
              <a:gd name="connsiteX5" fmla="*/ 2013583 w 5234451"/>
              <a:gd name="connsiteY5" fmla="*/ 6433359 h 6433359"/>
              <a:gd name="connsiteX6" fmla="*/ 1639257 w 5234451"/>
              <a:gd name="connsiteY6" fmla="*/ 6214207 h 6433359"/>
              <a:gd name="connsiteX7" fmla="*/ 57687 w 5234451"/>
              <a:gd name="connsiteY7" fmla="*/ 3435828 h 6433359"/>
              <a:gd name="connsiteX8" fmla="*/ 57687 w 5234451"/>
              <a:gd name="connsiteY8" fmla="*/ 2997531 h 6433359"/>
              <a:gd name="connsiteX9" fmla="*/ 1639257 w 5234451"/>
              <a:gd name="connsiteY9" fmla="*/ 219152 h 6433359"/>
              <a:gd name="connsiteX10" fmla="*/ 2013583 w 5234451"/>
              <a:gd name="connsiteY10" fmla="*/ 0 h 6433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34451" h="6433359">
                <a:moveTo>
                  <a:pt x="2013583" y="0"/>
                </a:moveTo>
                <a:lnTo>
                  <a:pt x="5177453" y="0"/>
                </a:lnTo>
                <a:lnTo>
                  <a:pt x="5234451" y="3820"/>
                </a:lnTo>
                <a:lnTo>
                  <a:pt x="5234451" y="6429537"/>
                </a:lnTo>
                <a:lnTo>
                  <a:pt x="5177453" y="6433359"/>
                </a:lnTo>
                <a:lnTo>
                  <a:pt x="2013583" y="6433359"/>
                </a:lnTo>
                <a:cubicBezTo>
                  <a:pt x="1859021" y="6433359"/>
                  <a:pt x="1716172" y="6349415"/>
                  <a:pt x="1639257" y="6214207"/>
                </a:cubicBezTo>
                <a:lnTo>
                  <a:pt x="57687" y="3435828"/>
                </a:lnTo>
                <a:cubicBezTo>
                  <a:pt x="-19229" y="3299878"/>
                  <a:pt x="-19229" y="3132732"/>
                  <a:pt x="57687" y="2997531"/>
                </a:cubicBezTo>
                <a:lnTo>
                  <a:pt x="1639257" y="219152"/>
                </a:lnTo>
                <a:cubicBezTo>
                  <a:pt x="1716903" y="83203"/>
                  <a:pt x="1859021" y="0"/>
                  <a:pt x="2013583" y="0"/>
                </a:cubicBezTo>
                <a:close/>
              </a:path>
            </a:pathLst>
          </a:custGeom>
          <a:solidFill>
            <a:schemeClr val="tx1"/>
          </a:solidFill>
          <a:effectLst>
            <a:outerShdw blurRad="165100" dist="38100" dir="10800000" algn="r" rotWithShape="0">
              <a:prstClr val="black">
                <a:alpha val="11000"/>
              </a:prstClr>
            </a:outerShdw>
          </a:effectLst>
        </p:spPr>
        <p:txBody>
          <a:bodyPr wrap="square">
            <a:noAutofit/>
          </a:bodyPr>
          <a:lstStyle/>
          <a:p>
            <a:endParaRPr lang="ar-LY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B59AE7-8C87-4947-9313-B99026E98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C9EF8-C187-4467-AEBE-77396DEE76DA}" type="datetimeFigureOut">
              <a:rPr lang="ar-LY" smtClean="0"/>
              <a:t>16‏/3‏/1442</a:t>
            </a:fld>
            <a:endParaRPr lang="ar-L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DEB96-6D25-4E19-8F88-200CC5F33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FC3FC4-A4AC-4595-9E20-630231B96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FC69-CE3E-4598-98C1-B119891192DE}" type="slidenum">
              <a:rPr lang="ar-LY" smtClean="0"/>
              <a:t>‹#›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10898302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A261C-5FEA-45B5-92BA-26A19427D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L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A6F6E-DC76-41B5-981C-75FB1F288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L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5495C6-5EB7-477E-8863-E9C0B2771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68206-B211-4AE9-8EEC-0D84C3DA3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C9EF8-C187-4467-AEBE-77396DEE76DA}" type="datetimeFigureOut">
              <a:rPr lang="ar-LY" smtClean="0"/>
              <a:t>16‏/3‏/1442</a:t>
            </a:fld>
            <a:endParaRPr lang="ar-L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D808F-7F2B-4828-AAC6-17E169828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9DB04A-79B2-4F9C-BD05-20CCEAB9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FC69-CE3E-4598-98C1-B119891192DE}" type="slidenum">
              <a:rPr lang="ar-LY" smtClean="0"/>
              <a:t>‹#›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031C0-1D96-4BD8-A549-CB031FB37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L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6134A3-1EDC-4182-9464-F41FDD8582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L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4960BB-66C4-4E93-9354-69C142A5F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3B1C5-10D8-4C18-A485-5BB1D2070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C9EF8-C187-4467-AEBE-77396DEE76DA}" type="datetimeFigureOut">
              <a:rPr lang="ar-LY" smtClean="0"/>
              <a:t>16‏/3‏/1442</a:t>
            </a:fld>
            <a:endParaRPr lang="ar-L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A710A-D319-41D1-BCB8-B4D98A41F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C3DBD-0042-4FE0-8330-4F4A5179B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FC69-CE3E-4598-98C1-B119891192DE}" type="slidenum">
              <a:rPr lang="ar-LY" smtClean="0"/>
              <a:t>‹#›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16243100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4A412-BBE2-4925-8E59-E0827BD24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L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090F9E-2BEA-4181-9FA9-E0DCF1974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L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545DB-2BBA-48D0-9B29-9A0E47C4F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C9EF8-C187-4467-AEBE-77396DEE76DA}" type="datetimeFigureOut">
              <a:rPr lang="ar-LY" smtClean="0"/>
              <a:t>16‏/3‏/1442</a:t>
            </a:fld>
            <a:endParaRPr lang="ar-L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A351-54FF-435F-B9D1-3B02D154F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1EA52-2435-4B38-A4B1-05A783EE4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FC69-CE3E-4598-98C1-B119891192DE}" type="slidenum">
              <a:rPr lang="ar-LY" smtClean="0"/>
              <a:t>‹#›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0C63CA-F208-4F5D-BD97-EBCE71F49A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L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ACA9FE-1D32-4C3A-9C50-53FEA08A5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L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F5AE6-228D-4E15-BA9E-CB282711D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C9EF8-C187-4467-AEBE-77396DEE76DA}" type="datetimeFigureOut">
              <a:rPr lang="ar-LY" smtClean="0"/>
              <a:t>16‏/3‏/1442</a:t>
            </a:fld>
            <a:endParaRPr lang="ar-L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70DB3-22E2-4B55-9AE5-F35C3A54E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2CA93-9005-45A0-B68B-B941EC484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2FC69-CE3E-4598-98C1-B119891192DE}" type="slidenum">
              <a:rPr lang="ar-LY" smtClean="0"/>
              <a:t>‹#›</a:t>
            </a:fld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2764075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D2A266A-5972-4C18-901A-C1D0B8EC99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0981" y="225266"/>
            <a:ext cx="11730038" cy="4457700"/>
          </a:xfrm>
          <a:custGeom>
            <a:avLst/>
            <a:gdLst>
              <a:gd name="connsiteX0" fmla="*/ 168590 w 11730038"/>
              <a:gd name="connsiteY0" fmla="*/ 0 h 4457700"/>
              <a:gd name="connsiteX1" fmla="*/ 11561448 w 11730038"/>
              <a:gd name="connsiteY1" fmla="*/ 0 h 4457700"/>
              <a:gd name="connsiteX2" fmla="*/ 11730038 w 11730038"/>
              <a:gd name="connsiteY2" fmla="*/ 168590 h 4457700"/>
              <a:gd name="connsiteX3" fmla="*/ 11730038 w 11730038"/>
              <a:gd name="connsiteY3" fmla="*/ 4289110 h 4457700"/>
              <a:gd name="connsiteX4" fmla="*/ 11561448 w 11730038"/>
              <a:gd name="connsiteY4" fmla="*/ 4457700 h 4457700"/>
              <a:gd name="connsiteX5" fmla="*/ 168590 w 11730038"/>
              <a:gd name="connsiteY5" fmla="*/ 4457700 h 4457700"/>
              <a:gd name="connsiteX6" fmla="*/ 0 w 11730038"/>
              <a:gd name="connsiteY6" fmla="*/ 4289110 h 4457700"/>
              <a:gd name="connsiteX7" fmla="*/ 0 w 11730038"/>
              <a:gd name="connsiteY7" fmla="*/ 168590 h 4457700"/>
              <a:gd name="connsiteX8" fmla="*/ 168590 w 11730038"/>
              <a:gd name="connsiteY8" fmla="*/ 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30038" h="4457700">
                <a:moveTo>
                  <a:pt x="168590" y="0"/>
                </a:moveTo>
                <a:lnTo>
                  <a:pt x="11561448" y="0"/>
                </a:lnTo>
                <a:cubicBezTo>
                  <a:pt x="11654558" y="0"/>
                  <a:pt x="11730038" y="75480"/>
                  <a:pt x="11730038" y="168590"/>
                </a:cubicBezTo>
                <a:lnTo>
                  <a:pt x="11730038" y="4289110"/>
                </a:lnTo>
                <a:cubicBezTo>
                  <a:pt x="11730038" y="4382220"/>
                  <a:pt x="11654558" y="4457700"/>
                  <a:pt x="11561448" y="4457700"/>
                </a:cubicBezTo>
                <a:lnTo>
                  <a:pt x="168590" y="4457700"/>
                </a:lnTo>
                <a:cubicBezTo>
                  <a:pt x="75480" y="4457700"/>
                  <a:pt x="0" y="4382220"/>
                  <a:pt x="0" y="4289110"/>
                </a:cubicBezTo>
                <a:lnTo>
                  <a:pt x="0" y="168590"/>
                </a:lnTo>
                <a:cubicBezTo>
                  <a:pt x="0" y="75480"/>
                  <a:pt x="75480" y="0"/>
                  <a:pt x="16859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ar-L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3B84D1-C2D4-4004-8EAD-3970484C3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5C0B2-611B-49AE-B82C-F3A4C3B5E30F}" type="datetimeFigureOut">
              <a:rPr lang="ar-LY" smtClean="0"/>
              <a:t>16‏/3‏/1442</a:t>
            </a:fld>
            <a:endParaRPr lang="ar-L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E5858-4362-4FAD-AA92-04CB0F3E1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A3BDD7-F1C5-44B3-A13E-991F02700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B4EF-27B9-4B65-8823-058A934F584F}" type="slidenum">
              <a:rPr lang="ar-LY" smtClean="0"/>
              <a:t>‹#›</a:t>
            </a:fld>
            <a:endParaRPr lang="ar-LY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B70762B-372E-42AB-8316-6708DF8F05B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55420" y="1046528"/>
            <a:ext cx="5605435" cy="3550110"/>
          </a:xfrm>
          <a:custGeom>
            <a:avLst/>
            <a:gdLst>
              <a:gd name="connsiteX0" fmla="*/ 109549 w 6305551"/>
              <a:gd name="connsiteY0" fmla="*/ 0 h 3829050"/>
              <a:gd name="connsiteX1" fmla="*/ 6196002 w 6305551"/>
              <a:gd name="connsiteY1" fmla="*/ 0 h 3829050"/>
              <a:gd name="connsiteX2" fmla="*/ 6305551 w 6305551"/>
              <a:gd name="connsiteY2" fmla="*/ 109549 h 3829050"/>
              <a:gd name="connsiteX3" fmla="*/ 6305551 w 6305551"/>
              <a:gd name="connsiteY3" fmla="*/ 3719501 h 3829050"/>
              <a:gd name="connsiteX4" fmla="*/ 6196002 w 6305551"/>
              <a:gd name="connsiteY4" fmla="*/ 3829050 h 3829050"/>
              <a:gd name="connsiteX5" fmla="*/ 109549 w 6305551"/>
              <a:gd name="connsiteY5" fmla="*/ 3829050 h 3829050"/>
              <a:gd name="connsiteX6" fmla="*/ 0 w 6305551"/>
              <a:gd name="connsiteY6" fmla="*/ 3719501 h 3829050"/>
              <a:gd name="connsiteX7" fmla="*/ 0 w 6305551"/>
              <a:gd name="connsiteY7" fmla="*/ 109549 h 3829050"/>
              <a:gd name="connsiteX8" fmla="*/ 109549 w 6305551"/>
              <a:gd name="connsiteY8" fmla="*/ 0 h 382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05551" h="3829050">
                <a:moveTo>
                  <a:pt x="109549" y="0"/>
                </a:moveTo>
                <a:lnTo>
                  <a:pt x="6196002" y="0"/>
                </a:lnTo>
                <a:cubicBezTo>
                  <a:pt x="6256504" y="0"/>
                  <a:pt x="6305551" y="49047"/>
                  <a:pt x="6305551" y="109549"/>
                </a:cubicBezTo>
                <a:lnTo>
                  <a:pt x="6305551" y="3719501"/>
                </a:lnTo>
                <a:cubicBezTo>
                  <a:pt x="6305551" y="3780003"/>
                  <a:pt x="6256504" y="3829050"/>
                  <a:pt x="6196002" y="3829050"/>
                </a:cubicBezTo>
                <a:lnTo>
                  <a:pt x="109549" y="3829050"/>
                </a:lnTo>
                <a:cubicBezTo>
                  <a:pt x="49047" y="3829050"/>
                  <a:pt x="0" y="3780003"/>
                  <a:pt x="0" y="3719501"/>
                </a:cubicBezTo>
                <a:lnTo>
                  <a:pt x="0" y="109549"/>
                </a:lnTo>
                <a:cubicBezTo>
                  <a:pt x="0" y="49047"/>
                  <a:pt x="49047" y="0"/>
                  <a:pt x="10954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ar-LY" dirty="0"/>
          </a:p>
        </p:txBody>
      </p:sp>
    </p:spTree>
    <p:extLst>
      <p:ext uri="{BB962C8B-B14F-4D97-AF65-F5344CB8AC3E}">
        <p14:creationId xmlns:p14="http://schemas.microsoft.com/office/powerpoint/2010/main" val="7850294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Slide">
  <p:cSld name="Default Slid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8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85843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aramond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609585" lvl="0" indent="-4233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1219170" lvl="1" indent="-3979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68061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 flipH="1">
            <a:off x="6045200" y="0"/>
            <a:ext cx="614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965200" y="835025"/>
            <a:ext cx="4495800" cy="518795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99DB1C-FC23-413E-8743-D7E0ABA35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L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C863E-4EF3-4C2B-8FAC-E4E70EDCD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L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CA65B-2F43-46D1-8D43-850C8F62D8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3C9EF8-C187-4467-AEBE-77396DEE76DA}" type="datetimeFigureOut">
              <a:rPr lang="ar-LY" smtClean="0"/>
              <a:t>16‏/3‏/1442</a:t>
            </a:fld>
            <a:endParaRPr lang="ar-L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7D30D-B5B1-40D4-A056-30060BBBB7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L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3D8C2-4B34-4DC5-94B5-E417F9F44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12FC69-CE3E-4598-98C1-B119891192DE}" type="slidenum">
              <a:rPr lang="ar-LY" smtClean="0"/>
              <a:t>‹#›</a:t>
            </a:fld>
            <a:endParaRPr lang="ar-LY"/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D559FAB-F08D-4645-AD80-445EC39893FF}"/>
              </a:ext>
            </a:extLst>
          </p:cNvPr>
          <p:cNvGrpSpPr/>
          <p:nvPr userDrawn="1"/>
        </p:nvGrpSpPr>
        <p:grpSpPr>
          <a:xfrm>
            <a:off x="123922" y="-84241"/>
            <a:ext cx="11131011" cy="6805716"/>
            <a:chOff x="123922" y="-84241"/>
            <a:chExt cx="11131011" cy="6805716"/>
          </a:xfrm>
          <a:solidFill>
            <a:schemeClr val="accent1">
              <a:alpha val="2000"/>
            </a:schemeClr>
          </a:solidFill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086A151-A16D-40BF-8F51-27F385B69089}"/>
                </a:ext>
              </a:extLst>
            </p:cNvPr>
            <p:cNvGrpSpPr/>
            <p:nvPr userDrawn="1"/>
          </p:nvGrpSpPr>
          <p:grpSpPr>
            <a:xfrm>
              <a:off x="123922" y="-84241"/>
              <a:ext cx="9414316" cy="6805716"/>
              <a:chOff x="1328207" y="548798"/>
              <a:chExt cx="8085901" cy="5845390"/>
            </a:xfrm>
            <a:grpFill/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C3BD2EC3-05A6-48B8-A683-[redacted]B9}"/>
                  </a:ext>
                </a:extLst>
              </p:cNvPr>
              <p:cNvGrpSpPr/>
              <p:nvPr/>
            </p:nvGrpSpPr>
            <p:grpSpPr>
              <a:xfrm>
                <a:off x="7784513" y="1615870"/>
                <a:ext cx="411196" cy="411196"/>
                <a:chOff x="6059156" y="973740"/>
                <a:chExt cx="411196" cy="411196"/>
              </a:xfrm>
              <a:grpFill/>
            </p:grpSpPr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F3A0A2CC-86F6-4F44-942E-3F7EA0FDBF49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87F31D15-1E68-4632-ADDF-FCD73B8AC947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986E7C42-DB94-4098-AFEC-32B00B8D1C30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99670FBB-C88E-4922-AD97-9D0D6604181C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A679880-7B05-4D9D-B3C1-A87F8BDD5EBF}"/>
                  </a:ext>
                </a:extLst>
              </p:cNvPr>
              <p:cNvGrpSpPr/>
              <p:nvPr/>
            </p:nvGrpSpPr>
            <p:grpSpPr>
              <a:xfrm>
                <a:off x="5625005" y="1223965"/>
                <a:ext cx="411196" cy="411196"/>
                <a:chOff x="6059156" y="973740"/>
                <a:chExt cx="411196" cy="411196"/>
              </a:xfrm>
              <a:grpFill/>
            </p:grpSpPr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B8528931-C518-4C0D-B987-928057FD0B22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F0739537-1EAF-46E1-9111-5BAA5513704B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ED69CFAF-7806-42CF-95B7-5400E171C122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97CB6B00-3AFE-4CD1-B5EA-517A5BF6287F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3932C612-DA17-4609-81EE-E646A7BC0B80}"/>
                  </a:ext>
                </a:extLst>
              </p:cNvPr>
              <p:cNvGrpSpPr/>
              <p:nvPr/>
            </p:nvGrpSpPr>
            <p:grpSpPr>
              <a:xfrm>
                <a:off x="3361463" y="4666790"/>
                <a:ext cx="411196" cy="411196"/>
                <a:chOff x="6059156" y="973740"/>
                <a:chExt cx="411196" cy="411196"/>
              </a:xfrm>
              <a:grpFill/>
            </p:grpSpPr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EE2C54BB-991C-4918-8728-CADCF728218A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C275593E-7B55-4AA5-ACBB-95EA9E407B7C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52E0A10E-2F6F-4AB5-9FCE-FBE966F394CF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45957082-9F8F-4C32-BBF1-1FF6083EEF9B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9A185AE8-C17D-47B5-99F6-A7147DBA682A}"/>
                  </a:ext>
                </a:extLst>
              </p:cNvPr>
              <p:cNvGrpSpPr/>
              <p:nvPr/>
            </p:nvGrpSpPr>
            <p:grpSpPr>
              <a:xfrm>
                <a:off x="6792914" y="5804395"/>
                <a:ext cx="411196" cy="411196"/>
                <a:chOff x="6059156" y="973740"/>
                <a:chExt cx="411196" cy="411196"/>
              </a:xfrm>
              <a:grpFill/>
            </p:grpSpPr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5D7A1280-DD8B-402D-ACC2-B6D872867EC3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E3DC474A-9A49-47C6-B7C7-7C57469FDF14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136460F8-2821-469A-BFE7-B6192CCC3799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E04491EA-7DDD-4A57-AFEC-29EF162D1087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2E96863E-32C1-4C71-9590-83D6DD867D9F}"/>
                  </a:ext>
                </a:extLst>
              </p:cNvPr>
              <p:cNvGrpSpPr/>
              <p:nvPr/>
            </p:nvGrpSpPr>
            <p:grpSpPr>
              <a:xfrm>
                <a:off x="9097945" y="5239979"/>
                <a:ext cx="252166" cy="252166"/>
                <a:chOff x="6059156" y="973740"/>
                <a:chExt cx="411196" cy="411196"/>
              </a:xfrm>
              <a:grpFill/>
            </p:grpSpPr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2CDEC96C-9A7C-4EEE-AC6D-AAC3F7A323D1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EE0CC441-3F71-4C1C-B9A2-FDB787351E2D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D803FBCB-2791-4362-91D6-B2B2DDB6CEF1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E65B033E-A002-4124-BF85-AB34D4327ED8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9473EEF-1425-43AA-B5A9-DDF2AFA38B1E}"/>
                  </a:ext>
                </a:extLst>
              </p:cNvPr>
              <p:cNvGrpSpPr/>
              <p:nvPr/>
            </p:nvGrpSpPr>
            <p:grpSpPr>
              <a:xfrm>
                <a:off x="5563787" y="4619479"/>
                <a:ext cx="252166" cy="252166"/>
                <a:chOff x="6059156" y="973740"/>
                <a:chExt cx="411196" cy="411196"/>
              </a:xfrm>
              <a:grpFill/>
            </p:grpSpPr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C1DC9492-BA14-44F2-B21E-154AF54A3013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38211917-F988-4176-AD43-C9CE80F88BC7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1849CB2C-AF33-4F6C-B068-E0C8AB92FBBB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465CA28A-6176-4862-8532-D10B4A42D081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C3E2A638-8567-4E61-A9C2-853B33768EA3}"/>
                  </a:ext>
                </a:extLst>
              </p:cNvPr>
              <p:cNvGrpSpPr/>
              <p:nvPr/>
            </p:nvGrpSpPr>
            <p:grpSpPr>
              <a:xfrm>
                <a:off x="9161942" y="548798"/>
                <a:ext cx="252166" cy="252166"/>
                <a:chOff x="6059156" y="973740"/>
                <a:chExt cx="411196" cy="411196"/>
              </a:xfrm>
              <a:grpFill/>
            </p:grpSpPr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226DA764-8F56-4E87-88DC-4EE41028741A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5362BA3D-7754-42BB-8E1A-E220DC52B643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3BBC99C0-51CB-4929-8668-87F4541426A5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C487F56A-E67F-4A83-A7B7-B85F8ED0881E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3F95006D-E0F4-42B3-8471-808A7759AECB}"/>
                  </a:ext>
                </a:extLst>
              </p:cNvPr>
              <p:cNvGrpSpPr/>
              <p:nvPr/>
            </p:nvGrpSpPr>
            <p:grpSpPr>
              <a:xfrm>
                <a:off x="4532064" y="2042773"/>
                <a:ext cx="252166" cy="252166"/>
                <a:chOff x="6059156" y="973740"/>
                <a:chExt cx="411196" cy="411196"/>
              </a:xfrm>
              <a:grpFill/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03B1344B-E671-45B0-AE22-BC4FFBF3DF5B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A1EC59C0-EDA2-4C3F-A2A0-922328356DC5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41BF7E37-4FBB-4C9F-9FAE-26062C9813C4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3B3EF867-2744-40F4-A620-DFC8ADE42523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CEC0BDC8-2BFA-434C-A611-75D0341F94E9}"/>
                  </a:ext>
                </a:extLst>
              </p:cNvPr>
              <p:cNvGrpSpPr/>
              <p:nvPr/>
            </p:nvGrpSpPr>
            <p:grpSpPr>
              <a:xfrm>
                <a:off x="1328207" y="2484239"/>
                <a:ext cx="252166" cy="252166"/>
                <a:chOff x="6059156" y="973740"/>
                <a:chExt cx="411196" cy="411196"/>
              </a:xfrm>
              <a:grpFill/>
            </p:grpSpPr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4D5B4FE1-E832-44F0-B422-BA8A7FDDCC84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8EAC12B8-A98E-4599-9861-569B4CBB6478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E36E53A4-747F-4BF3-9E0B-AC4C82B5ADC2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AC9FF9C6-A3B2-45BE-B080-F011C39428B1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0BFB0F11-9E50-4F44-A5CC-B67FBC900CCD}"/>
                  </a:ext>
                </a:extLst>
              </p:cNvPr>
              <p:cNvGrpSpPr/>
              <p:nvPr/>
            </p:nvGrpSpPr>
            <p:grpSpPr>
              <a:xfrm>
                <a:off x="2898356" y="6142022"/>
                <a:ext cx="252166" cy="252166"/>
                <a:chOff x="6059156" y="973740"/>
                <a:chExt cx="411196" cy="411196"/>
              </a:xfrm>
              <a:grpFill/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8433B32D-D073-4329-8F3E-569DA09C1396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00D9B052-7DB6-4B15-B6FF-545F135B32E8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12F7481D-3D5E-4C9C-B4E6-089A4B3CD0FE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4C74C814-2B5F-41D1-81D6-2EE12046CE89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92704286-E96E-4FDD-ADBF-C9520D237664}"/>
                </a:ext>
              </a:extLst>
            </p:cNvPr>
            <p:cNvGrpSpPr/>
            <p:nvPr userDrawn="1"/>
          </p:nvGrpSpPr>
          <p:grpSpPr>
            <a:xfrm>
              <a:off x="9188661" y="820564"/>
              <a:ext cx="2066272" cy="5013137"/>
              <a:chOff x="9188661" y="820564"/>
              <a:chExt cx="2066272" cy="5013137"/>
            </a:xfrm>
            <a:grpFill/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36103CD8-A825-4257-BCB6-9EB35CB4C9B3}"/>
                  </a:ext>
                </a:extLst>
              </p:cNvPr>
              <p:cNvGrpSpPr/>
              <p:nvPr/>
            </p:nvGrpSpPr>
            <p:grpSpPr>
              <a:xfrm rot="5400000">
                <a:off x="10721099" y="1359754"/>
                <a:ext cx="478750" cy="478750"/>
                <a:chOff x="6059156" y="973740"/>
                <a:chExt cx="411196" cy="411196"/>
              </a:xfrm>
              <a:grpFill/>
            </p:grpSpPr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7894A9B3-FC9B-4EF6-8A92-CBECA7516E34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462A726C-209E-433D-A8E8-F413E779AA6C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99" name="Oval 98">
                  <a:extLst>
                    <a:ext uri="{FF2B5EF4-FFF2-40B4-BE49-F238E27FC236}">
                      <a16:creationId xmlns:a16="http://schemas.microsoft.com/office/drawing/2014/main" id="{798FF3CB-D8AC-4EAD-8451-B7536545CEF7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F2ED5173-A5E0-4331-B389-7BDE3EC4EEEC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15818CFD-CA1E-4FF9-A1FC-3D557A125C51}"/>
                  </a:ext>
                </a:extLst>
              </p:cNvPr>
              <p:cNvGrpSpPr/>
              <p:nvPr/>
            </p:nvGrpSpPr>
            <p:grpSpPr>
              <a:xfrm rot="5400000">
                <a:off x="9396599" y="5354951"/>
                <a:ext cx="478750" cy="478750"/>
                <a:chOff x="6059156" y="973740"/>
                <a:chExt cx="411196" cy="411196"/>
              </a:xfrm>
              <a:grpFill/>
            </p:grpSpPr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AD0FC914-6908-4C97-948A-2A51B189E397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70006442-1A25-47EB-9BC5-7FAA6CF9A90D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D4BD0E7A-2FE0-46B3-9977-CEC7A3AA5735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5BE5941F-FEDC-4AA8-93C7-213B6CDCA476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0C1E6909-F266-48F7-BC5C-34269685D131}"/>
                  </a:ext>
                </a:extLst>
              </p:cNvPr>
              <p:cNvGrpSpPr/>
              <p:nvPr/>
            </p:nvGrpSpPr>
            <p:grpSpPr>
              <a:xfrm rot="5400000">
                <a:off x="10961339" y="3923893"/>
                <a:ext cx="293594" cy="293594"/>
                <a:chOff x="6059156" y="973740"/>
                <a:chExt cx="411196" cy="411196"/>
              </a:xfrm>
              <a:grpFill/>
            </p:grpSpPr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26EDFF16-191F-4587-8265-C8E331C9220D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86" name="Oval 85">
                  <a:extLst>
                    <a:ext uri="{FF2B5EF4-FFF2-40B4-BE49-F238E27FC236}">
                      <a16:creationId xmlns:a16="http://schemas.microsoft.com/office/drawing/2014/main" id="{E2B3D077-D8AE-466F-A54E-DE929ECD1474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70A1A91A-E13E-4129-B82C-30076AFE52F9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9611691E-15DC-4AEA-B0BB-EE53DB5203D3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78708743-B43A-4F50-8DED-F5D7082FA4D3}"/>
                  </a:ext>
                </a:extLst>
              </p:cNvPr>
              <p:cNvGrpSpPr/>
              <p:nvPr/>
            </p:nvGrpSpPr>
            <p:grpSpPr>
              <a:xfrm rot="5400000">
                <a:off x="9188661" y="820564"/>
                <a:ext cx="293594" cy="293594"/>
                <a:chOff x="6059156" y="973740"/>
                <a:chExt cx="411196" cy="411196"/>
              </a:xfrm>
              <a:grpFill/>
            </p:grpSpPr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F8F96BB0-68AC-4EAF-BACF-9660DCEEC292}"/>
                    </a:ext>
                  </a:extLst>
                </p:cNvPr>
                <p:cNvSpPr/>
                <p:nvPr/>
              </p:nvSpPr>
              <p:spPr>
                <a:xfrm>
                  <a:off x="6059156" y="973740"/>
                  <a:ext cx="411196" cy="4111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/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D72857F7-68E2-4E17-8682-1B8892E94180}"/>
                    </a:ext>
                  </a:extLst>
                </p:cNvPr>
                <p:cNvSpPr/>
                <p:nvPr/>
              </p:nvSpPr>
              <p:spPr>
                <a:xfrm>
                  <a:off x="6098495" y="1013079"/>
                  <a:ext cx="332518" cy="3325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8C3A1236-314D-479B-A3CD-FB3181ADAA73}"/>
                    </a:ext>
                  </a:extLst>
                </p:cNvPr>
                <p:cNvSpPr/>
                <p:nvPr/>
              </p:nvSpPr>
              <p:spPr>
                <a:xfrm>
                  <a:off x="6137928" y="1052512"/>
                  <a:ext cx="253652" cy="25365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C0F20A6E-645F-4A6C-9B37-8D50CAB105F7}"/>
                    </a:ext>
                  </a:extLst>
                </p:cNvPr>
                <p:cNvSpPr/>
                <p:nvPr/>
              </p:nvSpPr>
              <p:spPr>
                <a:xfrm>
                  <a:off x="6179172" y="1093756"/>
                  <a:ext cx="171164" cy="171164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LY" dirty="0"/>
                </a:p>
              </p:txBody>
            </p:sp>
          </p:grpSp>
        </p:grpSp>
      </p:grpSp>
      <p:grpSp>
        <p:nvGrpSpPr>
          <p:cNvPr id="112" name="Graphic 272">
            <a:extLst>
              <a:ext uri="{FF2B5EF4-FFF2-40B4-BE49-F238E27FC236}">
                <a16:creationId xmlns:a16="http://schemas.microsoft.com/office/drawing/2014/main" id="{85444219-219C-41CF-A405-2B827C330CE9}"/>
              </a:ext>
            </a:extLst>
          </p:cNvPr>
          <p:cNvGrpSpPr/>
          <p:nvPr userDrawn="1"/>
        </p:nvGrpSpPr>
        <p:grpSpPr>
          <a:xfrm>
            <a:off x="5501640" y="580757"/>
            <a:ext cx="6553202" cy="5579701"/>
            <a:chOff x="5353521" y="2543090"/>
            <a:chExt cx="4569705" cy="3890860"/>
          </a:xfrm>
          <a:solidFill>
            <a:schemeClr val="accent1">
              <a:alpha val="5000"/>
            </a:schemeClr>
          </a:solidFill>
        </p:grpSpPr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FEE619D9-4D39-4B9E-BAD9-D95354A1DAE5}"/>
                </a:ext>
              </a:extLst>
            </p:cNvPr>
            <p:cNvSpPr/>
            <p:nvPr/>
          </p:nvSpPr>
          <p:spPr>
            <a:xfrm>
              <a:off x="6618438" y="3172501"/>
              <a:ext cx="2533644" cy="2533646"/>
            </a:xfrm>
            <a:custGeom>
              <a:avLst/>
              <a:gdLst>
                <a:gd name="connsiteX0" fmla="*/ 1270730 w 2533650"/>
                <a:gd name="connsiteY0" fmla="*/ 2541461 h 2533650"/>
                <a:gd name="connsiteX1" fmla="*/ 0 w 2533650"/>
                <a:gd name="connsiteY1" fmla="*/ 1270730 h 2533650"/>
                <a:gd name="connsiteX2" fmla="*/ 1270730 w 2533650"/>
                <a:gd name="connsiteY2" fmla="*/ 0 h 2533650"/>
                <a:gd name="connsiteX3" fmla="*/ 2541461 w 2533650"/>
                <a:gd name="connsiteY3" fmla="*/ 1270730 h 2533650"/>
                <a:gd name="connsiteX4" fmla="*/ 1270730 w 2533650"/>
                <a:gd name="connsiteY4" fmla="*/ 2541461 h 2533650"/>
                <a:gd name="connsiteX5" fmla="*/ 1270730 w 2533650"/>
                <a:gd name="connsiteY5" fmla="*/ 7049 h 2533650"/>
                <a:gd name="connsiteX6" fmla="*/ 6953 w 2533650"/>
                <a:gd name="connsiteY6" fmla="*/ 1270826 h 2533650"/>
                <a:gd name="connsiteX7" fmla="*/ 1270730 w 2533650"/>
                <a:gd name="connsiteY7" fmla="*/ 2534603 h 2533650"/>
                <a:gd name="connsiteX8" fmla="*/ 2534508 w 2533650"/>
                <a:gd name="connsiteY8" fmla="*/ 1270826 h 2533650"/>
                <a:gd name="connsiteX9" fmla="*/ 1270730 w 2533650"/>
                <a:gd name="connsiteY9" fmla="*/ 7049 h 2533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33650" h="2533650">
                  <a:moveTo>
                    <a:pt x="1270730" y="2541461"/>
                  </a:moveTo>
                  <a:cubicBezTo>
                    <a:pt x="570071" y="2541461"/>
                    <a:pt x="0" y="1971389"/>
                    <a:pt x="0" y="1270730"/>
                  </a:cubicBezTo>
                  <a:cubicBezTo>
                    <a:pt x="0" y="570071"/>
                    <a:pt x="570071" y="0"/>
                    <a:pt x="1270730" y="0"/>
                  </a:cubicBezTo>
                  <a:cubicBezTo>
                    <a:pt x="1971390" y="0"/>
                    <a:pt x="2541461" y="570071"/>
                    <a:pt x="2541461" y="1270730"/>
                  </a:cubicBezTo>
                  <a:cubicBezTo>
                    <a:pt x="2541461" y="1971485"/>
                    <a:pt x="1971390" y="2541461"/>
                    <a:pt x="1270730" y="2541461"/>
                  </a:cubicBezTo>
                  <a:close/>
                  <a:moveTo>
                    <a:pt x="1270730" y="7049"/>
                  </a:moveTo>
                  <a:cubicBezTo>
                    <a:pt x="573881" y="7049"/>
                    <a:pt x="6953" y="573977"/>
                    <a:pt x="6953" y="1270826"/>
                  </a:cubicBezTo>
                  <a:cubicBezTo>
                    <a:pt x="6953" y="1967675"/>
                    <a:pt x="573881" y="2534603"/>
                    <a:pt x="1270730" y="2534603"/>
                  </a:cubicBezTo>
                  <a:cubicBezTo>
                    <a:pt x="1967579" y="2534603"/>
                    <a:pt x="2534508" y="1967675"/>
                    <a:pt x="2534508" y="1270826"/>
                  </a:cubicBezTo>
                  <a:cubicBezTo>
                    <a:pt x="2534508" y="573977"/>
                    <a:pt x="1967579" y="7049"/>
                    <a:pt x="1270730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B7FB8E-9C4D-41C6-8025-FC2D675BCF83}"/>
                </a:ext>
              </a:extLst>
            </p:cNvPr>
            <p:cNvSpPr/>
            <p:nvPr/>
          </p:nvSpPr>
          <p:spPr>
            <a:xfrm>
              <a:off x="6084753" y="2784739"/>
              <a:ext cx="3314693" cy="3314694"/>
            </a:xfrm>
            <a:custGeom>
              <a:avLst/>
              <a:gdLst>
                <a:gd name="connsiteX0" fmla="*/ 1658588 w 3314700"/>
                <a:gd name="connsiteY0" fmla="*/ 3317177 h 3314700"/>
                <a:gd name="connsiteX1" fmla="*/ 485775 w 3314700"/>
                <a:gd name="connsiteY1" fmla="*/ 2831402 h 3314700"/>
                <a:gd name="connsiteX2" fmla="*/ 0 w 3314700"/>
                <a:gd name="connsiteY2" fmla="*/ 1658588 h 3314700"/>
                <a:gd name="connsiteX3" fmla="*/ 485775 w 3314700"/>
                <a:gd name="connsiteY3" fmla="*/ 485775 h 3314700"/>
                <a:gd name="connsiteX4" fmla="*/ 1658588 w 3314700"/>
                <a:gd name="connsiteY4" fmla="*/ 0 h 3314700"/>
                <a:gd name="connsiteX5" fmla="*/ 2831402 w 3314700"/>
                <a:gd name="connsiteY5" fmla="*/ 485775 h 3314700"/>
                <a:gd name="connsiteX6" fmla="*/ 3317177 w 3314700"/>
                <a:gd name="connsiteY6" fmla="*/ 1658588 h 3314700"/>
                <a:gd name="connsiteX7" fmla="*/ 2831402 w 3314700"/>
                <a:gd name="connsiteY7" fmla="*/ 2831402 h 3314700"/>
                <a:gd name="connsiteX8" fmla="*/ 1658588 w 3314700"/>
                <a:gd name="connsiteY8" fmla="*/ 3317177 h 3314700"/>
                <a:gd name="connsiteX9" fmla="*/ 1658588 w 3314700"/>
                <a:gd name="connsiteY9" fmla="*/ 6858 h 3314700"/>
                <a:gd name="connsiteX10" fmla="*/ 6858 w 3314700"/>
                <a:gd name="connsiteY10" fmla="*/ 1658588 h 3314700"/>
                <a:gd name="connsiteX11" fmla="*/ 1658588 w 3314700"/>
                <a:gd name="connsiteY11" fmla="*/ 3310319 h 3314700"/>
                <a:gd name="connsiteX12" fmla="*/ 3310319 w 3314700"/>
                <a:gd name="connsiteY12" fmla="*/ 1658588 h 3314700"/>
                <a:gd name="connsiteX13" fmla="*/ 1658588 w 3314700"/>
                <a:gd name="connsiteY13" fmla="*/ 6858 h 3314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14700" h="3314700">
                  <a:moveTo>
                    <a:pt x="1658588" y="3317177"/>
                  </a:moveTo>
                  <a:cubicBezTo>
                    <a:pt x="1215581" y="3317177"/>
                    <a:pt x="799052" y="3144679"/>
                    <a:pt x="485775" y="2831402"/>
                  </a:cubicBezTo>
                  <a:cubicBezTo>
                    <a:pt x="172498" y="2518124"/>
                    <a:pt x="0" y="2101596"/>
                    <a:pt x="0" y="1658588"/>
                  </a:cubicBezTo>
                  <a:cubicBezTo>
                    <a:pt x="0" y="1215581"/>
                    <a:pt x="172498" y="799052"/>
                    <a:pt x="485775" y="485775"/>
                  </a:cubicBezTo>
                  <a:cubicBezTo>
                    <a:pt x="799052" y="172498"/>
                    <a:pt x="1215581" y="0"/>
                    <a:pt x="1658588" y="0"/>
                  </a:cubicBezTo>
                  <a:cubicBezTo>
                    <a:pt x="2101596" y="0"/>
                    <a:pt x="2518125" y="172498"/>
                    <a:pt x="2831402" y="485775"/>
                  </a:cubicBezTo>
                  <a:cubicBezTo>
                    <a:pt x="3144679" y="799052"/>
                    <a:pt x="3317177" y="1215581"/>
                    <a:pt x="3317177" y="1658588"/>
                  </a:cubicBezTo>
                  <a:cubicBezTo>
                    <a:pt x="3317177" y="2101596"/>
                    <a:pt x="3144679" y="2518124"/>
                    <a:pt x="2831402" y="2831402"/>
                  </a:cubicBezTo>
                  <a:cubicBezTo>
                    <a:pt x="2518220" y="3144679"/>
                    <a:pt x="2101692" y="3317177"/>
                    <a:pt x="1658588" y="3317177"/>
                  </a:cubicBezTo>
                  <a:close/>
                  <a:moveTo>
                    <a:pt x="1658588" y="6858"/>
                  </a:moveTo>
                  <a:cubicBezTo>
                    <a:pt x="747808" y="6858"/>
                    <a:pt x="6858" y="747808"/>
                    <a:pt x="6858" y="1658588"/>
                  </a:cubicBezTo>
                  <a:cubicBezTo>
                    <a:pt x="6858" y="2569369"/>
                    <a:pt x="747808" y="3310319"/>
                    <a:pt x="1658588" y="3310319"/>
                  </a:cubicBezTo>
                  <a:cubicBezTo>
                    <a:pt x="2569369" y="3310319"/>
                    <a:pt x="3310319" y="2569369"/>
                    <a:pt x="3310319" y="1658588"/>
                  </a:cubicBezTo>
                  <a:cubicBezTo>
                    <a:pt x="3310319" y="747808"/>
                    <a:pt x="2569369" y="6858"/>
                    <a:pt x="1658588" y="6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10D3E6E4-C2E2-4BBF-9BD7-5E65BCFAB36D}"/>
                </a:ext>
              </a:extLst>
            </p:cNvPr>
            <p:cNvSpPr/>
            <p:nvPr/>
          </p:nvSpPr>
          <p:spPr>
            <a:xfrm>
              <a:off x="5887111" y="2930852"/>
              <a:ext cx="2533644" cy="2533646"/>
            </a:xfrm>
            <a:custGeom>
              <a:avLst/>
              <a:gdLst>
                <a:gd name="connsiteX0" fmla="*/ 1270730 w 2533650"/>
                <a:gd name="connsiteY0" fmla="*/ 2541461 h 2533650"/>
                <a:gd name="connsiteX1" fmla="*/ 0 w 2533650"/>
                <a:gd name="connsiteY1" fmla="*/ 1270730 h 2533650"/>
                <a:gd name="connsiteX2" fmla="*/ 1270730 w 2533650"/>
                <a:gd name="connsiteY2" fmla="*/ 0 h 2533650"/>
                <a:gd name="connsiteX3" fmla="*/ 2541461 w 2533650"/>
                <a:gd name="connsiteY3" fmla="*/ 1270730 h 2533650"/>
                <a:gd name="connsiteX4" fmla="*/ 1270730 w 2533650"/>
                <a:gd name="connsiteY4" fmla="*/ 2541461 h 2533650"/>
                <a:gd name="connsiteX5" fmla="*/ 1270730 w 2533650"/>
                <a:gd name="connsiteY5" fmla="*/ 7048 h 2533650"/>
                <a:gd name="connsiteX6" fmla="*/ 6953 w 2533650"/>
                <a:gd name="connsiteY6" fmla="*/ 1270826 h 2533650"/>
                <a:gd name="connsiteX7" fmla="*/ 1270730 w 2533650"/>
                <a:gd name="connsiteY7" fmla="*/ 2534603 h 2533650"/>
                <a:gd name="connsiteX8" fmla="*/ 2534507 w 2533650"/>
                <a:gd name="connsiteY8" fmla="*/ 1270826 h 2533650"/>
                <a:gd name="connsiteX9" fmla="*/ 1270730 w 2533650"/>
                <a:gd name="connsiteY9" fmla="*/ 7048 h 2533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33650" h="2533650">
                  <a:moveTo>
                    <a:pt x="1270730" y="2541461"/>
                  </a:moveTo>
                  <a:cubicBezTo>
                    <a:pt x="570071" y="2541461"/>
                    <a:pt x="0" y="1971389"/>
                    <a:pt x="0" y="1270730"/>
                  </a:cubicBezTo>
                  <a:cubicBezTo>
                    <a:pt x="0" y="570071"/>
                    <a:pt x="570071" y="0"/>
                    <a:pt x="1270730" y="0"/>
                  </a:cubicBezTo>
                  <a:cubicBezTo>
                    <a:pt x="1971389" y="0"/>
                    <a:pt x="2541461" y="570071"/>
                    <a:pt x="2541461" y="1270730"/>
                  </a:cubicBezTo>
                  <a:cubicBezTo>
                    <a:pt x="2541461" y="1971485"/>
                    <a:pt x="1971389" y="2541461"/>
                    <a:pt x="1270730" y="2541461"/>
                  </a:cubicBezTo>
                  <a:close/>
                  <a:moveTo>
                    <a:pt x="1270730" y="7048"/>
                  </a:moveTo>
                  <a:cubicBezTo>
                    <a:pt x="573881" y="7048"/>
                    <a:pt x="6953" y="573977"/>
                    <a:pt x="6953" y="1270826"/>
                  </a:cubicBezTo>
                  <a:cubicBezTo>
                    <a:pt x="6953" y="1967675"/>
                    <a:pt x="573881" y="2534603"/>
                    <a:pt x="1270730" y="2534603"/>
                  </a:cubicBezTo>
                  <a:cubicBezTo>
                    <a:pt x="1967579" y="2534603"/>
                    <a:pt x="2534507" y="1967675"/>
                    <a:pt x="2534507" y="1270826"/>
                  </a:cubicBezTo>
                  <a:cubicBezTo>
                    <a:pt x="2534507" y="573977"/>
                    <a:pt x="1967579" y="7048"/>
                    <a:pt x="1270730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4C808A1F-4DDE-476E-91F3-4E4239829CF6}"/>
                </a:ext>
              </a:extLst>
            </p:cNvPr>
            <p:cNvSpPr/>
            <p:nvPr/>
          </p:nvSpPr>
          <p:spPr>
            <a:xfrm>
              <a:off x="5353521" y="2543090"/>
              <a:ext cx="3314693" cy="3314694"/>
            </a:xfrm>
            <a:custGeom>
              <a:avLst/>
              <a:gdLst>
                <a:gd name="connsiteX0" fmla="*/ 1658588 w 3314700"/>
                <a:gd name="connsiteY0" fmla="*/ 3317177 h 3314700"/>
                <a:gd name="connsiteX1" fmla="*/ 485775 w 3314700"/>
                <a:gd name="connsiteY1" fmla="*/ 2831402 h 3314700"/>
                <a:gd name="connsiteX2" fmla="*/ 0 w 3314700"/>
                <a:gd name="connsiteY2" fmla="*/ 1658588 h 3314700"/>
                <a:gd name="connsiteX3" fmla="*/ 485775 w 3314700"/>
                <a:gd name="connsiteY3" fmla="*/ 485775 h 3314700"/>
                <a:gd name="connsiteX4" fmla="*/ 1658588 w 3314700"/>
                <a:gd name="connsiteY4" fmla="*/ 0 h 3314700"/>
                <a:gd name="connsiteX5" fmla="*/ 2831402 w 3314700"/>
                <a:gd name="connsiteY5" fmla="*/ 485775 h 3314700"/>
                <a:gd name="connsiteX6" fmla="*/ 3317177 w 3314700"/>
                <a:gd name="connsiteY6" fmla="*/ 1658588 h 3314700"/>
                <a:gd name="connsiteX7" fmla="*/ 2831402 w 3314700"/>
                <a:gd name="connsiteY7" fmla="*/ 2831402 h 3314700"/>
                <a:gd name="connsiteX8" fmla="*/ 1658588 w 3314700"/>
                <a:gd name="connsiteY8" fmla="*/ 3317177 h 3314700"/>
                <a:gd name="connsiteX9" fmla="*/ 1658588 w 3314700"/>
                <a:gd name="connsiteY9" fmla="*/ 6858 h 3314700"/>
                <a:gd name="connsiteX10" fmla="*/ 6858 w 3314700"/>
                <a:gd name="connsiteY10" fmla="*/ 1658588 h 3314700"/>
                <a:gd name="connsiteX11" fmla="*/ 1658588 w 3314700"/>
                <a:gd name="connsiteY11" fmla="*/ 3310319 h 3314700"/>
                <a:gd name="connsiteX12" fmla="*/ 3310318 w 3314700"/>
                <a:gd name="connsiteY12" fmla="*/ 1658588 h 3314700"/>
                <a:gd name="connsiteX13" fmla="*/ 1658588 w 3314700"/>
                <a:gd name="connsiteY13" fmla="*/ 6858 h 3314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14700" h="3314700">
                  <a:moveTo>
                    <a:pt x="1658588" y="3317177"/>
                  </a:moveTo>
                  <a:cubicBezTo>
                    <a:pt x="1215581" y="3317177"/>
                    <a:pt x="799052" y="3144679"/>
                    <a:pt x="485775" y="2831402"/>
                  </a:cubicBezTo>
                  <a:cubicBezTo>
                    <a:pt x="172498" y="2518124"/>
                    <a:pt x="0" y="2101596"/>
                    <a:pt x="0" y="1658588"/>
                  </a:cubicBezTo>
                  <a:cubicBezTo>
                    <a:pt x="0" y="1215581"/>
                    <a:pt x="172498" y="799052"/>
                    <a:pt x="485775" y="485775"/>
                  </a:cubicBezTo>
                  <a:cubicBezTo>
                    <a:pt x="799052" y="172498"/>
                    <a:pt x="1215581" y="0"/>
                    <a:pt x="1658588" y="0"/>
                  </a:cubicBezTo>
                  <a:cubicBezTo>
                    <a:pt x="2101596" y="0"/>
                    <a:pt x="2518124" y="172498"/>
                    <a:pt x="2831402" y="485775"/>
                  </a:cubicBezTo>
                  <a:cubicBezTo>
                    <a:pt x="3144679" y="799052"/>
                    <a:pt x="3317177" y="1215581"/>
                    <a:pt x="3317177" y="1658588"/>
                  </a:cubicBezTo>
                  <a:cubicBezTo>
                    <a:pt x="3317177" y="2101596"/>
                    <a:pt x="3144679" y="2518124"/>
                    <a:pt x="2831402" y="2831402"/>
                  </a:cubicBezTo>
                  <a:cubicBezTo>
                    <a:pt x="2518124" y="3144679"/>
                    <a:pt x="2101596" y="3317177"/>
                    <a:pt x="1658588" y="3317177"/>
                  </a:cubicBezTo>
                  <a:close/>
                  <a:moveTo>
                    <a:pt x="1658588" y="6858"/>
                  </a:moveTo>
                  <a:cubicBezTo>
                    <a:pt x="747808" y="6858"/>
                    <a:pt x="6858" y="747808"/>
                    <a:pt x="6858" y="1658588"/>
                  </a:cubicBezTo>
                  <a:cubicBezTo>
                    <a:pt x="6858" y="2569369"/>
                    <a:pt x="747808" y="3310319"/>
                    <a:pt x="1658588" y="3310319"/>
                  </a:cubicBezTo>
                  <a:cubicBezTo>
                    <a:pt x="2569369" y="3310319"/>
                    <a:pt x="3310318" y="2569369"/>
                    <a:pt x="3310318" y="1658588"/>
                  </a:cubicBezTo>
                  <a:cubicBezTo>
                    <a:pt x="3310318" y="747808"/>
                    <a:pt x="2569274" y="6858"/>
                    <a:pt x="1658588" y="6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98AD7B4A-E065-45FD-A4AC-752A5D56CA0B}"/>
                </a:ext>
              </a:extLst>
            </p:cNvPr>
            <p:cNvSpPr/>
            <p:nvPr/>
          </p:nvSpPr>
          <p:spPr>
            <a:xfrm>
              <a:off x="8046805" y="4557528"/>
              <a:ext cx="1876421" cy="1876422"/>
            </a:xfrm>
            <a:custGeom>
              <a:avLst/>
              <a:gdLst>
                <a:gd name="connsiteX0" fmla="*/ 941546 w 1876425"/>
                <a:gd name="connsiteY0" fmla="*/ 1883093 h 1876425"/>
                <a:gd name="connsiteX1" fmla="*/ 0 w 1876425"/>
                <a:gd name="connsiteY1" fmla="*/ 941546 h 1876425"/>
                <a:gd name="connsiteX2" fmla="*/ 941546 w 1876425"/>
                <a:gd name="connsiteY2" fmla="*/ 0 h 1876425"/>
                <a:gd name="connsiteX3" fmla="*/ 1883093 w 1876425"/>
                <a:gd name="connsiteY3" fmla="*/ 941546 h 1876425"/>
                <a:gd name="connsiteX4" fmla="*/ 941546 w 1876425"/>
                <a:gd name="connsiteY4" fmla="*/ 1883093 h 1876425"/>
                <a:gd name="connsiteX5" fmla="*/ 941546 w 1876425"/>
                <a:gd name="connsiteY5" fmla="*/ 6858 h 1876425"/>
                <a:gd name="connsiteX6" fmla="*/ 6953 w 1876425"/>
                <a:gd name="connsiteY6" fmla="*/ 941451 h 1876425"/>
                <a:gd name="connsiteX7" fmla="*/ 941546 w 1876425"/>
                <a:gd name="connsiteY7" fmla="*/ 1876044 h 1876425"/>
                <a:gd name="connsiteX8" fmla="*/ 1876139 w 1876425"/>
                <a:gd name="connsiteY8" fmla="*/ 941451 h 1876425"/>
                <a:gd name="connsiteX9" fmla="*/ 941546 w 1876425"/>
                <a:gd name="connsiteY9" fmla="*/ 6858 h 1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6425" h="1876425">
                  <a:moveTo>
                    <a:pt x="941546" y="1883093"/>
                  </a:moveTo>
                  <a:cubicBezTo>
                    <a:pt x="422338" y="1883093"/>
                    <a:pt x="0" y="1460754"/>
                    <a:pt x="0" y="941546"/>
                  </a:cubicBezTo>
                  <a:cubicBezTo>
                    <a:pt x="0" y="422338"/>
                    <a:pt x="422338" y="0"/>
                    <a:pt x="941546" y="0"/>
                  </a:cubicBezTo>
                  <a:cubicBezTo>
                    <a:pt x="1460754" y="0"/>
                    <a:pt x="1883093" y="422338"/>
                    <a:pt x="1883093" y="941546"/>
                  </a:cubicBezTo>
                  <a:cubicBezTo>
                    <a:pt x="1883187" y="1460659"/>
                    <a:pt x="1460754" y="1883093"/>
                    <a:pt x="941546" y="1883093"/>
                  </a:cubicBezTo>
                  <a:close/>
                  <a:moveTo>
                    <a:pt x="941546" y="6858"/>
                  </a:moveTo>
                  <a:cubicBezTo>
                    <a:pt x="426148" y="6858"/>
                    <a:pt x="6953" y="426148"/>
                    <a:pt x="6953" y="941451"/>
                  </a:cubicBezTo>
                  <a:cubicBezTo>
                    <a:pt x="6953" y="1456754"/>
                    <a:pt x="426244" y="1876044"/>
                    <a:pt x="941546" y="1876044"/>
                  </a:cubicBezTo>
                  <a:cubicBezTo>
                    <a:pt x="1456849" y="1876044"/>
                    <a:pt x="1876139" y="1456754"/>
                    <a:pt x="1876139" y="941451"/>
                  </a:cubicBezTo>
                  <a:cubicBezTo>
                    <a:pt x="1876234" y="426148"/>
                    <a:pt x="1456944" y="6858"/>
                    <a:pt x="941546" y="6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A81721C-345A-43C6-9596-F3E7011B553F}"/>
                </a:ext>
              </a:extLst>
            </p:cNvPr>
            <p:cNvSpPr/>
            <p:nvPr/>
          </p:nvSpPr>
          <p:spPr>
            <a:xfrm>
              <a:off x="6580720" y="4483233"/>
              <a:ext cx="85725" cy="85725"/>
            </a:xfrm>
            <a:custGeom>
              <a:avLst/>
              <a:gdLst>
                <a:gd name="connsiteX0" fmla="*/ 89535 w 85725"/>
                <a:gd name="connsiteY0" fmla="*/ 44768 h 85725"/>
                <a:gd name="connsiteX1" fmla="*/ 44768 w 85725"/>
                <a:gd name="connsiteY1" fmla="*/ 89535 h 85725"/>
                <a:gd name="connsiteX2" fmla="*/ 0 w 85725"/>
                <a:gd name="connsiteY2" fmla="*/ 44768 h 85725"/>
                <a:gd name="connsiteX3" fmla="*/ 44768 w 85725"/>
                <a:gd name="connsiteY3" fmla="*/ 0 h 85725"/>
                <a:gd name="connsiteX4" fmla="*/ 89535 w 85725"/>
                <a:gd name="connsiteY4" fmla="*/ 44768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9535" y="44768"/>
                  </a:moveTo>
                  <a:cubicBezTo>
                    <a:pt x="89535" y="69533"/>
                    <a:pt x="69437" y="89535"/>
                    <a:pt x="44768" y="89535"/>
                  </a:cubicBezTo>
                  <a:cubicBezTo>
                    <a:pt x="20003" y="89535"/>
                    <a:pt x="0" y="69438"/>
                    <a:pt x="0" y="44768"/>
                  </a:cubicBezTo>
                  <a:cubicBezTo>
                    <a:pt x="0" y="20003"/>
                    <a:pt x="20098" y="0"/>
                    <a:pt x="44768" y="0"/>
                  </a:cubicBezTo>
                  <a:cubicBezTo>
                    <a:pt x="69437" y="-95"/>
                    <a:pt x="89535" y="20003"/>
                    <a:pt x="89535" y="4476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FD19CA89-95D3-47AC-AEC7-7CEF1C02AD2D}"/>
                </a:ext>
              </a:extLst>
            </p:cNvPr>
            <p:cNvSpPr/>
            <p:nvPr/>
          </p:nvSpPr>
          <p:spPr>
            <a:xfrm>
              <a:off x="6510616" y="4413225"/>
              <a:ext cx="228600" cy="228600"/>
            </a:xfrm>
            <a:custGeom>
              <a:avLst/>
              <a:gdLst>
                <a:gd name="connsiteX0" fmla="*/ 229552 w 228600"/>
                <a:gd name="connsiteY0" fmla="*/ 114776 h 228600"/>
                <a:gd name="connsiteX1" fmla="*/ 114776 w 228600"/>
                <a:gd name="connsiteY1" fmla="*/ 229552 h 228600"/>
                <a:gd name="connsiteX2" fmla="*/ 0 w 228600"/>
                <a:gd name="connsiteY2" fmla="*/ 114776 h 228600"/>
                <a:gd name="connsiteX3" fmla="*/ 114776 w 228600"/>
                <a:gd name="connsiteY3" fmla="*/ 0 h 228600"/>
                <a:gd name="connsiteX4" fmla="*/ 229552 w 228600"/>
                <a:gd name="connsiteY4" fmla="*/ 114776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" h="228600">
                  <a:moveTo>
                    <a:pt x="229552" y="114776"/>
                  </a:moveTo>
                  <a:cubicBezTo>
                    <a:pt x="229552" y="178165"/>
                    <a:pt x="178165" y="229552"/>
                    <a:pt x="114776" y="229552"/>
                  </a:cubicBezTo>
                  <a:cubicBezTo>
                    <a:pt x="51387" y="229552"/>
                    <a:pt x="0" y="178165"/>
                    <a:pt x="0" y="114776"/>
                  </a:cubicBezTo>
                  <a:cubicBezTo>
                    <a:pt x="0" y="51387"/>
                    <a:pt x="51387" y="0"/>
                    <a:pt x="114776" y="0"/>
                  </a:cubicBezTo>
                  <a:cubicBezTo>
                    <a:pt x="178165" y="0"/>
                    <a:pt x="229552" y="51387"/>
                    <a:pt x="229552" y="1147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B0D504A2-A3E5-4157-BE64-E485AB4DFBB1}"/>
                </a:ext>
              </a:extLst>
            </p:cNvPr>
            <p:cNvSpPr/>
            <p:nvPr/>
          </p:nvSpPr>
          <p:spPr>
            <a:xfrm>
              <a:off x="6365075" y="3134400"/>
              <a:ext cx="85725" cy="85725"/>
            </a:xfrm>
            <a:custGeom>
              <a:avLst/>
              <a:gdLst>
                <a:gd name="connsiteX0" fmla="*/ 90297 w 85725"/>
                <a:gd name="connsiteY0" fmla="*/ 45149 h 85725"/>
                <a:gd name="connsiteX1" fmla="*/ 45148 w 85725"/>
                <a:gd name="connsiteY1" fmla="*/ 90297 h 85725"/>
                <a:gd name="connsiteX2" fmla="*/ 0 w 85725"/>
                <a:gd name="connsiteY2" fmla="*/ 45149 h 85725"/>
                <a:gd name="connsiteX3" fmla="*/ 45148 w 85725"/>
                <a:gd name="connsiteY3" fmla="*/ 0 h 85725"/>
                <a:gd name="connsiteX4" fmla="*/ 90297 w 85725"/>
                <a:gd name="connsiteY4" fmla="*/ 4514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90297" y="45149"/>
                  </a:moveTo>
                  <a:cubicBezTo>
                    <a:pt x="90297" y="70104"/>
                    <a:pt x="70104" y="90297"/>
                    <a:pt x="45148" y="90297"/>
                  </a:cubicBezTo>
                  <a:cubicBezTo>
                    <a:pt x="20193" y="90297"/>
                    <a:pt x="0" y="70104"/>
                    <a:pt x="0" y="45149"/>
                  </a:cubicBezTo>
                  <a:cubicBezTo>
                    <a:pt x="0" y="20193"/>
                    <a:pt x="20193" y="0"/>
                    <a:pt x="45148" y="0"/>
                  </a:cubicBezTo>
                  <a:cubicBezTo>
                    <a:pt x="70104" y="0"/>
                    <a:pt x="90297" y="20193"/>
                    <a:pt x="90297" y="451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8EE7778B-653E-450F-978F-7E925E87D391}"/>
                </a:ext>
              </a:extLst>
            </p:cNvPr>
            <p:cNvSpPr/>
            <p:nvPr/>
          </p:nvSpPr>
          <p:spPr>
            <a:xfrm>
              <a:off x="6287827" y="3057058"/>
              <a:ext cx="238124" cy="238124"/>
            </a:xfrm>
            <a:custGeom>
              <a:avLst/>
              <a:gdLst>
                <a:gd name="connsiteX0" fmla="*/ 244983 w 238125"/>
                <a:gd name="connsiteY0" fmla="*/ 122492 h 238125"/>
                <a:gd name="connsiteX1" fmla="*/ 122492 w 238125"/>
                <a:gd name="connsiteY1" fmla="*/ 244983 h 238125"/>
                <a:gd name="connsiteX2" fmla="*/ 0 w 238125"/>
                <a:gd name="connsiteY2" fmla="*/ 122492 h 238125"/>
                <a:gd name="connsiteX3" fmla="*/ 122492 w 238125"/>
                <a:gd name="connsiteY3" fmla="*/ 0 h 238125"/>
                <a:gd name="connsiteX4" fmla="*/ 244983 w 238125"/>
                <a:gd name="connsiteY4" fmla="*/ 122492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8125" h="238125">
                  <a:moveTo>
                    <a:pt x="244983" y="122492"/>
                  </a:moveTo>
                  <a:cubicBezTo>
                    <a:pt x="244983" y="190142"/>
                    <a:pt x="190142" y="244983"/>
                    <a:pt x="122492" y="244983"/>
                  </a:cubicBezTo>
                  <a:cubicBezTo>
                    <a:pt x="54841" y="244983"/>
                    <a:pt x="0" y="190142"/>
                    <a:pt x="0" y="122492"/>
                  </a:cubicBezTo>
                  <a:cubicBezTo>
                    <a:pt x="0" y="54841"/>
                    <a:pt x="54842" y="0"/>
                    <a:pt x="122492" y="0"/>
                  </a:cubicBezTo>
                  <a:cubicBezTo>
                    <a:pt x="190142" y="0"/>
                    <a:pt x="244983" y="54841"/>
                    <a:pt x="244983" y="12249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6E0ED142-A91B-4655-9613-58C5826EE2A2}"/>
                </a:ext>
              </a:extLst>
            </p:cNvPr>
            <p:cNvSpPr/>
            <p:nvPr/>
          </p:nvSpPr>
          <p:spPr>
            <a:xfrm>
              <a:off x="9208186" y="3732188"/>
              <a:ext cx="95250" cy="95250"/>
            </a:xfrm>
            <a:custGeom>
              <a:avLst/>
              <a:gdLst>
                <a:gd name="connsiteX0" fmla="*/ 96964 w 95250"/>
                <a:gd name="connsiteY0" fmla="*/ 48482 h 95250"/>
                <a:gd name="connsiteX1" fmla="*/ 48483 w 95250"/>
                <a:gd name="connsiteY1" fmla="*/ 96965 h 95250"/>
                <a:gd name="connsiteX2" fmla="*/ 0 w 95250"/>
                <a:gd name="connsiteY2" fmla="*/ 48482 h 95250"/>
                <a:gd name="connsiteX3" fmla="*/ 48483 w 95250"/>
                <a:gd name="connsiteY3" fmla="*/ 0 h 95250"/>
                <a:gd name="connsiteX4" fmla="*/ 96964 w 95250"/>
                <a:gd name="connsiteY4" fmla="*/ 48482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964" y="48482"/>
                  </a:moveTo>
                  <a:cubicBezTo>
                    <a:pt x="96964" y="75248"/>
                    <a:pt x="75248" y="96965"/>
                    <a:pt x="48483" y="96965"/>
                  </a:cubicBezTo>
                  <a:cubicBezTo>
                    <a:pt x="21717" y="96965"/>
                    <a:pt x="0" y="75248"/>
                    <a:pt x="0" y="48482"/>
                  </a:cubicBezTo>
                  <a:cubicBezTo>
                    <a:pt x="0" y="21717"/>
                    <a:pt x="21717" y="0"/>
                    <a:pt x="48483" y="0"/>
                  </a:cubicBezTo>
                  <a:cubicBezTo>
                    <a:pt x="75248" y="0"/>
                    <a:pt x="96964" y="21717"/>
                    <a:pt x="96964" y="48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5C1FEEE-2E7D-4CA6-880C-953D7AAC9EE7}"/>
                </a:ext>
              </a:extLst>
            </p:cNvPr>
            <p:cNvSpPr/>
            <p:nvPr/>
          </p:nvSpPr>
          <p:spPr>
            <a:xfrm>
              <a:off x="9147607" y="3671610"/>
              <a:ext cx="209549" cy="209549"/>
            </a:xfrm>
            <a:custGeom>
              <a:avLst/>
              <a:gdLst>
                <a:gd name="connsiteX0" fmla="*/ 218122 w 209550"/>
                <a:gd name="connsiteY0" fmla="*/ 109061 h 209550"/>
                <a:gd name="connsiteX1" fmla="*/ 109061 w 209550"/>
                <a:gd name="connsiteY1" fmla="*/ 218123 h 209550"/>
                <a:gd name="connsiteX2" fmla="*/ 0 w 209550"/>
                <a:gd name="connsiteY2" fmla="*/ 109061 h 209550"/>
                <a:gd name="connsiteX3" fmla="*/ 109061 w 209550"/>
                <a:gd name="connsiteY3" fmla="*/ 0 h 209550"/>
                <a:gd name="connsiteX4" fmla="*/ 218122 w 209550"/>
                <a:gd name="connsiteY4" fmla="*/ 109061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550" h="209550">
                  <a:moveTo>
                    <a:pt x="218122" y="109061"/>
                  </a:moveTo>
                  <a:cubicBezTo>
                    <a:pt x="218122" y="169294"/>
                    <a:pt x="169294" y="218123"/>
                    <a:pt x="109061" y="218123"/>
                  </a:cubicBezTo>
                  <a:cubicBezTo>
                    <a:pt x="48828" y="218123"/>
                    <a:pt x="0" y="169294"/>
                    <a:pt x="0" y="109061"/>
                  </a:cubicBezTo>
                  <a:cubicBezTo>
                    <a:pt x="0" y="48828"/>
                    <a:pt x="48828" y="0"/>
                    <a:pt x="109061" y="0"/>
                  </a:cubicBezTo>
                  <a:cubicBezTo>
                    <a:pt x="169294" y="0"/>
                    <a:pt x="218122" y="48828"/>
                    <a:pt x="218122" y="1090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01DF13E-798F-4729-9EA1-17DE99DF83F4}"/>
                </a:ext>
              </a:extLst>
            </p:cNvPr>
            <p:cNvSpPr/>
            <p:nvPr/>
          </p:nvSpPr>
          <p:spPr>
            <a:xfrm>
              <a:off x="8059951" y="5750056"/>
              <a:ext cx="85725" cy="85725"/>
            </a:xfrm>
            <a:custGeom>
              <a:avLst/>
              <a:gdLst>
                <a:gd name="connsiteX0" fmla="*/ 88582 w 85725"/>
                <a:gd name="connsiteY0" fmla="*/ 44291 h 85725"/>
                <a:gd name="connsiteX1" fmla="*/ 44291 w 85725"/>
                <a:gd name="connsiteY1" fmla="*/ 88582 h 85725"/>
                <a:gd name="connsiteX2" fmla="*/ 0 w 85725"/>
                <a:gd name="connsiteY2" fmla="*/ 44291 h 85725"/>
                <a:gd name="connsiteX3" fmla="*/ 44291 w 85725"/>
                <a:gd name="connsiteY3" fmla="*/ 0 h 85725"/>
                <a:gd name="connsiteX4" fmla="*/ 88582 w 85725"/>
                <a:gd name="connsiteY4" fmla="*/ 44291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8582" y="44291"/>
                  </a:moveTo>
                  <a:cubicBezTo>
                    <a:pt x="88582" y="68771"/>
                    <a:pt x="68770" y="88582"/>
                    <a:pt x="44291" y="88582"/>
                  </a:cubicBezTo>
                  <a:cubicBezTo>
                    <a:pt x="19812" y="88582"/>
                    <a:pt x="0" y="68771"/>
                    <a:pt x="0" y="44291"/>
                  </a:cubicBezTo>
                  <a:cubicBezTo>
                    <a:pt x="0" y="19812"/>
                    <a:pt x="19812" y="0"/>
                    <a:pt x="44291" y="0"/>
                  </a:cubicBezTo>
                  <a:cubicBezTo>
                    <a:pt x="68770" y="0"/>
                    <a:pt x="88582" y="19812"/>
                    <a:pt x="88582" y="4429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289DADEF-0121-4312-8834-FDDE9C9B8AD7}"/>
                </a:ext>
              </a:extLst>
            </p:cNvPr>
            <p:cNvSpPr/>
            <p:nvPr/>
          </p:nvSpPr>
          <p:spPr>
            <a:xfrm>
              <a:off x="7999371" y="5689382"/>
              <a:ext cx="209549" cy="209549"/>
            </a:xfrm>
            <a:custGeom>
              <a:avLst/>
              <a:gdLst>
                <a:gd name="connsiteX0" fmla="*/ 209931 w 209550"/>
                <a:gd name="connsiteY0" fmla="*/ 104966 h 209550"/>
                <a:gd name="connsiteX1" fmla="*/ 104966 w 209550"/>
                <a:gd name="connsiteY1" fmla="*/ 209931 h 209550"/>
                <a:gd name="connsiteX2" fmla="*/ 0 w 209550"/>
                <a:gd name="connsiteY2" fmla="*/ 104966 h 209550"/>
                <a:gd name="connsiteX3" fmla="*/ 104966 w 209550"/>
                <a:gd name="connsiteY3" fmla="*/ 0 h 209550"/>
                <a:gd name="connsiteX4" fmla="*/ 209931 w 209550"/>
                <a:gd name="connsiteY4" fmla="*/ 104966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9550" h="209550">
                  <a:moveTo>
                    <a:pt x="209931" y="104966"/>
                  </a:moveTo>
                  <a:cubicBezTo>
                    <a:pt x="209931" y="162936"/>
                    <a:pt x="162937" y="209931"/>
                    <a:pt x="104966" y="209931"/>
                  </a:cubicBezTo>
                  <a:cubicBezTo>
                    <a:pt x="46995" y="209931"/>
                    <a:pt x="0" y="162936"/>
                    <a:pt x="0" y="104966"/>
                  </a:cubicBezTo>
                  <a:cubicBezTo>
                    <a:pt x="0" y="46995"/>
                    <a:pt x="46995" y="0"/>
                    <a:pt x="104966" y="0"/>
                  </a:cubicBezTo>
                  <a:cubicBezTo>
                    <a:pt x="162937" y="0"/>
                    <a:pt x="209931" y="46995"/>
                    <a:pt x="209931" y="1049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96CAE51E-2807-41A4-8E40-AB804DCC63A8}"/>
                </a:ext>
              </a:extLst>
            </p:cNvPr>
            <p:cNvSpPr/>
            <p:nvPr/>
          </p:nvSpPr>
          <p:spPr>
            <a:xfrm>
              <a:off x="6062086" y="4302163"/>
              <a:ext cx="57150" cy="57150"/>
            </a:xfrm>
            <a:custGeom>
              <a:avLst/>
              <a:gdLst>
                <a:gd name="connsiteX0" fmla="*/ 59055 w 57150"/>
                <a:gd name="connsiteY0" fmla="*/ 29527 h 57150"/>
                <a:gd name="connsiteX1" fmla="*/ 29527 w 57150"/>
                <a:gd name="connsiteY1" fmla="*/ 59055 h 57150"/>
                <a:gd name="connsiteX2" fmla="*/ 0 w 57150"/>
                <a:gd name="connsiteY2" fmla="*/ 29527 h 57150"/>
                <a:gd name="connsiteX3" fmla="*/ 29527 w 57150"/>
                <a:gd name="connsiteY3" fmla="*/ 0 h 57150"/>
                <a:gd name="connsiteX4" fmla="*/ 59055 w 57150"/>
                <a:gd name="connsiteY4" fmla="*/ 29527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9055" y="29527"/>
                  </a:moveTo>
                  <a:cubicBezTo>
                    <a:pt x="59055" y="45835"/>
                    <a:pt x="45835" y="59055"/>
                    <a:pt x="29527" y="59055"/>
                  </a:cubicBezTo>
                  <a:cubicBezTo>
                    <a:pt x="13220" y="59055"/>
                    <a:pt x="0" y="45835"/>
                    <a:pt x="0" y="29527"/>
                  </a:cubicBezTo>
                  <a:cubicBezTo>
                    <a:pt x="0" y="13220"/>
                    <a:pt x="13220" y="0"/>
                    <a:pt x="29527" y="0"/>
                  </a:cubicBezTo>
                  <a:cubicBezTo>
                    <a:pt x="45835" y="0"/>
                    <a:pt x="59055" y="13220"/>
                    <a:pt x="59055" y="2952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AC318D9-09A3-47AD-9AA3-AC30AB82F2C8}"/>
                </a:ext>
              </a:extLst>
            </p:cNvPr>
            <p:cNvSpPr/>
            <p:nvPr/>
          </p:nvSpPr>
          <p:spPr>
            <a:xfrm>
              <a:off x="6022081" y="4262158"/>
              <a:ext cx="133350" cy="133350"/>
            </a:xfrm>
            <a:custGeom>
              <a:avLst/>
              <a:gdLst>
                <a:gd name="connsiteX0" fmla="*/ 139065 w 133350"/>
                <a:gd name="connsiteY0" fmla="*/ 69532 h 133350"/>
                <a:gd name="connsiteX1" fmla="*/ 69532 w 133350"/>
                <a:gd name="connsiteY1" fmla="*/ 139065 h 133350"/>
                <a:gd name="connsiteX2" fmla="*/ 0 w 133350"/>
                <a:gd name="connsiteY2" fmla="*/ 69532 h 133350"/>
                <a:gd name="connsiteX3" fmla="*/ 69532 w 133350"/>
                <a:gd name="connsiteY3" fmla="*/ 0 h 133350"/>
                <a:gd name="connsiteX4" fmla="*/ 139065 w 133350"/>
                <a:gd name="connsiteY4" fmla="*/ 69532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9065" y="69532"/>
                  </a:moveTo>
                  <a:cubicBezTo>
                    <a:pt x="139065" y="107918"/>
                    <a:pt x="107918" y="139065"/>
                    <a:pt x="69532" y="139065"/>
                  </a:cubicBezTo>
                  <a:cubicBezTo>
                    <a:pt x="31147" y="139065"/>
                    <a:pt x="0" y="107918"/>
                    <a:pt x="0" y="69532"/>
                  </a:cubicBezTo>
                  <a:cubicBezTo>
                    <a:pt x="0" y="31147"/>
                    <a:pt x="31147" y="0"/>
                    <a:pt x="69532" y="0"/>
                  </a:cubicBezTo>
                  <a:cubicBezTo>
                    <a:pt x="108013" y="0"/>
                    <a:pt x="139065" y="31147"/>
                    <a:pt x="139065" y="695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681F6B32-3912-446E-827B-5B3BE0AE76F9}"/>
                </a:ext>
              </a:extLst>
            </p:cNvPr>
            <p:cNvSpPr/>
            <p:nvPr/>
          </p:nvSpPr>
          <p:spPr>
            <a:xfrm>
              <a:off x="7614752" y="3005622"/>
              <a:ext cx="57150" cy="57150"/>
            </a:xfrm>
            <a:custGeom>
              <a:avLst/>
              <a:gdLst>
                <a:gd name="connsiteX0" fmla="*/ 59055 w 57150"/>
                <a:gd name="connsiteY0" fmla="*/ 29527 h 57150"/>
                <a:gd name="connsiteX1" fmla="*/ 29528 w 57150"/>
                <a:gd name="connsiteY1" fmla="*/ 59055 h 57150"/>
                <a:gd name="connsiteX2" fmla="*/ 0 w 57150"/>
                <a:gd name="connsiteY2" fmla="*/ 29527 h 57150"/>
                <a:gd name="connsiteX3" fmla="*/ 29528 w 57150"/>
                <a:gd name="connsiteY3" fmla="*/ 0 h 57150"/>
                <a:gd name="connsiteX4" fmla="*/ 59055 w 57150"/>
                <a:gd name="connsiteY4" fmla="*/ 29527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9055" y="29527"/>
                  </a:moveTo>
                  <a:cubicBezTo>
                    <a:pt x="59055" y="45815"/>
                    <a:pt x="45815" y="59055"/>
                    <a:pt x="29528" y="59055"/>
                  </a:cubicBezTo>
                  <a:cubicBezTo>
                    <a:pt x="13240" y="59055"/>
                    <a:pt x="0" y="45815"/>
                    <a:pt x="0" y="29527"/>
                  </a:cubicBezTo>
                  <a:cubicBezTo>
                    <a:pt x="0" y="13240"/>
                    <a:pt x="13240" y="0"/>
                    <a:pt x="29528" y="0"/>
                  </a:cubicBezTo>
                  <a:cubicBezTo>
                    <a:pt x="45911" y="0"/>
                    <a:pt x="59055" y="13240"/>
                    <a:pt x="59055" y="2952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28475CA-7275-4981-8594-14953EF4EB15}"/>
                </a:ext>
              </a:extLst>
            </p:cNvPr>
            <p:cNvSpPr/>
            <p:nvPr/>
          </p:nvSpPr>
          <p:spPr>
            <a:xfrm>
              <a:off x="7574842" y="2965617"/>
              <a:ext cx="133350" cy="133350"/>
            </a:xfrm>
            <a:custGeom>
              <a:avLst/>
              <a:gdLst>
                <a:gd name="connsiteX0" fmla="*/ 139065 w 133350"/>
                <a:gd name="connsiteY0" fmla="*/ 69532 h 133350"/>
                <a:gd name="connsiteX1" fmla="*/ 69533 w 133350"/>
                <a:gd name="connsiteY1" fmla="*/ 139065 h 133350"/>
                <a:gd name="connsiteX2" fmla="*/ 0 w 133350"/>
                <a:gd name="connsiteY2" fmla="*/ 69532 h 133350"/>
                <a:gd name="connsiteX3" fmla="*/ 69533 w 133350"/>
                <a:gd name="connsiteY3" fmla="*/ 0 h 133350"/>
                <a:gd name="connsiteX4" fmla="*/ 139065 w 133350"/>
                <a:gd name="connsiteY4" fmla="*/ 69532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9065" y="69532"/>
                  </a:moveTo>
                  <a:cubicBezTo>
                    <a:pt x="139065" y="107934"/>
                    <a:pt x="107934" y="139065"/>
                    <a:pt x="69533" y="139065"/>
                  </a:cubicBezTo>
                  <a:cubicBezTo>
                    <a:pt x="31131" y="139065"/>
                    <a:pt x="0" y="107934"/>
                    <a:pt x="0" y="69532"/>
                  </a:cubicBezTo>
                  <a:cubicBezTo>
                    <a:pt x="0" y="31131"/>
                    <a:pt x="31131" y="0"/>
                    <a:pt x="69533" y="0"/>
                  </a:cubicBezTo>
                  <a:cubicBezTo>
                    <a:pt x="107934" y="0"/>
                    <a:pt x="139065" y="31131"/>
                    <a:pt x="139065" y="695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7718CADC-792B-4F8B-87D2-B9728CA55A05}"/>
                </a:ext>
              </a:extLst>
            </p:cNvPr>
            <p:cNvSpPr/>
            <p:nvPr/>
          </p:nvSpPr>
          <p:spPr>
            <a:xfrm>
              <a:off x="6266682" y="5218561"/>
              <a:ext cx="57150" cy="57150"/>
            </a:xfrm>
            <a:custGeom>
              <a:avLst/>
              <a:gdLst>
                <a:gd name="connsiteX0" fmla="*/ 59055 w 57150"/>
                <a:gd name="connsiteY0" fmla="*/ 29528 h 57150"/>
                <a:gd name="connsiteX1" fmla="*/ 29528 w 57150"/>
                <a:gd name="connsiteY1" fmla="*/ 59055 h 57150"/>
                <a:gd name="connsiteX2" fmla="*/ 0 w 57150"/>
                <a:gd name="connsiteY2" fmla="*/ 29528 h 57150"/>
                <a:gd name="connsiteX3" fmla="*/ 29528 w 57150"/>
                <a:gd name="connsiteY3" fmla="*/ 0 h 57150"/>
                <a:gd name="connsiteX4" fmla="*/ 59055 w 57150"/>
                <a:gd name="connsiteY4" fmla="*/ 2952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9055" y="29528"/>
                  </a:moveTo>
                  <a:cubicBezTo>
                    <a:pt x="59055" y="45815"/>
                    <a:pt x="45815" y="59055"/>
                    <a:pt x="29528" y="59055"/>
                  </a:cubicBezTo>
                  <a:cubicBezTo>
                    <a:pt x="13240" y="59055"/>
                    <a:pt x="0" y="45815"/>
                    <a:pt x="0" y="29528"/>
                  </a:cubicBezTo>
                  <a:cubicBezTo>
                    <a:pt x="0" y="13240"/>
                    <a:pt x="13240" y="0"/>
                    <a:pt x="29528" y="0"/>
                  </a:cubicBezTo>
                  <a:cubicBezTo>
                    <a:pt x="45815" y="95"/>
                    <a:pt x="59055" y="13240"/>
                    <a:pt x="59055" y="2952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9E4BCBDD-1D0B-4522-87B8-00D6B54FCC74}"/>
                </a:ext>
              </a:extLst>
            </p:cNvPr>
            <p:cNvSpPr/>
            <p:nvPr/>
          </p:nvSpPr>
          <p:spPr>
            <a:xfrm>
              <a:off x="6226677" y="5178557"/>
              <a:ext cx="133350" cy="133350"/>
            </a:xfrm>
            <a:custGeom>
              <a:avLst/>
              <a:gdLst>
                <a:gd name="connsiteX0" fmla="*/ 139065 w 133350"/>
                <a:gd name="connsiteY0" fmla="*/ 69532 h 133350"/>
                <a:gd name="connsiteX1" fmla="*/ 69532 w 133350"/>
                <a:gd name="connsiteY1" fmla="*/ 139065 h 133350"/>
                <a:gd name="connsiteX2" fmla="*/ 0 w 133350"/>
                <a:gd name="connsiteY2" fmla="*/ 69532 h 133350"/>
                <a:gd name="connsiteX3" fmla="*/ 69532 w 133350"/>
                <a:gd name="connsiteY3" fmla="*/ 0 h 133350"/>
                <a:gd name="connsiteX4" fmla="*/ 139065 w 133350"/>
                <a:gd name="connsiteY4" fmla="*/ 69532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9065" y="69532"/>
                  </a:moveTo>
                  <a:cubicBezTo>
                    <a:pt x="139065" y="107918"/>
                    <a:pt x="107918" y="139065"/>
                    <a:pt x="69532" y="139065"/>
                  </a:cubicBezTo>
                  <a:cubicBezTo>
                    <a:pt x="31147" y="139065"/>
                    <a:pt x="0" y="107918"/>
                    <a:pt x="0" y="69532"/>
                  </a:cubicBezTo>
                  <a:cubicBezTo>
                    <a:pt x="0" y="31147"/>
                    <a:pt x="31147" y="0"/>
                    <a:pt x="69532" y="0"/>
                  </a:cubicBezTo>
                  <a:cubicBezTo>
                    <a:pt x="107918" y="0"/>
                    <a:pt x="139065" y="31147"/>
                    <a:pt x="139065" y="695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6DAD548-F79E-475D-A3FD-430855A8D4CD}"/>
                </a:ext>
              </a:extLst>
            </p:cNvPr>
            <p:cNvSpPr/>
            <p:nvPr/>
          </p:nvSpPr>
          <p:spPr>
            <a:xfrm>
              <a:off x="6710641" y="5362674"/>
              <a:ext cx="57150" cy="57150"/>
            </a:xfrm>
            <a:custGeom>
              <a:avLst/>
              <a:gdLst>
                <a:gd name="connsiteX0" fmla="*/ 59055 w 57150"/>
                <a:gd name="connsiteY0" fmla="*/ 29528 h 57150"/>
                <a:gd name="connsiteX1" fmla="*/ 29527 w 57150"/>
                <a:gd name="connsiteY1" fmla="*/ 59055 h 57150"/>
                <a:gd name="connsiteX2" fmla="*/ 0 w 57150"/>
                <a:gd name="connsiteY2" fmla="*/ 29528 h 57150"/>
                <a:gd name="connsiteX3" fmla="*/ 29527 w 57150"/>
                <a:gd name="connsiteY3" fmla="*/ 0 h 57150"/>
                <a:gd name="connsiteX4" fmla="*/ 59055 w 57150"/>
                <a:gd name="connsiteY4" fmla="*/ 2952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9055" y="29528"/>
                  </a:moveTo>
                  <a:cubicBezTo>
                    <a:pt x="59055" y="45835"/>
                    <a:pt x="45835" y="59055"/>
                    <a:pt x="29527" y="59055"/>
                  </a:cubicBezTo>
                  <a:cubicBezTo>
                    <a:pt x="13220" y="59055"/>
                    <a:pt x="0" y="45835"/>
                    <a:pt x="0" y="29528"/>
                  </a:cubicBezTo>
                  <a:cubicBezTo>
                    <a:pt x="0" y="13220"/>
                    <a:pt x="13220" y="0"/>
                    <a:pt x="29527" y="0"/>
                  </a:cubicBezTo>
                  <a:cubicBezTo>
                    <a:pt x="45835" y="0"/>
                    <a:pt x="59055" y="13220"/>
                    <a:pt x="59055" y="2952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96A69F1-20DD-48CB-AE5E-DFBE8C519BF0}"/>
                </a:ext>
              </a:extLst>
            </p:cNvPr>
            <p:cNvSpPr/>
            <p:nvPr/>
          </p:nvSpPr>
          <p:spPr>
            <a:xfrm>
              <a:off x="6670636" y="5322669"/>
              <a:ext cx="133350" cy="133350"/>
            </a:xfrm>
            <a:custGeom>
              <a:avLst/>
              <a:gdLst>
                <a:gd name="connsiteX0" fmla="*/ 139065 w 133350"/>
                <a:gd name="connsiteY0" fmla="*/ 69533 h 133350"/>
                <a:gd name="connsiteX1" fmla="*/ 69533 w 133350"/>
                <a:gd name="connsiteY1" fmla="*/ 139065 h 133350"/>
                <a:gd name="connsiteX2" fmla="*/ 0 w 133350"/>
                <a:gd name="connsiteY2" fmla="*/ 69533 h 133350"/>
                <a:gd name="connsiteX3" fmla="*/ 69533 w 133350"/>
                <a:gd name="connsiteY3" fmla="*/ 0 h 133350"/>
                <a:gd name="connsiteX4" fmla="*/ 139065 w 133350"/>
                <a:gd name="connsiteY4" fmla="*/ 69533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9065" y="69533"/>
                  </a:moveTo>
                  <a:cubicBezTo>
                    <a:pt x="139065" y="107934"/>
                    <a:pt x="107934" y="139065"/>
                    <a:pt x="69533" y="139065"/>
                  </a:cubicBezTo>
                  <a:cubicBezTo>
                    <a:pt x="31131" y="139065"/>
                    <a:pt x="0" y="107934"/>
                    <a:pt x="0" y="69533"/>
                  </a:cubicBezTo>
                  <a:cubicBezTo>
                    <a:pt x="0" y="31131"/>
                    <a:pt x="31131" y="0"/>
                    <a:pt x="69533" y="0"/>
                  </a:cubicBezTo>
                  <a:cubicBezTo>
                    <a:pt x="107934" y="0"/>
                    <a:pt x="139065" y="31131"/>
                    <a:pt x="139065" y="695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B1CD320-2DA3-48D5-84C1-D9244253B593}"/>
                </a:ext>
              </a:extLst>
            </p:cNvPr>
            <p:cNvSpPr/>
            <p:nvPr/>
          </p:nvSpPr>
          <p:spPr>
            <a:xfrm>
              <a:off x="5947975" y="5469449"/>
              <a:ext cx="57150" cy="57150"/>
            </a:xfrm>
            <a:custGeom>
              <a:avLst/>
              <a:gdLst>
                <a:gd name="connsiteX0" fmla="*/ 59055 w 57150"/>
                <a:gd name="connsiteY0" fmla="*/ 29528 h 57150"/>
                <a:gd name="connsiteX1" fmla="*/ 29528 w 57150"/>
                <a:gd name="connsiteY1" fmla="*/ 59055 h 57150"/>
                <a:gd name="connsiteX2" fmla="*/ 0 w 57150"/>
                <a:gd name="connsiteY2" fmla="*/ 29528 h 57150"/>
                <a:gd name="connsiteX3" fmla="*/ 29528 w 57150"/>
                <a:gd name="connsiteY3" fmla="*/ 0 h 57150"/>
                <a:gd name="connsiteX4" fmla="*/ 59055 w 57150"/>
                <a:gd name="connsiteY4" fmla="*/ 2952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9055" y="29528"/>
                  </a:moveTo>
                  <a:cubicBezTo>
                    <a:pt x="59055" y="45815"/>
                    <a:pt x="45815" y="59055"/>
                    <a:pt x="29528" y="59055"/>
                  </a:cubicBezTo>
                  <a:cubicBezTo>
                    <a:pt x="13240" y="59055"/>
                    <a:pt x="0" y="45815"/>
                    <a:pt x="0" y="29528"/>
                  </a:cubicBezTo>
                  <a:cubicBezTo>
                    <a:pt x="0" y="13240"/>
                    <a:pt x="13240" y="0"/>
                    <a:pt x="29528" y="0"/>
                  </a:cubicBezTo>
                  <a:cubicBezTo>
                    <a:pt x="45815" y="95"/>
                    <a:pt x="59055" y="13240"/>
                    <a:pt x="59055" y="2952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55BF967-B83B-4F8C-B401-364087ABDB10}"/>
                </a:ext>
              </a:extLst>
            </p:cNvPr>
            <p:cNvSpPr/>
            <p:nvPr/>
          </p:nvSpPr>
          <p:spPr>
            <a:xfrm>
              <a:off x="5907970" y="5429445"/>
              <a:ext cx="133350" cy="133350"/>
            </a:xfrm>
            <a:custGeom>
              <a:avLst/>
              <a:gdLst>
                <a:gd name="connsiteX0" fmla="*/ 139065 w 133350"/>
                <a:gd name="connsiteY0" fmla="*/ 69532 h 133350"/>
                <a:gd name="connsiteX1" fmla="*/ 69533 w 133350"/>
                <a:gd name="connsiteY1" fmla="*/ 139065 h 133350"/>
                <a:gd name="connsiteX2" fmla="*/ 0 w 133350"/>
                <a:gd name="connsiteY2" fmla="*/ 69532 h 133350"/>
                <a:gd name="connsiteX3" fmla="*/ 69533 w 133350"/>
                <a:gd name="connsiteY3" fmla="*/ 0 h 133350"/>
                <a:gd name="connsiteX4" fmla="*/ 139065 w 133350"/>
                <a:gd name="connsiteY4" fmla="*/ 69532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9065" y="69532"/>
                  </a:moveTo>
                  <a:cubicBezTo>
                    <a:pt x="139065" y="107918"/>
                    <a:pt x="107918" y="139065"/>
                    <a:pt x="69533" y="139065"/>
                  </a:cubicBezTo>
                  <a:cubicBezTo>
                    <a:pt x="31147" y="139065"/>
                    <a:pt x="0" y="107918"/>
                    <a:pt x="0" y="69532"/>
                  </a:cubicBezTo>
                  <a:cubicBezTo>
                    <a:pt x="0" y="31147"/>
                    <a:pt x="31147" y="0"/>
                    <a:pt x="69533" y="0"/>
                  </a:cubicBezTo>
                  <a:cubicBezTo>
                    <a:pt x="107918" y="95"/>
                    <a:pt x="139065" y="31147"/>
                    <a:pt x="139065" y="695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7BE9792D-086A-4AF8-A630-840582407577}"/>
                </a:ext>
              </a:extLst>
            </p:cNvPr>
            <p:cNvSpPr/>
            <p:nvPr/>
          </p:nvSpPr>
          <p:spPr>
            <a:xfrm>
              <a:off x="8883574" y="3671514"/>
              <a:ext cx="57150" cy="57150"/>
            </a:xfrm>
            <a:custGeom>
              <a:avLst/>
              <a:gdLst>
                <a:gd name="connsiteX0" fmla="*/ 59055 w 57150"/>
                <a:gd name="connsiteY0" fmla="*/ 29527 h 57150"/>
                <a:gd name="connsiteX1" fmla="*/ 29528 w 57150"/>
                <a:gd name="connsiteY1" fmla="*/ 59055 h 57150"/>
                <a:gd name="connsiteX2" fmla="*/ 0 w 57150"/>
                <a:gd name="connsiteY2" fmla="*/ 29527 h 57150"/>
                <a:gd name="connsiteX3" fmla="*/ 29528 w 57150"/>
                <a:gd name="connsiteY3" fmla="*/ 0 h 57150"/>
                <a:gd name="connsiteX4" fmla="*/ 59055 w 57150"/>
                <a:gd name="connsiteY4" fmla="*/ 29527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9055" y="29527"/>
                  </a:moveTo>
                  <a:cubicBezTo>
                    <a:pt x="59055" y="45815"/>
                    <a:pt x="45815" y="59055"/>
                    <a:pt x="29528" y="59055"/>
                  </a:cubicBezTo>
                  <a:cubicBezTo>
                    <a:pt x="13240" y="59055"/>
                    <a:pt x="0" y="45815"/>
                    <a:pt x="0" y="29527"/>
                  </a:cubicBezTo>
                  <a:cubicBezTo>
                    <a:pt x="0" y="13240"/>
                    <a:pt x="13240" y="0"/>
                    <a:pt x="29528" y="0"/>
                  </a:cubicBezTo>
                  <a:cubicBezTo>
                    <a:pt x="45815" y="0"/>
                    <a:pt x="59055" y="13240"/>
                    <a:pt x="59055" y="2952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0B5C730C-FDE5-413D-B8DB-3D2EF8DA8220}"/>
                </a:ext>
              </a:extLst>
            </p:cNvPr>
            <p:cNvSpPr/>
            <p:nvPr/>
          </p:nvSpPr>
          <p:spPr>
            <a:xfrm>
              <a:off x="8843569" y="3631509"/>
              <a:ext cx="133350" cy="133350"/>
            </a:xfrm>
            <a:custGeom>
              <a:avLst/>
              <a:gdLst>
                <a:gd name="connsiteX0" fmla="*/ 139065 w 133350"/>
                <a:gd name="connsiteY0" fmla="*/ 69533 h 133350"/>
                <a:gd name="connsiteX1" fmla="*/ 69533 w 133350"/>
                <a:gd name="connsiteY1" fmla="*/ 139065 h 133350"/>
                <a:gd name="connsiteX2" fmla="*/ 0 w 133350"/>
                <a:gd name="connsiteY2" fmla="*/ 69533 h 133350"/>
                <a:gd name="connsiteX3" fmla="*/ 69533 w 133350"/>
                <a:gd name="connsiteY3" fmla="*/ 0 h 133350"/>
                <a:gd name="connsiteX4" fmla="*/ 139065 w 133350"/>
                <a:gd name="connsiteY4" fmla="*/ 69533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9065" y="69533"/>
                  </a:moveTo>
                  <a:cubicBezTo>
                    <a:pt x="139065" y="107934"/>
                    <a:pt x="107934" y="139065"/>
                    <a:pt x="69533" y="139065"/>
                  </a:cubicBezTo>
                  <a:cubicBezTo>
                    <a:pt x="31131" y="139065"/>
                    <a:pt x="0" y="107934"/>
                    <a:pt x="0" y="69533"/>
                  </a:cubicBezTo>
                  <a:cubicBezTo>
                    <a:pt x="0" y="31131"/>
                    <a:pt x="31131" y="0"/>
                    <a:pt x="69533" y="0"/>
                  </a:cubicBezTo>
                  <a:cubicBezTo>
                    <a:pt x="107934" y="0"/>
                    <a:pt x="139065" y="31131"/>
                    <a:pt x="139065" y="695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3B92F83-F1CF-46E8-B5DB-C09C74DBD5E8}"/>
                </a:ext>
              </a:extLst>
            </p:cNvPr>
            <p:cNvSpPr/>
            <p:nvPr/>
          </p:nvSpPr>
          <p:spPr>
            <a:xfrm>
              <a:off x="9123318" y="4543526"/>
              <a:ext cx="57150" cy="57150"/>
            </a:xfrm>
            <a:custGeom>
              <a:avLst/>
              <a:gdLst>
                <a:gd name="connsiteX0" fmla="*/ 59055 w 57150"/>
                <a:gd name="connsiteY0" fmla="*/ 29528 h 57150"/>
                <a:gd name="connsiteX1" fmla="*/ 29527 w 57150"/>
                <a:gd name="connsiteY1" fmla="*/ 59055 h 57150"/>
                <a:gd name="connsiteX2" fmla="*/ 0 w 57150"/>
                <a:gd name="connsiteY2" fmla="*/ 29528 h 57150"/>
                <a:gd name="connsiteX3" fmla="*/ 29527 w 57150"/>
                <a:gd name="connsiteY3" fmla="*/ 0 h 57150"/>
                <a:gd name="connsiteX4" fmla="*/ 59055 w 57150"/>
                <a:gd name="connsiteY4" fmla="*/ 2952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9055" y="29528"/>
                  </a:moveTo>
                  <a:cubicBezTo>
                    <a:pt x="59055" y="45815"/>
                    <a:pt x="45815" y="59055"/>
                    <a:pt x="29527" y="59055"/>
                  </a:cubicBezTo>
                  <a:cubicBezTo>
                    <a:pt x="13239" y="59055"/>
                    <a:pt x="0" y="45815"/>
                    <a:pt x="0" y="29528"/>
                  </a:cubicBezTo>
                  <a:cubicBezTo>
                    <a:pt x="0" y="13240"/>
                    <a:pt x="13239" y="0"/>
                    <a:pt x="29527" y="0"/>
                  </a:cubicBezTo>
                  <a:cubicBezTo>
                    <a:pt x="45910" y="95"/>
                    <a:pt x="59055" y="13240"/>
                    <a:pt x="59055" y="2952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0446919C-B6A9-4394-ACBE-2A07A507DBAB}"/>
                </a:ext>
              </a:extLst>
            </p:cNvPr>
            <p:cNvSpPr/>
            <p:nvPr/>
          </p:nvSpPr>
          <p:spPr>
            <a:xfrm>
              <a:off x="9083408" y="4503235"/>
              <a:ext cx="133350" cy="133350"/>
            </a:xfrm>
            <a:custGeom>
              <a:avLst/>
              <a:gdLst>
                <a:gd name="connsiteX0" fmla="*/ 139065 w 133350"/>
                <a:gd name="connsiteY0" fmla="*/ 69533 h 133350"/>
                <a:gd name="connsiteX1" fmla="*/ 69533 w 133350"/>
                <a:gd name="connsiteY1" fmla="*/ 139065 h 133350"/>
                <a:gd name="connsiteX2" fmla="*/ 0 w 133350"/>
                <a:gd name="connsiteY2" fmla="*/ 69533 h 133350"/>
                <a:gd name="connsiteX3" fmla="*/ 69533 w 133350"/>
                <a:gd name="connsiteY3" fmla="*/ 0 h 133350"/>
                <a:gd name="connsiteX4" fmla="*/ 139065 w 133350"/>
                <a:gd name="connsiteY4" fmla="*/ 69533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9065" y="69533"/>
                  </a:moveTo>
                  <a:cubicBezTo>
                    <a:pt x="139065" y="107934"/>
                    <a:pt x="107934" y="139065"/>
                    <a:pt x="69533" y="139065"/>
                  </a:cubicBezTo>
                  <a:cubicBezTo>
                    <a:pt x="31131" y="139065"/>
                    <a:pt x="0" y="107934"/>
                    <a:pt x="0" y="69533"/>
                  </a:cubicBezTo>
                  <a:cubicBezTo>
                    <a:pt x="0" y="31131"/>
                    <a:pt x="31131" y="0"/>
                    <a:pt x="69533" y="0"/>
                  </a:cubicBezTo>
                  <a:cubicBezTo>
                    <a:pt x="107934" y="0"/>
                    <a:pt x="139065" y="31131"/>
                    <a:pt x="139065" y="695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F85861B1-DF83-4CFB-AECB-159E868CEAD9}"/>
                </a:ext>
              </a:extLst>
            </p:cNvPr>
            <p:cNvSpPr/>
            <p:nvPr/>
          </p:nvSpPr>
          <p:spPr>
            <a:xfrm>
              <a:off x="9227140" y="5087307"/>
              <a:ext cx="57150" cy="57150"/>
            </a:xfrm>
            <a:custGeom>
              <a:avLst/>
              <a:gdLst>
                <a:gd name="connsiteX0" fmla="*/ 59055 w 57150"/>
                <a:gd name="connsiteY0" fmla="*/ 29528 h 57150"/>
                <a:gd name="connsiteX1" fmla="*/ 29528 w 57150"/>
                <a:gd name="connsiteY1" fmla="*/ 59055 h 57150"/>
                <a:gd name="connsiteX2" fmla="*/ 0 w 57150"/>
                <a:gd name="connsiteY2" fmla="*/ 29528 h 57150"/>
                <a:gd name="connsiteX3" fmla="*/ 29528 w 57150"/>
                <a:gd name="connsiteY3" fmla="*/ 0 h 57150"/>
                <a:gd name="connsiteX4" fmla="*/ 59055 w 57150"/>
                <a:gd name="connsiteY4" fmla="*/ 2952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9055" y="29528"/>
                  </a:moveTo>
                  <a:cubicBezTo>
                    <a:pt x="59055" y="45815"/>
                    <a:pt x="45815" y="59055"/>
                    <a:pt x="29528" y="59055"/>
                  </a:cubicBezTo>
                  <a:cubicBezTo>
                    <a:pt x="13240" y="59055"/>
                    <a:pt x="0" y="45815"/>
                    <a:pt x="0" y="29528"/>
                  </a:cubicBezTo>
                  <a:cubicBezTo>
                    <a:pt x="0" y="13240"/>
                    <a:pt x="13240" y="0"/>
                    <a:pt x="29528" y="0"/>
                  </a:cubicBezTo>
                  <a:cubicBezTo>
                    <a:pt x="45815" y="0"/>
                    <a:pt x="59055" y="13240"/>
                    <a:pt x="59055" y="2952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8F42432-F2AE-4F37-8263-177E4B42F934}"/>
                </a:ext>
              </a:extLst>
            </p:cNvPr>
            <p:cNvSpPr/>
            <p:nvPr/>
          </p:nvSpPr>
          <p:spPr>
            <a:xfrm>
              <a:off x="9187136" y="5047304"/>
              <a:ext cx="133350" cy="133350"/>
            </a:xfrm>
            <a:custGeom>
              <a:avLst/>
              <a:gdLst>
                <a:gd name="connsiteX0" fmla="*/ 139065 w 133350"/>
                <a:gd name="connsiteY0" fmla="*/ 69532 h 133350"/>
                <a:gd name="connsiteX1" fmla="*/ 69533 w 133350"/>
                <a:gd name="connsiteY1" fmla="*/ 139065 h 133350"/>
                <a:gd name="connsiteX2" fmla="*/ 0 w 133350"/>
                <a:gd name="connsiteY2" fmla="*/ 69532 h 133350"/>
                <a:gd name="connsiteX3" fmla="*/ 69533 w 133350"/>
                <a:gd name="connsiteY3" fmla="*/ 0 h 133350"/>
                <a:gd name="connsiteX4" fmla="*/ 139065 w 133350"/>
                <a:gd name="connsiteY4" fmla="*/ 69532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9065" y="69532"/>
                  </a:moveTo>
                  <a:cubicBezTo>
                    <a:pt x="139065" y="107918"/>
                    <a:pt x="107918" y="139065"/>
                    <a:pt x="69533" y="139065"/>
                  </a:cubicBezTo>
                  <a:cubicBezTo>
                    <a:pt x="31147" y="139065"/>
                    <a:pt x="0" y="107918"/>
                    <a:pt x="0" y="69532"/>
                  </a:cubicBezTo>
                  <a:cubicBezTo>
                    <a:pt x="0" y="31147"/>
                    <a:pt x="31147" y="0"/>
                    <a:pt x="69533" y="0"/>
                  </a:cubicBezTo>
                  <a:cubicBezTo>
                    <a:pt x="107918" y="0"/>
                    <a:pt x="139065" y="31147"/>
                    <a:pt x="139065" y="695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C6CD409E-8A15-4A92-9D13-7DF760D4A7E5}"/>
                </a:ext>
              </a:extLst>
            </p:cNvPr>
            <p:cNvSpPr/>
            <p:nvPr/>
          </p:nvSpPr>
          <p:spPr>
            <a:xfrm>
              <a:off x="6714071" y="3097063"/>
              <a:ext cx="57150" cy="57150"/>
            </a:xfrm>
            <a:custGeom>
              <a:avLst/>
              <a:gdLst>
                <a:gd name="connsiteX0" fmla="*/ 59055 w 57150"/>
                <a:gd name="connsiteY0" fmla="*/ 29528 h 57150"/>
                <a:gd name="connsiteX1" fmla="*/ 29528 w 57150"/>
                <a:gd name="connsiteY1" fmla="*/ 59055 h 57150"/>
                <a:gd name="connsiteX2" fmla="*/ 0 w 57150"/>
                <a:gd name="connsiteY2" fmla="*/ 29528 h 57150"/>
                <a:gd name="connsiteX3" fmla="*/ 29528 w 57150"/>
                <a:gd name="connsiteY3" fmla="*/ 0 h 57150"/>
                <a:gd name="connsiteX4" fmla="*/ 59055 w 57150"/>
                <a:gd name="connsiteY4" fmla="*/ 29528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9055" y="29528"/>
                  </a:moveTo>
                  <a:cubicBezTo>
                    <a:pt x="59055" y="45815"/>
                    <a:pt x="45815" y="59055"/>
                    <a:pt x="29528" y="59055"/>
                  </a:cubicBezTo>
                  <a:cubicBezTo>
                    <a:pt x="13240" y="59055"/>
                    <a:pt x="0" y="45815"/>
                    <a:pt x="0" y="29528"/>
                  </a:cubicBezTo>
                  <a:cubicBezTo>
                    <a:pt x="0" y="13240"/>
                    <a:pt x="13240" y="0"/>
                    <a:pt x="29528" y="0"/>
                  </a:cubicBezTo>
                  <a:cubicBezTo>
                    <a:pt x="45815" y="0"/>
                    <a:pt x="59055" y="13240"/>
                    <a:pt x="59055" y="2952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CABC29B-5A52-4654-847A-BD11CD88F20B}"/>
                </a:ext>
              </a:extLst>
            </p:cNvPr>
            <p:cNvSpPr/>
            <p:nvPr/>
          </p:nvSpPr>
          <p:spPr>
            <a:xfrm>
              <a:off x="6674079" y="3057063"/>
              <a:ext cx="133350" cy="133350"/>
            </a:xfrm>
            <a:custGeom>
              <a:avLst/>
              <a:gdLst>
                <a:gd name="connsiteX0" fmla="*/ 139065 w 133350"/>
                <a:gd name="connsiteY0" fmla="*/ 69532 h 133350"/>
                <a:gd name="connsiteX1" fmla="*/ 69532 w 133350"/>
                <a:gd name="connsiteY1" fmla="*/ 139065 h 133350"/>
                <a:gd name="connsiteX2" fmla="*/ 0 w 133350"/>
                <a:gd name="connsiteY2" fmla="*/ 69532 h 133350"/>
                <a:gd name="connsiteX3" fmla="*/ 69532 w 133350"/>
                <a:gd name="connsiteY3" fmla="*/ 0 h 133350"/>
                <a:gd name="connsiteX4" fmla="*/ 139065 w 133350"/>
                <a:gd name="connsiteY4" fmla="*/ 69532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9065" y="69532"/>
                  </a:moveTo>
                  <a:cubicBezTo>
                    <a:pt x="139065" y="107918"/>
                    <a:pt x="107918" y="139065"/>
                    <a:pt x="69532" y="139065"/>
                  </a:cubicBezTo>
                  <a:cubicBezTo>
                    <a:pt x="31147" y="139065"/>
                    <a:pt x="0" y="107918"/>
                    <a:pt x="0" y="69532"/>
                  </a:cubicBezTo>
                  <a:cubicBezTo>
                    <a:pt x="0" y="31147"/>
                    <a:pt x="31147" y="0"/>
                    <a:pt x="69532" y="0"/>
                  </a:cubicBezTo>
                  <a:cubicBezTo>
                    <a:pt x="107918" y="0"/>
                    <a:pt x="139065" y="31147"/>
                    <a:pt x="139065" y="6953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</p:grpSp>
    </p:spTree>
    <p:extLst>
      <p:ext uri="{BB962C8B-B14F-4D97-AF65-F5344CB8AC3E}">
        <p14:creationId xmlns:p14="http://schemas.microsoft.com/office/powerpoint/2010/main" val="1082210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[redacted]" r:id="rId1"/>
    <p:sldLayoutId id="[redacted]" r:id="rId2"/>
    <p:sldLayoutId id="[redacted]" r:id="rId3"/>
    <p:sldLayoutId id="[redacted]" r:id="rId4"/>
    <p:sldLayoutId id="[redacted]" r:id="rId5"/>
    <p:sldLayoutId id="[redacted]" r:id="rId6"/>
    <p:sldLayoutId id="[redacted]" r:id="rId7"/>
    <p:sldLayoutId id="[redacted]" r:id="rId8"/>
    <p:sldLayoutId id="[redacted]" r:id="rId9"/>
    <p:sldLayoutId id="[redacted]" r:id="rId10"/>
    <p:sldLayoutId id="[redacted]" r:id="rId11"/>
    <p:sldLayoutId id="[redacted]" r:id="rId12"/>
    <p:sldLayoutId id="[redacted]" r:id="rId13"/>
    <p:sldLayoutId id="[redacted]" r:id="rId14"/>
    <p:sldLayoutId id="[redacted]" r:id="rId15"/>
    <p:sldLayoutId id="[redacted]" r:id="rId16"/>
    <p:sldLayoutId id="[redacted]" r:id="rId17"/>
    <p:sldLayoutId id="[redacted]" r:id="rId18"/>
    <p:sldLayoutId id="[redacted]" r:id="rId19"/>
    <p:sldLayoutId id="[redacted]" r:id="rId20"/>
    <p:sldLayoutId id="[redacted]" r:id="rId21"/>
    <p:sldLayoutId id="[redacted]" r:id="rId22"/>
    <p:sldLayoutId id="[redacted]" r:id="rId23"/>
    <p:sldLayoutId id="[redacted]" r:id="rId24"/>
    <p:sldLayoutId id="[redacted]" r:id="rId25"/>
    <p:sldLayoutId id="[redacted]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L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extBox 308">
            <a:extLst>
              <a:ext uri="{FF2B5EF4-FFF2-40B4-BE49-F238E27FC236}">
                <a16:creationId xmlns:a16="http://schemas.microsoft.com/office/drawing/2014/main" id="{D5FC8BB6-F6FB-476D-B484-6B5D63DE65D3}"/>
              </a:ext>
            </a:extLst>
          </p:cNvPr>
          <p:cNvSpPr txBox="1"/>
          <p:nvPr/>
        </p:nvSpPr>
        <p:spPr>
          <a:xfrm>
            <a:off x="4721778" y="2611449"/>
            <a:ext cx="5027339" cy="110799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Ambient Systems</a:t>
            </a:r>
          </a:p>
          <a:p>
            <a:r>
              <a:rPr lang="en-CA" dirty="0">
                <a:solidFill>
                  <a:schemeClr val="bg1"/>
                </a:solidFill>
              </a:rPr>
              <a:t>Climate Management for Cities of Tomorrow</a:t>
            </a:r>
            <a:endParaRPr lang="en-CA" sz="2400" dirty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CC86869-144C-4362-8835-D83D20FAD15C}"/>
              </a:ext>
            </a:extLst>
          </p:cNvPr>
          <p:cNvGrpSpPr/>
          <p:nvPr/>
        </p:nvGrpSpPr>
        <p:grpSpPr>
          <a:xfrm>
            <a:off x="0" y="4868032"/>
            <a:ext cx="2362200" cy="2025452"/>
            <a:chOff x="0" y="4868032"/>
            <a:chExt cx="2362200" cy="2025452"/>
          </a:xfrm>
        </p:grpSpPr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7ACC092D-78DF-43A4-A6FD-9333EE17D3AB}"/>
                </a:ext>
              </a:extLst>
            </p:cNvPr>
            <p:cNvSpPr/>
            <p:nvPr/>
          </p:nvSpPr>
          <p:spPr>
            <a:xfrm flipH="1" flipV="1">
              <a:off x="1682808" y="5249619"/>
              <a:ext cx="623452" cy="802801"/>
            </a:xfrm>
            <a:custGeom>
              <a:avLst/>
              <a:gdLst>
                <a:gd name="connsiteX0" fmla="*/ 528066 w 695325"/>
                <a:gd name="connsiteY0" fmla="*/ 904303 h 895350"/>
                <a:gd name="connsiteX1" fmla="*/ 0 w 695325"/>
                <a:gd name="connsiteY1" fmla="*/ 0 h 895350"/>
                <a:gd name="connsiteX2" fmla="*/ 697230 w 695325"/>
                <a:gd name="connsiteY2" fmla="*/ 325374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5325" h="895350">
                  <a:moveTo>
                    <a:pt x="528066" y="904303"/>
                  </a:moveTo>
                  <a:lnTo>
                    <a:pt x="0" y="0"/>
                  </a:lnTo>
                  <a:lnTo>
                    <a:pt x="697230" y="325374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80BCF0F-69DE-4BB7-9095-FBC6E0843EFE}"/>
                </a:ext>
              </a:extLst>
            </p:cNvPr>
            <p:cNvSpPr/>
            <p:nvPr/>
          </p:nvSpPr>
          <p:spPr>
            <a:xfrm flipH="1" flipV="1">
              <a:off x="1694423" y="5769135"/>
              <a:ext cx="614912" cy="973610"/>
            </a:xfrm>
            <a:custGeom>
              <a:avLst/>
              <a:gdLst>
                <a:gd name="connsiteX0" fmla="*/ 9906 w 685800"/>
                <a:gd name="connsiteY0" fmla="*/ 0 h 1085850"/>
                <a:gd name="connsiteX1" fmla="*/ 0 w 685800"/>
                <a:gd name="connsiteY1" fmla="*/ 772287 h 1085850"/>
                <a:gd name="connsiteX2" fmla="*/ 694087 w 685800"/>
                <a:gd name="connsiteY2" fmla="*/ 1089946 h 108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5800" h="1085850">
                  <a:moveTo>
                    <a:pt x="9906" y="0"/>
                  </a:moveTo>
                  <a:lnTo>
                    <a:pt x="0" y="772287"/>
                  </a:lnTo>
                  <a:lnTo>
                    <a:pt x="694087" y="1089946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B579CB2-7678-49F4-88A7-4999A20A95CE}"/>
                </a:ext>
              </a:extLst>
            </p:cNvPr>
            <p:cNvSpPr/>
            <p:nvPr/>
          </p:nvSpPr>
          <p:spPr>
            <a:xfrm flipH="1" flipV="1">
              <a:off x="1200872" y="4902878"/>
              <a:ext cx="631992" cy="862584"/>
            </a:xfrm>
            <a:custGeom>
              <a:avLst/>
              <a:gdLst>
                <a:gd name="connsiteX0" fmla="*/ 711041 w 704850"/>
                <a:gd name="connsiteY0" fmla="*/ 967835 h 962025"/>
                <a:gd name="connsiteX1" fmla="*/ 162687 w 704850"/>
                <a:gd name="connsiteY1" fmla="*/ 0 h 962025"/>
                <a:gd name="connsiteX2" fmla="*/ 0 w 704850"/>
                <a:gd name="connsiteY2" fmla="*/ 581025 h 962025"/>
                <a:gd name="connsiteX3" fmla="*/ 711041 w 704850"/>
                <a:gd name="connsiteY3" fmla="*/ 967835 h 962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4850" h="962025">
                  <a:moveTo>
                    <a:pt x="711041" y="967835"/>
                  </a:moveTo>
                  <a:lnTo>
                    <a:pt x="162687" y="0"/>
                  </a:lnTo>
                  <a:lnTo>
                    <a:pt x="0" y="581025"/>
                  </a:lnTo>
                  <a:lnTo>
                    <a:pt x="711041" y="967835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18CAAF9A-FB00-4319-B3BB-3C400040CB09}"/>
                </a:ext>
              </a:extLst>
            </p:cNvPr>
            <p:cNvSpPr/>
            <p:nvPr/>
          </p:nvSpPr>
          <p:spPr>
            <a:xfrm flipH="1" flipV="1">
              <a:off x="1693825" y="5773405"/>
              <a:ext cx="606371" cy="965070"/>
            </a:xfrm>
            <a:custGeom>
              <a:avLst/>
              <a:gdLst>
                <a:gd name="connsiteX0" fmla="*/ 454819 w 676275"/>
                <a:gd name="connsiteY0" fmla="*/ 212693 h 1076325"/>
                <a:gd name="connsiteX1" fmla="*/ 0 w 676275"/>
                <a:gd name="connsiteY1" fmla="*/ 0 h 1076325"/>
                <a:gd name="connsiteX2" fmla="*/ 683895 w 676275"/>
                <a:gd name="connsiteY2" fmla="*/ 1085183 h 107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6275" h="1076325">
                  <a:moveTo>
                    <a:pt x="454819" y="212693"/>
                  </a:moveTo>
                  <a:lnTo>
                    <a:pt x="0" y="0"/>
                  </a:lnTo>
                  <a:lnTo>
                    <a:pt x="683895" y="1085183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7EF2380-4836-42E9-AFD0-6A2BFF259481}"/>
                </a:ext>
              </a:extLst>
            </p:cNvPr>
            <p:cNvSpPr/>
            <p:nvPr/>
          </p:nvSpPr>
          <p:spPr>
            <a:xfrm flipH="1" flipV="1">
              <a:off x="1259972" y="5766743"/>
              <a:ext cx="427022" cy="896746"/>
            </a:xfrm>
            <a:custGeom>
              <a:avLst/>
              <a:gdLst>
                <a:gd name="connsiteX0" fmla="*/ 480917 w 476250"/>
                <a:gd name="connsiteY0" fmla="*/ 804196 h 1000125"/>
                <a:gd name="connsiteX1" fmla="*/ 0 w 476250"/>
                <a:gd name="connsiteY1" fmla="*/ 1001554 h 1000125"/>
                <a:gd name="connsiteX2" fmla="*/ 391192 w 476250"/>
                <a:gd name="connsiteY2" fmla="*/ 0 h 100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50" h="1000125">
                  <a:moveTo>
                    <a:pt x="480917" y="804196"/>
                  </a:moveTo>
                  <a:lnTo>
                    <a:pt x="0" y="1001554"/>
                  </a:lnTo>
                  <a:lnTo>
                    <a:pt x="391192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F340D06-58A4-4370-A1F7-8F744B68750F}"/>
                </a:ext>
              </a:extLst>
            </p:cNvPr>
            <p:cNvSpPr/>
            <p:nvPr/>
          </p:nvSpPr>
          <p:spPr>
            <a:xfrm flipH="1" flipV="1">
              <a:off x="1337262" y="5766743"/>
              <a:ext cx="555128" cy="896746"/>
            </a:xfrm>
            <a:custGeom>
              <a:avLst/>
              <a:gdLst>
                <a:gd name="connsiteX0" fmla="*/ 0 w 619125"/>
                <a:gd name="connsiteY0" fmla="*/ 129064 h 1000125"/>
                <a:gd name="connsiteX1" fmla="*/ 620268 w 619125"/>
                <a:gd name="connsiteY1" fmla="*/ 0 h 1000125"/>
                <a:gd name="connsiteX2" fmla="*/ 229076 w 619125"/>
                <a:gd name="connsiteY2" fmla="*/ 1001554 h 100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9125" h="1000125">
                  <a:moveTo>
                    <a:pt x="0" y="129064"/>
                  </a:moveTo>
                  <a:lnTo>
                    <a:pt x="620268" y="0"/>
                  </a:lnTo>
                  <a:lnTo>
                    <a:pt x="229076" y="1001554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5CFD9798-531C-4A05-998B-5C6D65916ECC}"/>
                </a:ext>
              </a:extLst>
            </p:cNvPr>
            <p:cNvSpPr/>
            <p:nvPr/>
          </p:nvSpPr>
          <p:spPr>
            <a:xfrm flipH="1" flipV="1">
              <a:off x="407123" y="4872388"/>
              <a:ext cx="785720" cy="563669"/>
            </a:xfrm>
            <a:custGeom>
              <a:avLst/>
              <a:gdLst>
                <a:gd name="connsiteX0" fmla="*/ 728663 w 876300"/>
                <a:gd name="connsiteY0" fmla="*/ 633508 h 628650"/>
                <a:gd name="connsiteX1" fmla="*/ 878967 w 876300"/>
                <a:gd name="connsiteY1" fmla="*/ 0 h 628650"/>
                <a:gd name="connsiteX2" fmla="*/ 0 w 876300"/>
                <a:gd name="connsiteY2" fmla="*/ 601028 h 628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6300" h="628650">
                  <a:moveTo>
                    <a:pt x="728663" y="633508"/>
                  </a:moveTo>
                  <a:lnTo>
                    <a:pt x="878967" y="0"/>
                  </a:lnTo>
                  <a:lnTo>
                    <a:pt x="0" y="601028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7AA26C9D-42AB-46CF-80C1-C70767C9E73D}"/>
                </a:ext>
              </a:extLst>
            </p:cNvPr>
            <p:cNvSpPr/>
            <p:nvPr/>
          </p:nvSpPr>
          <p:spPr>
            <a:xfrm flipH="1" flipV="1">
              <a:off x="1106244" y="5447075"/>
              <a:ext cx="580750" cy="495346"/>
            </a:xfrm>
            <a:custGeom>
              <a:avLst/>
              <a:gdLst>
                <a:gd name="connsiteX0" fmla="*/ 0 w 647700"/>
                <a:gd name="connsiteY0" fmla="*/ 197358 h 552450"/>
                <a:gd name="connsiteX1" fmla="*/ 480917 w 647700"/>
                <a:gd name="connsiteY1" fmla="*/ 0 h 552450"/>
                <a:gd name="connsiteX2" fmla="*/ 650748 w 647700"/>
                <a:gd name="connsiteY2" fmla="*/ 555879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700" h="552450">
                  <a:moveTo>
                    <a:pt x="0" y="197358"/>
                  </a:moveTo>
                  <a:lnTo>
                    <a:pt x="480917" y="0"/>
                  </a:lnTo>
                  <a:lnTo>
                    <a:pt x="650748" y="55587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2CB72B-FD85-4DC3-8F3B-C107D1D8265B}"/>
                </a:ext>
              </a:extLst>
            </p:cNvPr>
            <p:cNvSpPr/>
            <p:nvPr/>
          </p:nvSpPr>
          <p:spPr>
            <a:xfrm flipH="1" flipV="1">
              <a:off x="1106244" y="4902878"/>
              <a:ext cx="580750" cy="862584"/>
            </a:xfrm>
            <a:custGeom>
              <a:avLst/>
              <a:gdLst>
                <a:gd name="connsiteX0" fmla="*/ 551117 w 647700"/>
                <a:gd name="connsiteY0" fmla="*/ 968407 h 962025"/>
                <a:gd name="connsiteX1" fmla="*/ 650748 w 647700"/>
                <a:gd name="connsiteY1" fmla="*/ 358521 h 962025"/>
                <a:gd name="connsiteX2" fmla="*/ 0 w 647700"/>
                <a:gd name="connsiteY2" fmla="*/ 0 h 962025"/>
                <a:gd name="connsiteX3" fmla="*/ 551117 w 647700"/>
                <a:gd name="connsiteY3" fmla="*/ 968407 h 962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700" h="962025">
                  <a:moveTo>
                    <a:pt x="551117" y="968407"/>
                  </a:moveTo>
                  <a:lnTo>
                    <a:pt x="650748" y="358521"/>
                  </a:lnTo>
                  <a:lnTo>
                    <a:pt x="0" y="0"/>
                  </a:lnTo>
                  <a:lnTo>
                    <a:pt x="551117" y="968407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9151E3B-F894-4AB0-AA0E-EEC36F29EFF1}"/>
                </a:ext>
              </a:extLst>
            </p:cNvPr>
            <p:cNvSpPr/>
            <p:nvPr/>
          </p:nvSpPr>
          <p:spPr>
            <a:xfrm flipH="1" flipV="1">
              <a:off x="407123" y="4897411"/>
              <a:ext cx="785720" cy="546588"/>
            </a:xfrm>
            <a:custGeom>
              <a:avLst/>
              <a:gdLst>
                <a:gd name="connsiteX0" fmla="*/ 0 w 876300"/>
                <a:gd name="connsiteY0" fmla="*/ 609886 h 609600"/>
                <a:gd name="connsiteX1" fmla="*/ 99632 w 876300"/>
                <a:gd name="connsiteY1" fmla="*/ 0 h 609600"/>
                <a:gd name="connsiteX2" fmla="*/ 878967 w 876300"/>
                <a:gd name="connsiteY2" fmla="*/ 8858 h 609600"/>
                <a:gd name="connsiteX3" fmla="*/ 0 w 876300"/>
                <a:gd name="connsiteY3" fmla="*/ 609886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6300" h="609600">
                  <a:moveTo>
                    <a:pt x="0" y="609886"/>
                  </a:moveTo>
                  <a:lnTo>
                    <a:pt x="99632" y="0"/>
                  </a:lnTo>
                  <a:lnTo>
                    <a:pt x="878967" y="8858"/>
                  </a:lnTo>
                  <a:lnTo>
                    <a:pt x="0" y="609886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B0752B23-2A48-45EA-8029-E73055306DBE}"/>
                </a:ext>
              </a:extLst>
            </p:cNvPr>
            <p:cNvSpPr/>
            <p:nvPr/>
          </p:nvSpPr>
          <p:spPr>
            <a:xfrm flipH="1" flipV="1">
              <a:off x="342" y="5278549"/>
              <a:ext cx="404252" cy="157454"/>
            </a:xfrm>
            <a:custGeom>
              <a:avLst/>
              <a:gdLst>
                <a:gd name="connsiteX0" fmla="*/ 0 w 701641"/>
                <a:gd name="connsiteY0" fmla="*/ 0 h 273286"/>
                <a:gd name="connsiteX1" fmla="*/ 701641 w 701641"/>
                <a:gd name="connsiteY1" fmla="*/ 270344 h 273286"/>
                <a:gd name="connsiteX2" fmla="*/ 701641 w 701641"/>
                <a:gd name="connsiteY2" fmla="*/ 273286 h 273286"/>
                <a:gd name="connsiteX3" fmla="*/ 0 w 701641"/>
                <a:gd name="connsiteY3" fmla="*/ 0 h 273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1641" h="273286">
                  <a:moveTo>
                    <a:pt x="0" y="0"/>
                  </a:moveTo>
                  <a:lnTo>
                    <a:pt x="701641" y="270344"/>
                  </a:lnTo>
                  <a:lnTo>
                    <a:pt x="701641" y="27328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638608FF-F4D3-4A4C-88BF-AB40047AEBAF}"/>
                </a:ext>
              </a:extLst>
            </p:cNvPr>
            <p:cNvSpPr/>
            <p:nvPr/>
          </p:nvSpPr>
          <p:spPr>
            <a:xfrm flipH="1" flipV="1">
              <a:off x="342" y="5280245"/>
              <a:ext cx="404389" cy="726314"/>
            </a:xfrm>
            <a:custGeom>
              <a:avLst/>
              <a:gdLst>
                <a:gd name="connsiteX0" fmla="*/ 690909 w 701879"/>
                <a:gd name="connsiteY0" fmla="*/ 0 h 1260628"/>
                <a:gd name="connsiteX1" fmla="*/ 701879 w 701879"/>
                <a:gd name="connsiteY1" fmla="*/ 47075 h 1260628"/>
                <a:gd name="connsiteX2" fmla="*/ 701879 w 701879"/>
                <a:gd name="connsiteY2" fmla="*/ 1260628 h 1260628"/>
                <a:gd name="connsiteX3" fmla="*/ 238 w 701879"/>
                <a:gd name="connsiteY3" fmla="*/ 990284 h 1260628"/>
                <a:gd name="connsiteX4" fmla="*/ 0 w 701879"/>
                <a:gd name="connsiteY4" fmla="*/ 990191 h 1260628"/>
                <a:gd name="connsiteX5" fmla="*/ 690909 w 701879"/>
                <a:gd name="connsiteY5" fmla="*/ 0 h 126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1879" h="1260628">
                  <a:moveTo>
                    <a:pt x="690909" y="0"/>
                  </a:moveTo>
                  <a:lnTo>
                    <a:pt x="701879" y="47075"/>
                  </a:lnTo>
                  <a:lnTo>
                    <a:pt x="701879" y="1260628"/>
                  </a:lnTo>
                  <a:lnTo>
                    <a:pt x="238" y="990284"/>
                  </a:lnTo>
                  <a:lnTo>
                    <a:pt x="0" y="990191"/>
                  </a:lnTo>
                  <a:lnTo>
                    <a:pt x="690909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E8C2A47E-5451-469D-9593-BE466AF3261F}"/>
                </a:ext>
              </a:extLst>
            </p:cNvPr>
            <p:cNvSpPr/>
            <p:nvPr/>
          </p:nvSpPr>
          <p:spPr>
            <a:xfrm flipH="1" flipV="1">
              <a:off x="342" y="4873925"/>
              <a:ext cx="534973" cy="562132"/>
            </a:xfrm>
            <a:custGeom>
              <a:avLst/>
              <a:gdLst>
                <a:gd name="connsiteX0" fmla="*/ 226647 w 928527"/>
                <a:gd name="connsiteY0" fmla="*/ 0 h 975665"/>
                <a:gd name="connsiteX1" fmla="*/ 226648 w 928527"/>
                <a:gd name="connsiteY1" fmla="*/ 0 h 975665"/>
                <a:gd name="connsiteX2" fmla="*/ 226647 w 928527"/>
                <a:gd name="connsiteY2" fmla="*/ 1 h 975665"/>
                <a:gd name="connsiteX3" fmla="*/ 226886 w 928527"/>
                <a:gd name="connsiteY3" fmla="*/ 93 h 975665"/>
                <a:gd name="connsiteX4" fmla="*/ 928527 w 928527"/>
                <a:gd name="connsiteY4" fmla="*/ 273379 h 975665"/>
                <a:gd name="connsiteX5" fmla="*/ 928527 w 928527"/>
                <a:gd name="connsiteY5" fmla="*/ 544112 h 975665"/>
                <a:gd name="connsiteX6" fmla="*/ 0 w 928527"/>
                <a:gd name="connsiteY6" fmla="*/ 975665 h 975665"/>
                <a:gd name="connsiteX7" fmla="*/ 226647 w 928527"/>
                <a:gd name="connsiteY7" fmla="*/ 0 h 975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28527" h="975665">
                  <a:moveTo>
                    <a:pt x="226647" y="0"/>
                  </a:moveTo>
                  <a:lnTo>
                    <a:pt x="226648" y="0"/>
                  </a:lnTo>
                  <a:lnTo>
                    <a:pt x="226647" y="1"/>
                  </a:lnTo>
                  <a:lnTo>
                    <a:pt x="226886" y="93"/>
                  </a:lnTo>
                  <a:lnTo>
                    <a:pt x="928527" y="273379"/>
                  </a:lnTo>
                  <a:lnTo>
                    <a:pt x="928527" y="544112"/>
                  </a:lnTo>
                  <a:lnTo>
                    <a:pt x="0" y="975665"/>
                  </a:lnTo>
                  <a:lnTo>
                    <a:pt x="226647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86CE580B-9297-481E-8EFD-111C8EB1DA22}"/>
                </a:ext>
              </a:extLst>
            </p:cNvPr>
            <p:cNvSpPr/>
            <p:nvPr/>
          </p:nvSpPr>
          <p:spPr>
            <a:xfrm flipH="1" flipV="1">
              <a:off x="411734" y="5442548"/>
              <a:ext cx="691776" cy="427022"/>
            </a:xfrm>
            <a:custGeom>
              <a:avLst/>
              <a:gdLst>
                <a:gd name="connsiteX0" fmla="*/ 0 w 771525"/>
                <a:gd name="connsiteY0" fmla="*/ 474631 h 476250"/>
                <a:gd name="connsiteX1" fmla="*/ 390049 w 771525"/>
                <a:gd name="connsiteY1" fmla="*/ 0 h 476250"/>
                <a:gd name="connsiteX2" fmla="*/ 779335 w 771525"/>
                <a:gd name="connsiteY2" fmla="*/ 483489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1525" h="476250">
                  <a:moveTo>
                    <a:pt x="0" y="474631"/>
                  </a:moveTo>
                  <a:lnTo>
                    <a:pt x="390049" y="0"/>
                  </a:lnTo>
                  <a:lnTo>
                    <a:pt x="779335" y="48348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2474B05D-C381-4F0F-A16F-E35DC5850724}"/>
                </a:ext>
              </a:extLst>
            </p:cNvPr>
            <p:cNvSpPr/>
            <p:nvPr/>
          </p:nvSpPr>
          <p:spPr>
            <a:xfrm flipH="1" flipV="1">
              <a:off x="760440" y="5447075"/>
              <a:ext cx="495346" cy="495346"/>
            </a:xfrm>
            <a:custGeom>
              <a:avLst/>
              <a:gdLst>
                <a:gd name="connsiteX0" fmla="*/ 0 w 552450"/>
                <a:gd name="connsiteY0" fmla="*/ 0 h 552450"/>
                <a:gd name="connsiteX1" fmla="*/ 559880 w 552450"/>
                <a:gd name="connsiteY1" fmla="*/ 81248 h 552450"/>
                <a:gd name="connsiteX2" fmla="*/ 169831 w 552450"/>
                <a:gd name="connsiteY2" fmla="*/ 555879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2450" h="552450">
                  <a:moveTo>
                    <a:pt x="0" y="0"/>
                  </a:moveTo>
                  <a:lnTo>
                    <a:pt x="559880" y="81248"/>
                  </a:lnTo>
                  <a:lnTo>
                    <a:pt x="169831" y="55587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D3AF008-5BDE-4A4F-9174-5B51298F6F20}"/>
                </a:ext>
              </a:extLst>
            </p:cNvPr>
            <p:cNvSpPr/>
            <p:nvPr/>
          </p:nvSpPr>
          <p:spPr>
            <a:xfrm flipH="1" flipV="1">
              <a:off x="883594" y="5946092"/>
              <a:ext cx="452643" cy="717397"/>
            </a:xfrm>
            <a:custGeom>
              <a:avLst/>
              <a:gdLst>
                <a:gd name="connsiteX0" fmla="*/ 0 w 504825"/>
                <a:gd name="connsiteY0" fmla="*/ 0 h 800100"/>
                <a:gd name="connsiteX1" fmla="*/ 504825 w 504825"/>
                <a:gd name="connsiteY1" fmla="*/ 338804 h 800100"/>
                <a:gd name="connsiteX2" fmla="*/ 89726 w 504825"/>
                <a:gd name="connsiteY2" fmla="*/ 804196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4825" h="800100">
                  <a:moveTo>
                    <a:pt x="0" y="0"/>
                  </a:moveTo>
                  <a:lnTo>
                    <a:pt x="504825" y="338804"/>
                  </a:lnTo>
                  <a:lnTo>
                    <a:pt x="89726" y="804196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F57B656B-D254-4308-8FFF-3E5521C28F19}"/>
                </a:ext>
              </a:extLst>
            </p:cNvPr>
            <p:cNvSpPr/>
            <p:nvPr/>
          </p:nvSpPr>
          <p:spPr>
            <a:xfrm flipH="1" flipV="1">
              <a:off x="760440" y="5870851"/>
              <a:ext cx="495346" cy="478264"/>
            </a:xfrm>
            <a:custGeom>
              <a:avLst/>
              <a:gdLst>
                <a:gd name="connsiteX0" fmla="*/ 559880 w 552450"/>
                <a:gd name="connsiteY0" fmla="*/ 534829 h 533400"/>
                <a:gd name="connsiteX1" fmla="*/ 416433 w 552450"/>
                <a:gd name="connsiteY1" fmla="*/ 0 h 533400"/>
                <a:gd name="connsiteX2" fmla="*/ 0 w 552450"/>
                <a:gd name="connsiteY2" fmla="*/ 45358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2450" h="533400">
                  <a:moveTo>
                    <a:pt x="559880" y="534829"/>
                  </a:moveTo>
                  <a:lnTo>
                    <a:pt x="416433" y="0"/>
                  </a:lnTo>
                  <a:lnTo>
                    <a:pt x="0" y="45358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A8C92B49-0F94-4570-B79E-A18D73B7745C}"/>
                </a:ext>
              </a:extLst>
            </p:cNvPr>
            <p:cNvSpPr/>
            <p:nvPr/>
          </p:nvSpPr>
          <p:spPr>
            <a:xfrm flipH="1" flipV="1">
              <a:off x="412162" y="5442548"/>
              <a:ext cx="341618" cy="879665"/>
            </a:xfrm>
            <a:custGeom>
              <a:avLst/>
              <a:gdLst>
                <a:gd name="connsiteX0" fmla="*/ 389287 w 381000"/>
                <a:gd name="connsiteY0" fmla="*/ 988314 h 981075"/>
                <a:gd name="connsiteX1" fmla="*/ 338900 w 381000"/>
                <a:gd name="connsiteY1" fmla="*/ 0 h 981075"/>
                <a:gd name="connsiteX2" fmla="*/ 0 w 381000"/>
                <a:gd name="connsiteY2" fmla="*/ 504825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000" h="981075">
                  <a:moveTo>
                    <a:pt x="389287" y="988314"/>
                  </a:moveTo>
                  <a:lnTo>
                    <a:pt x="338900" y="0"/>
                  </a:lnTo>
                  <a:lnTo>
                    <a:pt x="0" y="504825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8AC761C4-41DA-438E-A81C-7D1D96456964}"/>
                </a:ext>
              </a:extLst>
            </p:cNvPr>
            <p:cNvSpPr/>
            <p:nvPr/>
          </p:nvSpPr>
          <p:spPr>
            <a:xfrm flipH="1" flipV="1">
              <a:off x="14348" y="5442548"/>
              <a:ext cx="435562" cy="879665"/>
            </a:xfrm>
            <a:custGeom>
              <a:avLst/>
              <a:gdLst>
                <a:gd name="connsiteX0" fmla="*/ 0 w 485775"/>
                <a:gd name="connsiteY0" fmla="*/ 0 h 981075"/>
                <a:gd name="connsiteX1" fmla="*/ 494347 w 485775"/>
                <a:gd name="connsiteY1" fmla="*/ 352044 h 981075"/>
                <a:gd name="connsiteX2" fmla="*/ 50387 w 485775"/>
                <a:gd name="connsiteY2" fmla="*/ 988314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5775" h="981075">
                  <a:moveTo>
                    <a:pt x="0" y="0"/>
                  </a:moveTo>
                  <a:lnTo>
                    <a:pt x="494347" y="352044"/>
                  </a:lnTo>
                  <a:lnTo>
                    <a:pt x="50387" y="988314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C8B8D8F-A2F4-448D-8077-D07A23B344D6}"/>
                </a:ext>
              </a:extLst>
            </p:cNvPr>
            <p:cNvSpPr/>
            <p:nvPr/>
          </p:nvSpPr>
          <p:spPr>
            <a:xfrm flipH="1" flipV="1">
              <a:off x="455376" y="5870851"/>
              <a:ext cx="427022" cy="478264"/>
            </a:xfrm>
            <a:custGeom>
              <a:avLst/>
              <a:gdLst>
                <a:gd name="connsiteX0" fmla="*/ 0 w 476250"/>
                <a:gd name="connsiteY0" fmla="*/ 0 h 533400"/>
                <a:gd name="connsiteX1" fmla="*/ 482346 w 476250"/>
                <a:gd name="connsiteY1" fmla="*/ 30004 h 533400"/>
                <a:gd name="connsiteX2" fmla="*/ 143446 w 476250"/>
                <a:gd name="connsiteY2" fmla="*/ 534829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50" h="533400">
                  <a:moveTo>
                    <a:pt x="0" y="0"/>
                  </a:moveTo>
                  <a:lnTo>
                    <a:pt x="482346" y="30004"/>
                  </a:lnTo>
                  <a:lnTo>
                    <a:pt x="143446" y="53482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EC505487-3EA0-467C-97AC-0095AD99C644}"/>
                </a:ext>
              </a:extLst>
            </p:cNvPr>
            <p:cNvSpPr/>
            <p:nvPr/>
          </p:nvSpPr>
          <p:spPr>
            <a:xfrm flipH="1" flipV="1">
              <a:off x="883594" y="6355436"/>
              <a:ext cx="452643" cy="538048"/>
            </a:xfrm>
            <a:custGeom>
              <a:avLst/>
              <a:gdLst>
                <a:gd name="connsiteX0" fmla="*/ 506159 w 504825"/>
                <a:gd name="connsiteY0" fmla="*/ 607124 h 600075"/>
                <a:gd name="connsiteX1" fmla="*/ 474345 w 504825"/>
                <a:gd name="connsiteY1" fmla="*/ 0 h 600075"/>
                <a:gd name="connsiteX2" fmla="*/ 0 w 504825"/>
                <a:gd name="connsiteY2" fmla="*/ 256508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4825" h="600075">
                  <a:moveTo>
                    <a:pt x="506159" y="607124"/>
                  </a:moveTo>
                  <a:lnTo>
                    <a:pt x="474345" y="0"/>
                  </a:lnTo>
                  <a:lnTo>
                    <a:pt x="0" y="256508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3649AF7F-34F7-4872-B653-BF3744860CBD}"/>
                </a:ext>
              </a:extLst>
            </p:cNvPr>
            <p:cNvSpPr/>
            <p:nvPr/>
          </p:nvSpPr>
          <p:spPr>
            <a:xfrm flipH="1" flipV="1">
              <a:off x="5808" y="6009804"/>
              <a:ext cx="444103" cy="802801"/>
            </a:xfrm>
            <a:custGeom>
              <a:avLst/>
              <a:gdLst>
                <a:gd name="connsiteX0" fmla="*/ 0 w 495300"/>
                <a:gd name="connsiteY0" fmla="*/ 546926 h 895350"/>
                <a:gd name="connsiteX1" fmla="*/ 501777 w 495300"/>
                <a:gd name="connsiteY1" fmla="*/ 0 h 895350"/>
                <a:gd name="connsiteX2" fmla="*/ 494347 w 495300"/>
                <a:gd name="connsiteY2" fmla="*/ 89897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5300" h="895350">
                  <a:moveTo>
                    <a:pt x="0" y="546926"/>
                  </a:moveTo>
                  <a:lnTo>
                    <a:pt x="501777" y="0"/>
                  </a:lnTo>
                  <a:lnTo>
                    <a:pt x="494347" y="89897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64F37E16-C5C4-4E19-A59A-8D5DD503030F}"/>
                </a:ext>
              </a:extLst>
            </p:cNvPr>
            <p:cNvSpPr/>
            <p:nvPr/>
          </p:nvSpPr>
          <p:spPr>
            <a:xfrm flipH="1" flipV="1">
              <a:off x="541851" y="6349116"/>
              <a:ext cx="362113" cy="514221"/>
            </a:xfrm>
            <a:custGeom>
              <a:avLst/>
              <a:gdLst>
                <a:gd name="connsiteX0" fmla="*/ 0 w 628501"/>
                <a:gd name="connsiteY0" fmla="*/ 0 h 892508"/>
                <a:gd name="connsiteX1" fmla="*/ 628501 w 628501"/>
                <a:gd name="connsiteY1" fmla="*/ 0 h 892508"/>
                <a:gd name="connsiteX2" fmla="*/ 37429 w 628501"/>
                <a:gd name="connsiteY2" fmla="*/ 892508 h 892508"/>
                <a:gd name="connsiteX3" fmla="*/ 0 w 628501"/>
                <a:gd name="connsiteY3" fmla="*/ 0 h 892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8501" h="892508">
                  <a:moveTo>
                    <a:pt x="0" y="0"/>
                  </a:moveTo>
                  <a:lnTo>
                    <a:pt x="628501" y="0"/>
                  </a:lnTo>
                  <a:lnTo>
                    <a:pt x="37429" y="892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50705E66-353C-47B6-9C99-539997795B1B}"/>
                </a:ext>
              </a:extLst>
            </p:cNvPr>
            <p:cNvSpPr/>
            <p:nvPr/>
          </p:nvSpPr>
          <p:spPr>
            <a:xfrm flipH="1" flipV="1">
              <a:off x="0" y="6322214"/>
              <a:ext cx="882398" cy="541123"/>
            </a:xfrm>
            <a:custGeom>
              <a:avLst/>
              <a:gdLst>
                <a:gd name="connsiteX0" fmla="*/ 591072 w 1531535"/>
                <a:gd name="connsiteY0" fmla="*/ 0 h 939200"/>
                <a:gd name="connsiteX1" fmla="*/ 888336 w 1531535"/>
                <a:gd name="connsiteY1" fmla="*/ 0 h 939200"/>
                <a:gd name="connsiteX2" fmla="*/ 1457507 w 1531535"/>
                <a:gd name="connsiteY2" fmla="*/ 0 h 939200"/>
                <a:gd name="connsiteX3" fmla="*/ 1531535 w 1531535"/>
                <a:gd name="connsiteY3" fmla="*/ 88052 h 939200"/>
                <a:gd name="connsiteX4" fmla="*/ 750648 w 1531535"/>
                <a:gd name="connsiteY4" fmla="*/ 939200 h 939200"/>
                <a:gd name="connsiteX5" fmla="*/ 0 w 1531535"/>
                <a:gd name="connsiteY5" fmla="*/ 892508 h 939200"/>
                <a:gd name="connsiteX6" fmla="*/ 591072 w 1531535"/>
                <a:gd name="connsiteY6" fmla="*/ 0 h 93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31535" h="939200">
                  <a:moveTo>
                    <a:pt x="591072" y="0"/>
                  </a:moveTo>
                  <a:lnTo>
                    <a:pt x="888336" y="0"/>
                  </a:lnTo>
                  <a:lnTo>
                    <a:pt x="1457507" y="0"/>
                  </a:lnTo>
                  <a:lnTo>
                    <a:pt x="1531535" y="88052"/>
                  </a:lnTo>
                  <a:lnTo>
                    <a:pt x="750648" y="939200"/>
                  </a:lnTo>
                  <a:lnTo>
                    <a:pt x="0" y="892508"/>
                  </a:lnTo>
                  <a:lnTo>
                    <a:pt x="591072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1E20D68C-2697-40F0-99FA-491651632149}"/>
                </a:ext>
              </a:extLst>
            </p:cNvPr>
            <p:cNvSpPr/>
            <p:nvPr/>
          </p:nvSpPr>
          <p:spPr>
            <a:xfrm flipH="1" flipV="1">
              <a:off x="1634106" y="5712078"/>
              <a:ext cx="102485" cy="102485"/>
            </a:xfrm>
            <a:custGeom>
              <a:avLst/>
              <a:gdLst>
                <a:gd name="connsiteX0" fmla="*/ 116181 w 114300"/>
                <a:gd name="connsiteY0" fmla="*/ 51809 h 114300"/>
                <a:gd name="connsiteX1" fmla="*/ 64746 w 114300"/>
                <a:gd name="connsiteY1" fmla="*/ 116198 h 114300"/>
                <a:gd name="connsiteX2" fmla="*/ 357 w 114300"/>
                <a:gd name="connsiteY2" fmla="*/ 64763 h 114300"/>
                <a:gd name="connsiteX3" fmla="*/ 51792 w 114300"/>
                <a:gd name="connsiteY3" fmla="*/ 374 h 114300"/>
                <a:gd name="connsiteX4" fmla="*/ 116181 w 114300"/>
                <a:gd name="connsiteY4" fmla="*/ 51809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809"/>
                  </a:moveTo>
                  <a:cubicBezTo>
                    <a:pt x="119705" y="83813"/>
                    <a:pt x="96750" y="112579"/>
                    <a:pt x="64746" y="116198"/>
                  </a:cubicBezTo>
                  <a:cubicBezTo>
                    <a:pt x="32742" y="119722"/>
                    <a:pt x="3977" y="96767"/>
                    <a:pt x="357" y="64763"/>
                  </a:cubicBezTo>
                  <a:cubicBezTo>
                    <a:pt x="-3167" y="32759"/>
                    <a:pt x="19788" y="3994"/>
                    <a:pt x="51792" y="374"/>
                  </a:cubicBezTo>
                  <a:cubicBezTo>
                    <a:pt x="83796" y="-3245"/>
                    <a:pt x="112657" y="19805"/>
                    <a:pt x="116181" y="51809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73B34EE-9E1B-4B70-848E-0DB23028952F}"/>
                </a:ext>
              </a:extLst>
            </p:cNvPr>
            <p:cNvSpPr/>
            <p:nvPr/>
          </p:nvSpPr>
          <p:spPr>
            <a:xfrm flipH="1" flipV="1">
              <a:off x="351674" y="5389660"/>
              <a:ext cx="102485" cy="102485"/>
            </a:xfrm>
            <a:custGeom>
              <a:avLst/>
              <a:gdLst>
                <a:gd name="connsiteX0" fmla="*/ 116181 w 114300"/>
                <a:gd name="connsiteY0" fmla="*/ 51791 h 114300"/>
                <a:gd name="connsiteX1" fmla="*/ 64746 w 114300"/>
                <a:gd name="connsiteY1" fmla="*/ 116180 h 114300"/>
                <a:gd name="connsiteX2" fmla="*/ 357 w 114300"/>
                <a:gd name="connsiteY2" fmla="*/ 64745 h 114300"/>
                <a:gd name="connsiteX3" fmla="*/ 51792 w 114300"/>
                <a:gd name="connsiteY3" fmla="*/ 356 h 114300"/>
                <a:gd name="connsiteX4" fmla="*/ 116181 w 114300"/>
                <a:gd name="connsiteY4" fmla="*/ 51791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791"/>
                  </a:moveTo>
                  <a:cubicBezTo>
                    <a:pt x="119705" y="83795"/>
                    <a:pt x="96750" y="112560"/>
                    <a:pt x="64746" y="116180"/>
                  </a:cubicBezTo>
                  <a:cubicBezTo>
                    <a:pt x="32742" y="119704"/>
                    <a:pt x="3977" y="96749"/>
                    <a:pt x="357" y="64745"/>
                  </a:cubicBezTo>
                  <a:cubicBezTo>
                    <a:pt x="-3167" y="32741"/>
                    <a:pt x="19788" y="3975"/>
                    <a:pt x="51792" y="356"/>
                  </a:cubicBezTo>
                  <a:cubicBezTo>
                    <a:pt x="83796" y="-3168"/>
                    <a:pt x="112657" y="19882"/>
                    <a:pt x="116181" y="51791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2AEE5365-86DF-4FF5-83C5-177544A3439B}"/>
                </a:ext>
              </a:extLst>
            </p:cNvPr>
            <p:cNvSpPr/>
            <p:nvPr/>
          </p:nvSpPr>
          <p:spPr>
            <a:xfrm flipH="1" flipV="1">
              <a:off x="2259715" y="6002800"/>
              <a:ext cx="102485" cy="102485"/>
            </a:xfrm>
            <a:custGeom>
              <a:avLst/>
              <a:gdLst>
                <a:gd name="connsiteX0" fmla="*/ 116586 w 114300"/>
                <a:gd name="connsiteY0" fmla="*/ 58293 h 114300"/>
                <a:gd name="connsiteX1" fmla="*/ 58293 w 114300"/>
                <a:gd name="connsiteY1" fmla="*/ 116586 h 114300"/>
                <a:gd name="connsiteX2" fmla="*/ 0 w 114300"/>
                <a:gd name="connsiteY2" fmla="*/ 58293 h 114300"/>
                <a:gd name="connsiteX3" fmla="*/ 58293 w 114300"/>
                <a:gd name="connsiteY3" fmla="*/ 0 h 114300"/>
                <a:gd name="connsiteX4" fmla="*/ 116586 w 114300"/>
                <a:gd name="connsiteY4" fmla="*/ 58293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586" y="58293"/>
                  </a:moveTo>
                  <a:cubicBezTo>
                    <a:pt x="116586" y="90487"/>
                    <a:pt x="90487" y="116586"/>
                    <a:pt x="58293" y="116586"/>
                  </a:cubicBezTo>
                  <a:cubicBezTo>
                    <a:pt x="26099" y="116586"/>
                    <a:pt x="0" y="90487"/>
                    <a:pt x="0" y="58293"/>
                  </a:cubicBezTo>
                  <a:cubicBezTo>
                    <a:pt x="0" y="26099"/>
                    <a:pt x="26099" y="0"/>
                    <a:pt x="58293" y="0"/>
                  </a:cubicBezTo>
                  <a:cubicBezTo>
                    <a:pt x="90487" y="0"/>
                    <a:pt x="116586" y="26099"/>
                    <a:pt x="116586" y="58293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7D5ABBF1-980E-465F-8804-DD999CDEEA67}"/>
                </a:ext>
              </a:extLst>
            </p:cNvPr>
            <p:cNvSpPr/>
            <p:nvPr/>
          </p:nvSpPr>
          <p:spPr>
            <a:xfrm flipH="1" flipV="1">
              <a:off x="828401" y="6297595"/>
              <a:ext cx="102485" cy="102485"/>
            </a:xfrm>
            <a:custGeom>
              <a:avLst/>
              <a:gdLst>
                <a:gd name="connsiteX0" fmla="*/ 116181 w 114300"/>
                <a:gd name="connsiteY0" fmla="*/ 51792 h 114300"/>
                <a:gd name="connsiteX1" fmla="*/ 64746 w 114300"/>
                <a:gd name="connsiteY1" fmla="*/ 116181 h 114300"/>
                <a:gd name="connsiteX2" fmla="*/ 357 w 114300"/>
                <a:gd name="connsiteY2" fmla="*/ 64746 h 114300"/>
                <a:gd name="connsiteX3" fmla="*/ 51792 w 114300"/>
                <a:gd name="connsiteY3" fmla="*/ 357 h 114300"/>
                <a:gd name="connsiteX4" fmla="*/ 116181 w 114300"/>
                <a:gd name="connsiteY4" fmla="*/ 51792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792"/>
                  </a:moveTo>
                  <a:cubicBezTo>
                    <a:pt x="119705" y="83796"/>
                    <a:pt x="96750" y="112562"/>
                    <a:pt x="64746" y="116181"/>
                  </a:cubicBezTo>
                  <a:cubicBezTo>
                    <a:pt x="32742" y="119705"/>
                    <a:pt x="3977" y="96750"/>
                    <a:pt x="357" y="64746"/>
                  </a:cubicBezTo>
                  <a:cubicBezTo>
                    <a:pt x="-3167" y="32742"/>
                    <a:pt x="19788" y="3977"/>
                    <a:pt x="51792" y="357"/>
                  </a:cubicBezTo>
                  <a:cubicBezTo>
                    <a:pt x="83796" y="-3167"/>
                    <a:pt x="112657" y="19788"/>
                    <a:pt x="116181" y="51792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958CCEC-22C6-4C76-B8A4-B33FCED516C2}"/>
                </a:ext>
              </a:extLst>
            </p:cNvPr>
            <p:cNvSpPr/>
            <p:nvPr/>
          </p:nvSpPr>
          <p:spPr>
            <a:xfrm flipH="1" flipV="1">
              <a:off x="1892463" y="6548131"/>
              <a:ext cx="56694" cy="284118"/>
            </a:xfrm>
            <a:custGeom>
              <a:avLst/>
              <a:gdLst>
                <a:gd name="connsiteX0" fmla="*/ 0 w 98401"/>
                <a:gd name="connsiteY0" fmla="*/ 0 h 493130"/>
                <a:gd name="connsiteX1" fmla="*/ 780 w 98401"/>
                <a:gd name="connsiteY1" fmla="*/ 0 h 493130"/>
                <a:gd name="connsiteX2" fmla="*/ 98401 w 98401"/>
                <a:gd name="connsiteY2" fmla="*/ 493130 h 493130"/>
                <a:gd name="connsiteX3" fmla="*/ 0 w 98401"/>
                <a:gd name="connsiteY3" fmla="*/ 0 h 49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01" h="493130">
                  <a:moveTo>
                    <a:pt x="0" y="0"/>
                  </a:moveTo>
                  <a:lnTo>
                    <a:pt x="780" y="0"/>
                  </a:lnTo>
                  <a:lnTo>
                    <a:pt x="98401" y="49313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8DC821A8-A0F3-4634-8905-3308E896108F}"/>
                </a:ext>
              </a:extLst>
            </p:cNvPr>
            <p:cNvSpPr/>
            <p:nvPr/>
          </p:nvSpPr>
          <p:spPr>
            <a:xfrm flipH="1" flipV="1">
              <a:off x="1892390" y="6547766"/>
              <a:ext cx="73" cy="364"/>
            </a:xfrm>
            <a:custGeom>
              <a:avLst/>
              <a:gdLst>
                <a:gd name="connsiteX0" fmla="*/ 0 w 126"/>
                <a:gd name="connsiteY0" fmla="*/ 0 h 632"/>
                <a:gd name="connsiteX1" fmla="*/ 126 w 126"/>
                <a:gd name="connsiteY1" fmla="*/ 630 h 632"/>
                <a:gd name="connsiteX2" fmla="*/ 126 w 126"/>
                <a:gd name="connsiteY2" fmla="*/ 632 h 632"/>
                <a:gd name="connsiteX3" fmla="*/ 126 w 126"/>
                <a:gd name="connsiteY3" fmla="*/ 632 h 632"/>
                <a:gd name="connsiteX4" fmla="*/ 125 w 126"/>
                <a:gd name="connsiteY4" fmla="*/ 632 h 632"/>
                <a:gd name="connsiteX5" fmla="*/ 125 w 126"/>
                <a:gd name="connsiteY5" fmla="*/ 632 h 632"/>
                <a:gd name="connsiteX6" fmla="*/ 0 w 126"/>
                <a:gd name="connsiteY6" fmla="*/ 0 h 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" h="632">
                  <a:moveTo>
                    <a:pt x="0" y="0"/>
                  </a:moveTo>
                  <a:lnTo>
                    <a:pt x="126" y="630"/>
                  </a:lnTo>
                  <a:lnTo>
                    <a:pt x="126" y="632"/>
                  </a:lnTo>
                  <a:lnTo>
                    <a:pt x="126" y="632"/>
                  </a:lnTo>
                  <a:lnTo>
                    <a:pt x="125" y="632"/>
                  </a:lnTo>
                  <a:lnTo>
                    <a:pt x="125" y="63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37BE0B8-165B-45E4-8F14-58CB4F668298}"/>
                </a:ext>
              </a:extLst>
            </p:cNvPr>
            <p:cNvSpPr/>
            <p:nvPr/>
          </p:nvSpPr>
          <p:spPr>
            <a:xfrm flipH="1" flipV="1">
              <a:off x="1892391" y="6547766"/>
              <a:ext cx="407805" cy="284482"/>
            </a:xfrm>
            <a:custGeom>
              <a:avLst/>
              <a:gdLst>
                <a:gd name="connsiteX0" fmla="*/ 75234 w 707808"/>
                <a:gd name="connsiteY0" fmla="*/ 0 h 493762"/>
                <a:gd name="connsiteX1" fmla="*/ 609282 w 707808"/>
                <a:gd name="connsiteY1" fmla="*/ 0 h 493762"/>
                <a:gd name="connsiteX2" fmla="*/ 707683 w 707808"/>
                <a:gd name="connsiteY2" fmla="*/ 493130 h 493762"/>
                <a:gd name="connsiteX3" fmla="*/ 707808 w 707808"/>
                <a:gd name="connsiteY3" fmla="*/ 493762 h 493762"/>
                <a:gd name="connsiteX4" fmla="*/ 0 w 707808"/>
                <a:gd name="connsiteY4" fmla="*/ 162760 h 493762"/>
                <a:gd name="connsiteX5" fmla="*/ 75234 w 707808"/>
                <a:gd name="connsiteY5" fmla="*/ 0 h 493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7808" h="493762">
                  <a:moveTo>
                    <a:pt x="75234" y="0"/>
                  </a:moveTo>
                  <a:lnTo>
                    <a:pt x="609282" y="0"/>
                  </a:lnTo>
                  <a:lnTo>
                    <a:pt x="707683" y="493130"/>
                  </a:lnTo>
                  <a:lnTo>
                    <a:pt x="707808" y="493762"/>
                  </a:lnTo>
                  <a:lnTo>
                    <a:pt x="0" y="162760"/>
                  </a:lnTo>
                  <a:lnTo>
                    <a:pt x="75234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2721A00C-E42F-4A86-AEA3-F2C50D7D0AE3}"/>
                </a:ext>
              </a:extLst>
            </p:cNvPr>
            <p:cNvSpPr/>
            <p:nvPr/>
          </p:nvSpPr>
          <p:spPr>
            <a:xfrm flipH="1" flipV="1">
              <a:off x="1336238" y="6547766"/>
              <a:ext cx="612470" cy="284482"/>
            </a:xfrm>
            <a:custGeom>
              <a:avLst/>
              <a:gdLst>
                <a:gd name="connsiteX0" fmla="*/ 0 w 1063034"/>
                <a:gd name="connsiteY0" fmla="*/ 0 h 493762"/>
                <a:gd name="connsiteX1" fmla="*/ 320156 w 1063034"/>
                <a:gd name="connsiteY1" fmla="*/ 0 h 493762"/>
                <a:gd name="connsiteX2" fmla="*/ 858136 w 1063034"/>
                <a:gd name="connsiteY2" fmla="*/ 0 h 493762"/>
                <a:gd name="connsiteX3" fmla="*/ 1011793 w 1063034"/>
                <a:gd name="connsiteY3" fmla="*/ 219656 h 493762"/>
                <a:gd name="connsiteX4" fmla="*/ 1063034 w 1063034"/>
                <a:gd name="connsiteY4" fmla="*/ 292907 h 493762"/>
                <a:gd name="connsiteX5" fmla="*/ 979062 w 1063034"/>
                <a:gd name="connsiteY5" fmla="*/ 310380 h 493762"/>
                <a:gd name="connsiteX6" fmla="*/ 97747 w 1063034"/>
                <a:gd name="connsiteY6" fmla="*/ 493762 h 493762"/>
                <a:gd name="connsiteX7" fmla="*/ 97747 w 1063034"/>
                <a:gd name="connsiteY7" fmla="*/ 493760 h 493762"/>
                <a:gd name="connsiteX8" fmla="*/ 97621 w 1063034"/>
                <a:gd name="connsiteY8" fmla="*/ 493130 h 493762"/>
                <a:gd name="connsiteX9" fmla="*/ 0 w 1063034"/>
                <a:gd name="connsiteY9" fmla="*/ 0 h 493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3034" h="493762">
                  <a:moveTo>
                    <a:pt x="0" y="0"/>
                  </a:moveTo>
                  <a:lnTo>
                    <a:pt x="320156" y="0"/>
                  </a:lnTo>
                  <a:lnTo>
                    <a:pt x="858136" y="0"/>
                  </a:lnTo>
                  <a:lnTo>
                    <a:pt x="1011793" y="219656"/>
                  </a:lnTo>
                  <a:lnTo>
                    <a:pt x="1063034" y="292907"/>
                  </a:lnTo>
                  <a:lnTo>
                    <a:pt x="979062" y="310380"/>
                  </a:lnTo>
                  <a:lnTo>
                    <a:pt x="97747" y="493762"/>
                  </a:lnTo>
                  <a:lnTo>
                    <a:pt x="97747" y="493760"/>
                  </a:lnTo>
                  <a:lnTo>
                    <a:pt x="97621" y="49313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630AD418-F949-447A-A2EE-907FE44B38D8}"/>
                </a:ext>
              </a:extLst>
            </p:cNvPr>
            <p:cNvSpPr/>
            <p:nvPr/>
          </p:nvSpPr>
          <p:spPr>
            <a:xfrm flipH="1" flipV="1">
              <a:off x="1024162" y="6663490"/>
              <a:ext cx="430128" cy="168759"/>
            </a:xfrm>
            <a:custGeom>
              <a:avLst/>
              <a:gdLst>
                <a:gd name="connsiteX0" fmla="*/ 0 w 746552"/>
                <a:gd name="connsiteY0" fmla="*/ 0 h 292906"/>
                <a:gd name="connsiteX1" fmla="*/ 746552 w 746552"/>
                <a:gd name="connsiteY1" fmla="*/ 0 h 292906"/>
                <a:gd name="connsiteX2" fmla="*/ 287680 w 746552"/>
                <a:gd name="connsiteY2" fmla="*/ 248140 h 292906"/>
                <a:gd name="connsiteX3" fmla="*/ 204897 w 746552"/>
                <a:gd name="connsiteY3" fmla="*/ 292906 h 292906"/>
                <a:gd name="connsiteX4" fmla="*/ 153656 w 746552"/>
                <a:gd name="connsiteY4" fmla="*/ 219656 h 292906"/>
                <a:gd name="connsiteX5" fmla="*/ 0 w 746552"/>
                <a:gd name="connsiteY5" fmla="*/ 0 h 29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6552" h="292906">
                  <a:moveTo>
                    <a:pt x="0" y="0"/>
                  </a:moveTo>
                  <a:lnTo>
                    <a:pt x="746552" y="0"/>
                  </a:lnTo>
                  <a:lnTo>
                    <a:pt x="287680" y="248140"/>
                  </a:lnTo>
                  <a:lnTo>
                    <a:pt x="204897" y="292906"/>
                  </a:lnTo>
                  <a:lnTo>
                    <a:pt x="153656" y="21965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A64E411C-C5F7-40EB-9FB3-2F337BAC6738}"/>
                </a:ext>
              </a:extLst>
            </p:cNvPr>
            <p:cNvCxnSpPr>
              <a:stCxn id="114" idx="0"/>
              <a:endCxn id="117" idx="0"/>
            </p:cNvCxnSpPr>
            <p:nvPr/>
          </p:nvCxnSpPr>
          <p:spPr>
            <a:xfrm>
              <a:off x="539499" y="4868032"/>
              <a:ext cx="653344" cy="29123"/>
            </a:xfrm>
            <a:prstGeom prst="line">
              <a:avLst/>
            </a:prstGeom>
            <a:ln w="25400">
              <a:solidFill>
                <a:schemeClr val="accent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1595E0A-9E8E-427D-A1A2-40E46D78CDD9}"/>
              </a:ext>
            </a:extLst>
          </p:cNvPr>
          <p:cNvGrpSpPr/>
          <p:nvPr/>
        </p:nvGrpSpPr>
        <p:grpSpPr>
          <a:xfrm>
            <a:off x="9646172" y="-78917"/>
            <a:ext cx="2567428" cy="2201423"/>
            <a:chOff x="9646172" y="-78917"/>
            <a:chExt cx="2567428" cy="2201423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E7A7763-7818-4DDC-BC05-47B0FBF9EDB8}"/>
                </a:ext>
              </a:extLst>
            </p:cNvPr>
            <p:cNvSpPr/>
            <p:nvPr/>
          </p:nvSpPr>
          <p:spPr>
            <a:xfrm>
              <a:off x="10761270" y="-78917"/>
              <a:ext cx="491969" cy="584793"/>
            </a:xfrm>
            <a:custGeom>
              <a:avLst/>
              <a:gdLst>
                <a:gd name="connsiteX0" fmla="*/ 506159 w 504825"/>
                <a:gd name="connsiteY0" fmla="*/ 607124 h 600075"/>
                <a:gd name="connsiteX1" fmla="*/ 474345 w 504825"/>
                <a:gd name="connsiteY1" fmla="*/ 0 h 600075"/>
                <a:gd name="connsiteX2" fmla="*/ 0 w 504825"/>
                <a:gd name="connsiteY2" fmla="*/ 256508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4825" h="600075">
                  <a:moveTo>
                    <a:pt x="506159" y="607124"/>
                  </a:moveTo>
                  <a:lnTo>
                    <a:pt x="474345" y="0"/>
                  </a:lnTo>
                  <a:lnTo>
                    <a:pt x="0" y="256508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DFD568A-8E81-4AB7-BF0D-7FFB45CEE9DB}"/>
                </a:ext>
              </a:extLst>
            </p:cNvPr>
            <p:cNvSpPr/>
            <p:nvPr/>
          </p:nvSpPr>
          <p:spPr>
            <a:xfrm>
              <a:off x="11724602" y="8988"/>
              <a:ext cx="482686" cy="872549"/>
            </a:xfrm>
            <a:custGeom>
              <a:avLst/>
              <a:gdLst>
                <a:gd name="connsiteX0" fmla="*/ 0 w 495300"/>
                <a:gd name="connsiteY0" fmla="*/ 546926 h 895350"/>
                <a:gd name="connsiteX1" fmla="*/ 501777 w 495300"/>
                <a:gd name="connsiteY1" fmla="*/ 0 h 895350"/>
                <a:gd name="connsiteX2" fmla="*/ 494347 w 495300"/>
                <a:gd name="connsiteY2" fmla="*/ 89897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5300" h="895350">
                  <a:moveTo>
                    <a:pt x="0" y="546926"/>
                  </a:moveTo>
                  <a:lnTo>
                    <a:pt x="501777" y="0"/>
                  </a:lnTo>
                  <a:lnTo>
                    <a:pt x="494347" y="89897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9B599B4-A601-4066-891E-478B8C92F598}"/>
                </a:ext>
              </a:extLst>
            </p:cNvPr>
            <p:cNvSpPr/>
            <p:nvPr/>
          </p:nvSpPr>
          <p:spPr>
            <a:xfrm>
              <a:off x="11231100" y="-46151"/>
              <a:ext cx="393573" cy="558896"/>
            </a:xfrm>
            <a:custGeom>
              <a:avLst/>
              <a:gdLst>
                <a:gd name="connsiteX0" fmla="*/ 0 w 628501"/>
                <a:gd name="connsiteY0" fmla="*/ 0 h 892508"/>
                <a:gd name="connsiteX1" fmla="*/ 628501 w 628501"/>
                <a:gd name="connsiteY1" fmla="*/ 0 h 892508"/>
                <a:gd name="connsiteX2" fmla="*/ 37429 w 628501"/>
                <a:gd name="connsiteY2" fmla="*/ 892508 h 892508"/>
                <a:gd name="connsiteX3" fmla="*/ 0 w 628501"/>
                <a:gd name="connsiteY3" fmla="*/ 0 h 892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8501" h="892508">
                  <a:moveTo>
                    <a:pt x="0" y="0"/>
                  </a:moveTo>
                  <a:lnTo>
                    <a:pt x="628501" y="0"/>
                  </a:lnTo>
                  <a:lnTo>
                    <a:pt x="37429" y="892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2248E57-1982-4C77-B7B6-98067B11D1D0}"/>
                </a:ext>
              </a:extLst>
            </p:cNvPr>
            <p:cNvSpPr/>
            <p:nvPr/>
          </p:nvSpPr>
          <p:spPr>
            <a:xfrm>
              <a:off x="11254539" y="-46151"/>
              <a:ext cx="959061" cy="588135"/>
            </a:xfrm>
            <a:custGeom>
              <a:avLst/>
              <a:gdLst>
                <a:gd name="connsiteX0" fmla="*/ 591072 w 1531535"/>
                <a:gd name="connsiteY0" fmla="*/ 0 h 939200"/>
                <a:gd name="connsiteX1" fmla="*/ 888336 w 1531535"/>
                <a:gd name="connsiteY1" fmla="*/ 0 h 939200"/>
                <a:gd name="connsiteX2" fmla="*/ 1457507 w 1531535"/>
                <a:gd name="connsiteY2" fmla="*/ 0 h 939200"/>
                <a:gd name="connsiteX3" fmla="*/ 1531535 w 1531535"/>
                <a:gd name="connsiteY3" fmla="*/ 88052 h 939200"/>
                <a:gd name="connsiteX4" fmla="*/ 750648 w 1531535"/>
                <a:gd name="connsiteY4" fmla="*/ 939200 h 939200"/>
                <a:gd name="connsiteX5" fmla="*/ 0 w 1531535"/>
                <a:gd name="connsiteY5" fmla="*/ 892508 h 939200"/>
                <a:gd name="connsiteX6" fmla="*/ 591072 w 1531535"/>
                <a:gd name="connsiteY6" fmla="*/ 0 h 93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31535" h="939200">
                  <a:moveTo>
                    <a:pt x="591072" y="0"/>
                  </a:moveTo>
                  <a:lnTo>
                    <a:pt x="888336" y="0"/>
                  </a:lnTo>
                  <a:lnTo>
                    <a:pt x="1457507" y="0"/>
                  </a:lnTo>
                  <a:lnTo>
                    <a:pt x="1531535" y="88052"/>
                  </a:lnTo>
                  <a:lnTo>
                    <a:pt x="750648" y="939200"/>
                  </a:lnTo>
                  <a:lnTo>
                    <a:pt x="0" y="892508"/>
                  </a:lnTo>
                  <a:lnTo>
                    <a:pt x="591072" y="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4989CAA-40F1-4EFA-A879-220B2D5F2A65}"/>
                </a:ext>
              </a:extLst>
            </p:cNvPr>
            <p:cNvSpPr/>
            <p:nvPr/>
          </p:nvSpPr>
          <p:spPr>
            <a:xfrm>
              <a:off x="10095100" y="-12362"/>
              <a:ext cx="61620" cy="308802"/>
            </a:xfrm>
            <a:custGeom>
              <a:avLst/>
              <a:gdLst>
                <a:gd name="connsiteX0" fmla="*/ 0 w 98401"/>
                <a:gd name="connsiteY0" fmla="*/ 0 h 493130"/>
                <a:gd name="connsiteX1" fmla="*/ 780 w 98401"/>
                <a:gd name="connsiteY1" fmla="*/ 0 h 493130"/>
                <a:gd name="connsiteX2" fmla="*/ 98401 w 98401"/>
                <a:gd name="connsiteY2" fmla="*/ 493130 h 493130"/>
                <a:gd name="connsiteX3" fmla="*/ 0 w 98401"/>
                <a:gd name="connsiteY3" fmla="*/ 0 h 49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01" h="493130">
                  <a:moveTo>
                    <a:pt x="0" y="0"/>
                  </a:moveTo>
                  <a:lnTo>
                    <a:pt x="780" y="0"/>
                  </a:lnTo>
                  <a:lnTo>
                    <a:pt x="98401" y="49313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1875776-4C74-43F2-AEEC-816CFBAEB717}"/>
                </a:ext>
              </a:extLst>
            </p:cNvPr>
            <p:cNvSpPr/>
            <p:nvPr/>
          </p:nvSpPr>
          <p:spPr>
            <a:xfrm>
              <a:off x="9713562" y="-12362"/>
              <a:ext cx="443236" cy="309198"/>
            </a:xfrm>
            <a:custGeom>
              <a:avLst/>
              <a:gdLst>
                <a:gd name="connsiteX0" fmla="*/ 75234 w 707808"/>
                <a:gd name="connsiteY0" fmla="*/ 0 h 493762"/>
                <a:gd name="connsiteX1" fmla="*/ 609282 w 707808"/>
                <a:gd name="connsiteY1" fmla="*/ 0 h 493762"/>
                <a:gd name="connsiteX2" fmla="*/ 707683 w 707808"/>
                <a:gd name="connsiteY2" fmla="*/ 493130 h 493762"/>
                <a:gd name="connsiteX3" fmla="*/ 707808 w 707808"/>
                <a:gd name="connsiteY3" fmla="*/ 493762 h 493762"/>
                <a:gd name="connsiteX4" fmla="*/ 0 w 707808"/>
                <a:gd name="connsiteY4" fmla="*/ 162760 h 493762"/>
                <a:gd name="connsiteX5" fmla="*/ 75234 w 707808"/>
                <a:gd name="connsiteY5" fmla="*/ 0 h 493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7808" h="493762">
                  <a:moveTo>
                    <a:pt x="75234" y="0"/>
                  </a:moveTo>
                  <a:lnTo>
                    <a:pt x="609282" y="0"/>
                  </a:lnTo>
                  <a:lnTo>
                    <a:pt x="707683" y="493130"/>
                  </a:lnTo>
                  <a:lnTo>
                    <a:pt x="707808" y="493762"/>
                  </a:lnTo>
                  <a:lnTo>
                    <a:pt x="0" y="162760"/>
                  </a:lnTo>
                  <a:lnTo>
                    <a:pt x="75234" y="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218BE3B-E994-44D2-8724-0F39BEC2B403}"/>
                </a:ext>
              </a:extLst>
            </p:cNvPr>
            <p:cNvSpPr/>
            <p:nvPr/>
          </p:nvSpPr>
          <p:spPr>
            <a:xfrm>
              <a:off x="10095588" y="-12362"/>
              <a:ext cx="665681" cy="309198"/>
            </a:xfrm>
            <a:custGeom>
              <a:avLst/>
              <a:gdLst>
                <a:gd name="connsiteX0" fmla="*/ 0 w 1063034"/>
                <a:gd name="connsiteY0" fmla="*/ 0 h 493762"/>
                <a:gd name="connsiteX1" fmla="*/ 320156 w 1063034"/>
                <a:gd name="connsiteY1" fmla="*/ 0 h 493762"/>
                <a:gd name="connsiteX2" fmla="*/ 858136 w 1063034"/>
                <a:gd name="connsiteY2" fmla="*/ 0 h 493762"/>
                <a:gd name="connsiteX3" fmla="*/ 1011793 w 1063034"/>
                <a:gd name="connsiteY3" fmla="*/ 219656 h 493762"/>
                <a:gd name="connsiteX4" fmla="*/ 1063034 w 1063034"/>
                <a:gd name="connsiteY4" fmla="*/ 292907 h 493762"/>
                <a:gd name="connsiteX5" fmla="*/ 979062 w 1063034"/>
                <a:gd name="connsiteY5" fmla="*/ 310380 h 493762"/>
                <a:gd name="connsiteX6" fmla="*/ 97747 w 1063034"/>
                <a:gd name="connsiteY6" fmla="*/ 493762 h 493762"/>
                <a:gd name="connsiteX7" fmla="*/ 97747 w 1063034"/>
                <a:gd name="connsiteY7" fmla="*/ 493760 h 493762"/>
                <a:gd name="connsiteX8" fmla="*/ 97621 w 1063034"/>
                <a:gd name="connsiteY8" fmla="*/ 493130 h 493762"/>
                <a:gd name="connsiteX9" fmla="*/ 0 w 1063034"/>
                <a:gd name="connsiteY9" fmla="*/ 0 h 493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3034" h="493762">
                  <a:moveTo>
                    <a:pt x="0" y="0"/>
                  </a:moveTo>
                  <a:lnTo>
                    <a:pt x="320156" y="0"/>
                  </a:lnTo>
                  <a:lnTo>
                    <a:pt x="858136" y="0"/>
                  </a:lnTo>
                  <a:lnTo>
                    <a:pt x="1011793" y="219656"/>
                  </a:lnTo>
                  <a:lnTo>
                    <a:pt x="1063034" y="292907"/>
                  </a:lnTo>
                  <a:lnTo>
                    <a:pt x="979062" y="310380"/>
                  </a:lnTo>
                  <a:lnTo>
                    <a:pt x="97747" y="493762"/>
                  </a:lnTo>
                  <a:lnTo>
                    <a:pt x="97747" y="493760"/>
                  </a:lnTo>
                  <a:lnTo>
                    <a:pt x="97621" y="49313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11D1371-80CE-4D92-AD42-1CD94C8B430F}"/>
                </a:ext>
              </a:extLst>
            </p:cNvPr>
            <p:cNvSpPr/>
            <p:nvPr/>
          </p:nvSpPr>
          <p:spPr>
            <a:xfrm>
              <a:off x="10632961" y="-12362"/>
              <a:ext cx="467497" cy="183420"/>
            </a:xfrm>
            <a:custGeom>
              <a:avLst/>
              <a:gdLst>
                <a:gd name="connsiteX0" fmla="*/ 0 w 746552"/>
                <a:gd name="connsiteY0" fmla="*/ 0 h 292906"/>
                <a:gd name="connsiteX1" fmla="*/ 746552 w 746552"/>
                <a:gd name="connsiteY1" fmla="*/ 0 h 292906"/>
                <a:gd name="connsiteX2" fmla="*/ 287680 w 746552"/>
                <a:gd name="connsiteY2" fmla="*/ 248140 h 292906"/>
                <a:gd name="connsiteX3" fmla="*/ 204897 w 746552"/>
                <a:gd name="connsiteY3" fmla="*/ 292906 h 292906"/>
                <a:gd name="connsiteX4" fmla="*/ 153656 w 746552"/>
                <a:gd name="connsiteY4" fmla="*/ 219656 h 292906"/>
                <a:gd name="connsiteX5" fmla="*/ 0 w 746552"/>
                <a:gd name="connsiteY5" fmla="*/ 0 h 29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6552" h="292906">
                  <a:moveTo>
                    <a:pt x="0" y="0"/>
                  </a:moveTo>
                  <a:lnTo>
                    <a:pt x="746552" y="0"/>
                  </a:lnTo>
                  <a:lnTo>
                    <a:pt x="287680" y="248140"/>
                  </a:lnTo>
                  <a:lnTo>
                    <a:pt x="204897" y="292906"/>
                  </a:lnTo>
                  <a:lnTo>
                    <a:pt x="153656" y="21965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A0BE4FC-E249-4118-8CDC-104C4F90FA99}"/>
                </a:ext>
              </a:extLst>
            </p:cNvPr>
            <p:cNvSpPr/>
            <p:nvPr/>
          </p:nvSpPr>
          <p:spPr>
            <a:xfrm>
              <a:off x="9706972" y="835218"/>
              <a:ext cx="677617" cy="872549"/>
            </a:xfrm>
            <a:custGeom>
              <a:avLst/>
              <a:gdLst>
                <a:gd name="connsiteX0" fmla="*/ 528066 w 695325"/>
                <a:gd name="connsiteY0" fmla="*/ 904303 h 895350"/>
                <a:gd name="connsiteX1" fmla="*/ 0 w 695325"/>
                <a:gd name="connsiteY1" fmla="*/ 0 h 895350"/>
                <a:gd name="connsiteX2" fmla="*/ 697230 w 695325"/>
                <a:gd name="connsiteY2" fmla="*/ 325374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5325" h="895350">
                  <a:moveTo>
                    <a:pt x="528066" y="904303"/>
                  </a:moveTo>
                  <a:lnTo>
                    <a:pt x="0" y="0"/>
                  </a:lnTo>
                  <a:lnTo>
                    <a:pt x="697230" y="325374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5EB3C09-B204-400D-AE74-F4633E5D1BF6}"/>
                </a:ext>
              </a:extLst>
            </p:cNvPr>
            <p:cNvSpPr/>
            <p:nvPr/>
          </p:nvSpPr>
          <p:spPr>
            <a:xfrm>
              <a:off x="9703630" y="84919"/>
              <a:ext cx="668335" cy="1058197"/>
            </a:xfrm>
            <a:custGeom>
              <a:avLst/>
              <a:gdLst>
                <a:gd name="connsiteX0" fmla="*/ 9906 w 685800"/>
                <a:gd name="connsiteY0" fmla="*/ 0 h 1085850"/>
                <a:gd name="connsiteX1" fmla="*/ 0 w 685800"/>
                <a:gd name="connsiteY1" fmla="*/ 772287 h 1085850"/>
                <a:gd name="connsiteX2" fmla="*/ 694087 w 685800"/>
                <a:gd name="connsiteY2" fmla="*/ 1089946 h 108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5800" h="1085850">
                  <a:moveTo>
                    <a:pt x="9906" y="0"/>
                  </a:moveTo>
                  <a:lnTo>
                    <a:pt x="0" y="772287"/>
                  </a:lnTo>
                  <a:lnTo>
                    <a:pt x="694087" y="1089946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AEDAA89-2EDC-4940-908D-F4F13997DE4D}"/>
                </a:ext>
              </a:extLst>
            </p:cNvPr>
            <p:cNvSpPr/>
            <p:nvPr/>
          </p:nvSpPr>
          <p:spPr>
            <a:xfrm>
              <a:off x="10221496" y="1147107"/>
              <a:ext cx="686900" cy="937526"/>
            </a:xfrm>
            <a:custGeom>
              <a:avLst/>
              <a:gdLst>
                <a:gd name="connsiteX0" fmla="*/ 711041 w 704850"/>
                <a:gd name="connsiteY0" fmla="*/ 967835 h 962025"/>
                <a:gd name="connsiteX1" fmla="*/ 162687 w 704850"/>
                <a:gd name="connsiteY1" fmla="*/ 0 h 962025"/>
                <a:gd name="connsiteX2" fmla="*/ 0 w 704850"/>
                <a:gd name="connsiteY2" fmla="*/ 581025 h 962025"/>
                <a:gd name="connsiteX3" fmla="*/ 711041 w 704850"/>
                <a:gd name="connsiteY3" fmla="*/ 967835 h 962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4850" h="962025">
                  <a:moveTo>
                    <a:pt x="711041" y="967835"/>
                  </a:moveTo>
                  <a:lnTo>
                    <a:pt x="162687" y="0"/>
                  </a:lnTo>
                  <a:lnTo>
                    <a:pt x="0" y="581025"/>
                  </a:lnTo>
                  <a:lnTo>
                    <a:pt x="711041" y="967835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7B952A6-2FF0-4FE4-9335-2E660CAD6F4C}"/>
                </a:ext>
              </a:extLst>
            </p:cNvPr>
            <p:cNvSpPr/>
            <p:nvPr/>
          </p:nvSpPr>
          <p:spPr>
            <a:xfrm>
              <a:off x="9713563" y="89560"/>
              <a:ext cx="659053" cy="1048915"/>
            </a:xfrm>
            <a:custGeom>
              <a:avLst/>
              <a:gdLst>
                <a:gd name="connsiteX0" fmla="*/ 454819 w 676275"/>
                <a:gd name="connsiteY0" fmla="*/ 212693 h 1076325"/>
                <a:gd name="connsiteX1" fmla="*/ 0 w 676275"/>
                <a:gd name="connsiteY1" fmla="*/ 0 h 1076325"/>
                <a:gd name="connsiteX2" fmla="*/ 683895 w 676275"/>
                <a:gd name="connsiteY2" fmla="*/ 1085183 h 107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6275" h="1076325">
                  <a:moveTo>
                    <a:pt x="454819" y="212693"/>
                  </a:moveTo>
                  <a:lnTo>
                    <a:pt x="0" y="0"/>
                  </a:lnTo>
                  <a:lnTo>
                    <a:pt x="683895" y="1085183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1E3601C-F2C6-49E9-89A7-AEAF5213F83A}"/>
                </a:ext>
              </a:extLst>
            </p:cNvPr>
            <p:cNvSpPr/>
            <p:nvPr/>
          </p:nvSpPr>
          <p:spPr>
            <a:xfrm>
              <a:off x="10380041" y="171060"/>
              <a:ext cx="464122" cy="974655"/>
            </a:xfrm>
            <a:custGeom>
              <a:avLst/>
              <a:gdLst>
                <a:gd name="connsiteX0" fmla="*/ 480917 w 476250"/>
                <a:gd name="connsiteY0" fmla="*/ 804196 h 1000125"/>
                <a:gd name="connsiteX1" fmla="*/ 0 w 476250"/>
                <a:gd name="connsiteY1" fmla="*/ 1001554 h 1000125"/>
                <a:gd name="connsiteX2" fmla="*/ 391192 w 476250"/>
                <a:gd name="connsiteY2" fmla="*/ 0 h 100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50" h="1000125">
                  <a:moveTo>
                    <a:pt x="480917" y="804196"/>
                  </a:moveTo>
                  <a:lnTo>
                    <a:pt x="0" y="1001554"/>
                  </a:lnTo>
                  <a:lnTo>
                    <a:pt x="391192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78C6FF3-7A07-4CE1-806E-F86A50C1D310}"/>
                </a:ext>
              </a:extLst>
            </p:cNvPr>
            <p:cNvSpPr/>
            <p:nvPr/>
          </p:nvSpPr>
          <p:spPr>
            <a:xfrm>
              <a:off x="10156798" y="171060"/>
              <a:ext cx="603358" cy="974655"/>
            </a:xfrm>
            <a:custGeom>
              <a:avLst/>
              <a:gdLst>
                <a:gd name="connsiteX0" fmla="*/ 0 w 619125"/>
                <a:gd name="connsiteY0" fmla="*/ 129064 h 1000125"/>
                <a:gd name="connsiteX1" fmla="*/ 620268 w 619125"/>
                <a:gd name="connsiteY1" fmla="*/ 0 h 1000125"/>
                <a:gd name="connsiteX2" fmla="*/ 229076 w 619125"/>
                <a:gd name="connsiteY2" fmla="*/ 1001554 h 100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9125" h="1000125">
                  <a:moveTo>
                    <a:pt x="0" y="129064"/>
                  </a:moveTo>
                  <a:lnTo>
                    <a:pt x="620268" y="0"/>
                  </a:lnTo>
                  <a:lnTo>
                    <a:pt x="229076" y="1001554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01A1714-B275-453F-B17D-8C979553C5B2}"/>
                </a:ext>
              </a:extLst>
            </p:cNvPr>
            <p:cNvSpPr/>
            <p:nvPr/>
          </p:nvSpPr>
          <p:spPr>
            <a:xfrm>
              <a:off x="10917122" y="1505131"/>
              <a:ext cx="853984" cy="612641"/>
            </a:xfrm>
            <a:custGeom>
              <a:avLst/>
              <a:gdLst>
                <a:gd name="connsiteX0" fmla="*/ 728663 w 876300"/>
                <a:gd name="connsiteY0" fmla="*/ 633508 h 628650"/>
                <a:gd name="connsiteX1" fmla="*/ 878967 w 876300"/>
                <a:gd name="connsiteY1" fmla="*/ 0 h 628650"/>
                <a:gd name="connsiteX2" fmla="*/ 0 w 876300"/>
                <a:gd name="connsiteY2" fmla="*/ 601028 h 628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6300" h="628650">
                  <a:moveTo>
                    <a:pt x="728663" y="633508"/>
                  </a:moveTo>
                  <a:lnTo>
                    <a:pt x="878967" y="0"/>
                  </a:lnTo>
                  <a:lnTo>
                    <a:pt x="0" y="601028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5FEB2B-C37D-4740-BC67-4BA2C198E7E8}"/>
                </a:ext>
              </a:extLst>
            </p:cNvPr>
            <p:cNvSpPr/>
            <p:nvPr/>
          </p:nvSpPr>
          <p:spPr>
            <a:xfrm>
              <a:off x="10380041" y="954775"/>
              <a:ext cx="631205" cy="538381"/>
            </a:xfrm>
            <a:custGeom>
              <a:avLst/>
              <a:gdLst>
                <a:gd name="connsiteX0" fmla="*/ 0 w 647700"/>
                <a:gd name="connsiteY0" fmla="*/ 197358 h 552450"/>
                <a:gd name="connsiteX1" fmla="*/ 480917 w 647700"/>
                <a:gd name="connsiteY1" fmla="*/ 0 h 552450"/>
                <a:gd name="connsiteX2" fmla="*/ 650748 w 647700"/>
                <a:gd name="connsiteY2" fmla="*/ 555879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700" h="552450">
                  <a:moveTo>
                    <a:pt x="0" y="197358"/>
                  </a:moveTo>
                  <a:lnTo>
                    <a:pt x="480917" y="0"/>
                  </a:lnTo>
                  <a:lnTo>
                    <a:pt x="650748" y="55587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F2AEB8D-D654-4621-844C-3C11F5A26A01}"/>
                </a:ext>
              </a:extLst>
            </p:cNvPr>
            <p:cNvSpPr/>
            <p:nvPr/>
          </p:nvSpPr>
          <p:spPr>
            <a:xfrm>
              <a:off x="10380041" y="1147107"/>
              <a:ext cx="631205" cy="937526"/>
            </a:xfrm>
            <a:custGeom>
              <a:avLst/>
              <a:gdLst>
                <a:gd name="connsiteX0" fmla="*/ 551117 w 647700"/>
                <a:gd name="connsiteY0" fmla="*/ 968407 h 962025"/>
                <a:gd name="connsiteX1" fmla="*/ 650748 w 647700"/>
                <a:gd name="connsiteY1" fmla="*/ 358521 h 962025"/>
                <a:gd name="connsiteX2" fmla="*/ 0 w 647700"/>
                <a:gd name="connsiteY2" fmla="*/ 0 h 962025"/>
                <a:gd name="connsiteX3" fmla="*/ 551117 w 647700"/>
                <a:gd name="connsiteY3" fmla="*/ 968407 h 962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700" h="962025">
                  <a:moveTo>
                    <a:pt x="551117" y="968407"/>
                  </a:moveTo>
                  <a:lnTo>
                    <a:pt x="650748" y="358521"/>
                  </a:lnTo>
                  <a:lnTo>
                    <a:pt x="0" y="0"/>
                  </a:lnTo>
                  <a:lnTo>
                    <a:pt x="551117" y="968407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D8C20A4-77D2-4510-8BF3-A7F865E4AD9A}"/>
                </a:ext>
              </a:extLst>
            </p:cNvPr>
            <p:cNvSpPr/>
            <p:nvPr/>
          </p:nvSpPr>
          <p:spPr>
            <a:xfrm>
              <a:off x="10917122" y="1496499"/>
              <a:ext cx="853984" cy="594076"/>
            </a:xfrm>
            <a:custGeom>
              <a:avLst/>
              <a:gdLst>
                <a:gd name="connsiteX0" fmla="*/ 0 w 876300"/>
                <a:gd name="connsiteY0" fmla="*/ 609886 h 609600"/>
                <a:gd name="connsiteX1" fmla="*/ 99632 w 876300"/>
                <a:gd name="connsiteY1" fmla="*/ 0 h 609600"/>
                <a:gd name="connsiteX2" fmla="*/ 878967 w 876300"/>
                <a:gd name="connsiteY2" fmla="*/ 8858 h 609600"/>
                <a:gd name="connsiteX3" fmla="*/ 0 w 876300"/>
                <a:gd name="connsiteY3" fmla="*/ 609886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6300" h="609600">
                  <a:moveTo>
                    <a:pt x="0" y="609886"/>
                  </a:moveTo>
                  <a:lnTo>
                    <a:pt x="99632" y="0"/>
                  </a:lnTo>
                  <a:lnTo>
                    <a:pt x="878967" y="8858"/>
                  </a:lnTo>
                  <a:lnTo>
                    <a:pt x="0" y="609886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E5F006B-92DF-4EC3-8936-C7F3F8C6EE74}"/>
                </a:ext>
              </a:extLst>
            </p:cNvPr>
            <p:cNvSpPr/>
            <p:nvPr/>
          </p:nvSpPr>
          <p:spPr>
            <a:xfrm>
              <a:off x="11773855" y="1505189"/>
              <a:ext cx="439374" cy="171134"/>
            </a:xfrm>
            <a:custGeom>
              <a:avLst/>
              <a:gdLst>
                <a:gd name="connsiteX0" fmla="*/ 0 w 701641"/>
                <a:gd name="connsiteY0" fmla="*/ 0 h 273286"/>
                <a:gd name="connsiteX1" fmla="*/ 701641 w 701641"/>
                <a:gd name="connsiteY1" fmla="*/ 270344 h 273286"/>
                <a:gd name="connsiteX2" fmla="*/ 701641 w 701641"/>
                <a:gd name="connsiteY2" fmla="*/ 273286 h 273286"/>
                <a:gd name="connsiteX3" fmla="*/ 0 w 701641"/>
                <a:gd name="connsiteY3" fmla="*/ 0 h 273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1641" h="273286">
                  <a:moveTo>
                    <a:pt x="0" y="0"/>
                  </a:moveTo>
                  <a:lnTo>
                    <a:pt x="701641" y="270344"/>
                  </a:lnTo>
                  <a:lnTo>
                    <a:pt x="701641" y="27328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F62F606-8377-4849-9C8A-FBF71850764F}"/>
                </a:ext>
              </a:extLst>
            </p:cNvPr>
            <p:cNvSpPr/>
            <p:nvPr/>
          </p:nvSpPr>
          <p:spPr>
            <a:xfrm>
              <a:off x="11773706" y="885064"/>
              <a:ext cx="439523" cy="789417"/>
            </a:xfrm>
            <a:custGeom>
              <a:avLst/>
              <a:gdLst>
                <a:gd name="connsiteX0" fmla="*/ 690909 w 701879"/>
                <a:gd name="connsiteY0" fmla="*/ 0 h 1260628"/>
                <a:gd name="connsiteX1" fmla="*/ 701879 w 701879"/>
                <a:gd name="connsiteY1" fmla="*/ 47075 h 1260628"/>
                <a:gd name="connsiteX2" fmla="*/ 701879 w 701879"/>
                <a:gd name="connsiteY2" fmla="*/ 1260628 h 1260628"/>
                <a:gd name="connsiteX3" fmla="*/ 238 w 701879"/>
                <a:gd name="connsiteY3" fmla="*/ 990284 h 1260628"/>
                <a:gd name="connsiteX4" fmla="*/ 0 w 701879"/>
                <a:gd name="connsiteY4" fmla="*/ 990191 h 1260628"/>
                <a:gd name="connsiteX5" fmla="*/ 690909 w 701879"/>
                <a:gd name="connsiteY5" fmla="*/ 0 h 126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1879" h="1260628">
                  <a:moveTo>
                    <a:pt x="690909" y="0"/>
                  </a:moveTo>
                  <a:lnTo>
                    <a:pt x="701879" y="47075"/>
                  </a:lnTo>
                  <a:lnTo>
                    <a:pt x="701879" y="1260628"/>
                  </a:lnTo>
                  <a:lnTo>
                    <a:pt x="238" y="990284"/>
                  </a:lnTo>
                  <a:lnTo>
                    <a:pt x="0" y="990191"/>
                  </a:lnTo>
                  <a:lnTo>
                    <a:pt x="690909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995C44F4-8747-4DF8-9E05-01180D885AC4}"/>
                </a:ext>
              </a:extLst>
            </p:cNvPr>
            <p:cNvSpPr/>
            <p:nvPr/>
          </p:nvSpPr>
          <p:spPr>
            <a:xfrm>
              <a:off x="11631777" y="1505131"/>
              <a:ext cx="581452" cy="610970"/>
            </a:xfrm>
            <a:custGeom>
              <a:avLst/>
              <a:gdLst>
                <a:gd name="connsiteX0" fmla="*/ 226647 w 928527"/>
                <a:gd name="connsiteY0" fmla="*/ 0 h 975665"/>
                <a:gd name="connsiteX1" fmla="*/ 226648 w 928527"/>
                <a:gd name="connsiteY1" fmla="*/ 0 h 975665"/>
                <a:gd name="connsiteX2" fmla="*/ 226647 w 928527"/>
                <a:gd name="connsiteY2" fmla="*/ 1 h 975665"/>
                <a:gd name="connsiteX3" fmla="*/ 226886 w 928527"/>
                <a:gd name="connsiteY3" fmla="*/ 93 h 975665"/>
                <a:gd name="connsiteX4" fmla="*/ 928527 w 928527"/>
                <a:gd name="connsiteY4" fmla="*/ 273379 h 975665"/>
                <a:gd name="connsiteX5" fmla="*/ 928527 w 928527"/>
                <a:gd name="connsiteY5" fmla="*/ 544112 h 975665"/>
                <a:gd name="connsiteX6" fmla="*/ 0 w 928527"/>
                <a:gd name="connsiteY6" fmla="*/ 975665 h 975665"/>
                <a:gd name="connsiteX7" fmla="*/ 226647 w 928527"/>
                <a:gd name="connsiteY7" fmla="*/ 0 h 975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28527" h="975665">
                  <a:moveTo>
                    <a:pt x="226647" y="0"/>
                  </a:moveTo>
                  <a:lnTo>
                    <a:pt x="226648" y="0"/>
                  </a:lnTo>
                  <a:lnTo>
                    <a:pt x="226647" y="1"/>
                  </a:lnTo>
                  <a:lnTo>
                    <a:pt x="226886" y="93"/>
                  </a:lnTo>
                  <a:lnTo>
                    <a:pt x="928527" y="273379"/>
                  </a:lnTo>
                  <a:lnTo>
                    <a:pt x="928527" y="544112"/>
                  </a:lnTo>
                  <a:lnTo>
                    <a:pt x="0" y="975665"/>
                  </a:lnTo>
                  <a:lnTo>
                    <a:pt x="226647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522BFE-3F6A-4D00-9354-C9B1640C029A}"/>
                </a:ext>
              </a:extLst>
            </p:cNvPr>
            <p:cNvSpPr/>
            <p:nvPr/>
          </p:nvSpPr>
          <p:spPr>
            <a:xfrm>
              <a:off x="11014217" y="1033955"/>
              <a:ext cx="751877" cy="464122"/>
            </a:xfrm>
            <a:custGeom>
              <a:avLst/>
              <a:gdLst>
                <a:gd name="connsiteX0" fmla="*/ 0 w 771525"/>
                <a:gd name="connsiteY0" fmla="*/ 474631 h 476250"/>
                <a:gd name="connsiteX1" fmla="*/ 390049 w 771525"/>
                <a:gd name="connsiteY1" fmla="*/ 0 h 476250"/>
                <a:gd name="connsiteX2" fmla="*/ 779335 w 771525"/>
                <a:gd name="connsiteY2" fmla="*/ 483489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1525" h="476250">
                  <a:moveTo>
                    <a:pt x="0" y="474631"/>
                  </a:moveTo>
                  <a:lnTo>
                    <a:pt x="390049" y="0"/>
                  </a:lnTo>
                  <a:lnTo>
                    <a:pt x="779335" y="48348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89E3CD7-9086-446F-9391-D2770EB46090}"/>
                </a:ext>
              </a:extLst>
            </p:cNvPr>
            <p:cNvSpPr/>
            <p:nvPr/>
          </p:nvSpPr>
          <p:spPr>
            <a:xfrm>
              <a:off x="10848711" y="954775"/>
              <a:ext cx="538381" cy="538381"/>
            </a:xfrm>
            <a:custGeom>
              <a:avLst/>
              <a:gdLst>
                <a:gd name="connsiteX0" fmla="*/ 0 w 552450"/>
                <a:gd name="connsiteY0" fmla="*/ 0 h 552450"/>
                <a:gd name="connsiteX1" fmla="*/ 559880 w 552450"/>
                <a:gd name="connsiteY1" fmla="*/ 81248 h 552450"/>
                <a:gd name="connsiteX2" fmla="*/ 169831 w 552450"/>
                <a:gd name="connsiteY2" fmla="*/ 555879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2450" h="552450">
                  <a:moveTo>
                    <a:pt x="0" y="0"/>
                  </a:moveTo>
                  <a:lnTo>
                    <a:pt x="559880" y="81248"/>
                  </a:lnTo>
                  <a:lnTo>
                    <a:pt x="169831" y="55587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F67EBAA-20C0-4BD5-BA48-726EDA4A78D0}"/>
                </a:ext>
              </a:extLst>
            </p:cNvPr>
            <p:cNvSpPr/>
            <p:nvPr/>
          </p:nvSpPr>
          <p:spPr>
            <a:xfrm>
              <a:off x="10761270" y="171060"/>
              <a:ext cx="491969" cy="779725"/>
            </a:xfrm>
            <a:custGeom>
              <a:avLst/>
              <a:gdLst>
                <a:gd name="connsiteX0" fmla="*/ 0 w 504825"/>
                <a:gd name="connsiteY0" fmla="*/ 0 h 800100"/>
                <a:gd name="connsiteX1" fmla="*/ 504825 w 504825"/>
                <a:gd name="connsiteY1" fmla="*/ 338804 h 800100"/>
                <a:gd name="connsiteX2" fmla="*/ 89726 w 504825"/>
                <a:gd name="connsiteY2" fmla="*/ 804196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4825" h="800100">
                  <a:moveTo>
                    <a:pt x="0" y="0"/>
                  </a:moveTo>
                  <a:lnTo>
                    <a:pt x="504825" y="338804"/>
                  </a:lnTo>
                  <a:lnTo>
                    <a:pt x="89726" y="804196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AD38D0B-BF4A-460F-8411-CE9D51C91629}"/>
                </a:ext>
              </a:extLst>
            </p:cNvPr>
            <p:cNvSpPr/>
            <p:nvPr/>
          </p:nvSpPr>
          <p:spPr>
            <a:xfrm>
              <a:off x="10848711" y="512746"/>
              <a:ext cx="538381" cy="519816"/>
            </a:xfrm>
            <a:custGeom>
              <a:avLst/>
              <a:gdLst>
                <a:gd name="connsiteX0" fmla="*/ 559880 w 552450"/>
                <a:gd name="connsiteY0" fmla="*/ 534829 h 533400"/>
                <a:gd name="connsiteX1" fmla="*/ 416433 w 552450"/>
                <a:gd name="connsiteY1" fmla="*/ 0 h 533400"/>
                <a:gd name="connsiteX2" fmla="*/ 0 w 552450"/>
                <a:gd name="connsiteY2" fmla="*/ 45358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2450" h="533400">
                  <a:moveTo>
                    <a:pt x="559880" y="534829"/>
                  </a:moveTo>
                  <a:lnTo>
                    <a:pt x="416433" y="0"/>
                  </a:lnTo>
                  <a:lnTo>
                    <a:pt x="0" y="45358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8C187B5-B513-4FD6-B2D4-77BB2F8EE81C}"/>
                </a:ext>
              </a:extLst>
            </p:cNvPr>
            <p:cNvSpPr/>
            <p:nvPr/>
          </p:nvSpPr>
          <p:spPr>
            <a:xfrm>
              <a:off x="11394332" y="541986"/>
              <a:ext cx="371297" cy="956091"/>
            </a:xfrm>
            <a:custGeom>
              <a:avLst/>
              <a:gdLst>
                <a:gd name="connsiteX0" fmla="*/ 389287 w 381000"/>
                <a:gd name="connsiteY0" fmla="*/ 988314 h 981075"/>
                <a:gd name="connsiteX1" fmla="*/ 338900 w 381000"/>
                <a:gd name="connsiteY1" fmla="*/ 0 h 981075"/>
                <a:gd name="connsiteX2" fmla="*/ 0 w 381000"/>
                <a:gd name="connsiteY2" fmla="*/ 504825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000" h="981075">
                  <a:moveTo>
                    <a:pt x="389287" y="988314"/>
                  </a:moveTo>
                  <a:lnTo>
                    <a:pt x="338900" y="0"/>
                  </a:lnTo>
                  <a:lnTo>
                    <a:pt x="0" y="504825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963B90B-F6AA-47B5-A122-4215B6665540}"/>
                </a:ext>
              </a:extLst>
            </p:cNvPr>
            <p:cNvSpPr/>
            <p:nvPr/>
          </p:nvSpPr>
          <p:spPr>
            <a:xfrm>
              <a:off x="11724602" y="541986"/>
              <a:ext cx="473404" cy="956091"/>
            </a:xfrm>
            <a:custGeom>
              <a:avLst/>
              <a:gdLst>
                <a:gd name="connsiteX0" fmla="*/ 0 w 485775"/>
                <a:gd name="connsiteY0" fmla="*/ 0 h 981075"/>
                <a:gd name="connsiteX1" fmla="*/ 494347 w 485775"/>
                <a:gd name="connsiteY1" fmla="*/ 352044 h 981075"/>
                <a:gd name="connsiteX2" fmla="*/ 50387 w 485775"/>
                <a:gd name="connsiteY2" fmla="*/ 988314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5775" h="981075">
                  <a:moveTo>
                    <a:pt x="0" y="0"/>
                  </a:moveTo>
                  <a:lnTo>
                    <a:pt x="494347" y="352044"/>
                  </a:lnTo>
                  <a:lnTo>
                    <a:pt x="50387" y="988314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2951845-37F1-43F7-85FC-F98449620568}"/>
                </a:ext>
              </a:extLst>
            </p:cNvPr>
            <p:cNvSpPr/>
            <p:nvPr/>
          </p:nvSpPr>
          <p:spPr>
            <a:xfrm>
              <a:off x="11254539" y="512746"/>
              <a:ext cx="464122" cy="519816"/>
            </a:xfrm>
            <a:custGeom>
              <a:avLst/>
              <a:gdLst>
                <a:gd name="connsiteX0" fmla="*/ 0 w 476250"/>
                <a:gd name="connsiteY0" fmla="*/ 0 h 533400"/>
                <a:gd name="connsiteX1" fmla="*/ 482346 w 476250"/>
                <a:gd name="connsiteY1" fmla="*/ 30004 h 533400"/>
                <a:gd name="connsiteX2" fmla="*/ 143446 w 476250"/>
                <a:gd name="connsiteY2" fmla="*/ 534829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50" h="533400">
                  <a:moveTo>
                    <a:pt x="0" y="0"/>
                  </a:moveTo>
                  <a:lnTo>
                    <a:pt x="482346" y="30004"/>
                  </a:lnTo>
                  <a:lnTo>
                    <a:pt x="143446" y="53482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70E5F52-70E3-48CB-B497-66DD4C96C7D3}"/>
                </a:ext>
              </a:extLst>
            </p:cNvPr>
            <p:cNvSpPr/>
            <p:nvPr/>
          </p:nvSpPr>
          <p:spPr>
            <a:xfrm>
              <a:off x="10326133" y="1093741"/>
              <a:ext cx="111389" cy="111389"/>
            </a:xfrm>
            <a:custGeom>
              <a:avLst/>
              <a:gdLst>
                <a:gd name="connsiteX0" fmla="*/ 116181 w 114300"/>
                <a:gd name="connsiteY0" fmla="*/ 51809 h 114300"/>
                <a:gd name="connsiteX1" fmla="*/ 64746 w 114300"/>
                <a:gd name="connsiteY1" fmla="*/ 116198 h 114300"/>
                <a:gd name="connsiteX2" fmla="*/ 357 w 114300"/>
                <a:gd name="connsiteY2" fmla="*/ 64763 h 114300"/>
                <a:gd name="connsiteX3" fmla="*/ 51792 w 114300"/>
                <a:gd name="connsiteY3" fmla="*/ 374 h 114300"/>
                <a:gd name="connsiteX4" fmla="*/ 116181 w 114300"/>
                <a:gd name="connsiteY4" fmla="*/ 51809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809"/>
                  </a:moveTo>
                  <a:cubicBezTo>
                    <a:pt x="119705" y="83813"/>
                    <a:pt x="96750" y="112579"/>
                    <a:pt x="64746" y="116198"/>
                  </a:cubicBezTo>
                  <a:cubicBezTo>
                    <a:pt x="32742" y="119722"/>
                    <a:pt x="3977" y="96767"/>
                    <a:pt x="357" y="64763"/>
                  </a:cubicBezTo>
                  <a:cubicBezTo>
                    <a:pt x="-3167" y="32759"/>
                    <a:pt x="19788" y="3994"/>
                    <a:pt x="51792" y="374"/>
                  </a:cubicBezTo>
                  <a:cubicBezTo>
                    <a:pt x="83796" y="-3245"/>
                    <a:pt x="112657" y="19805"/>
                    <a:pt x="116181" y="51809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F9DE2464-4D85-4453-B698-75D676F33865}"/>
                </a:ext>
              </a:extLst>
            </p:cNvPr>
            <p:cNvSpPr/>
            <p:nvPr/>
          </p:nvSpPr>
          <p:spPr>
            <a:xfrm>
              <a:off x="11719983" y="1444170"/>
              <a:ext cx="111389" cy="111389"/>
            </a:xfrm>
            <a:custGeom>
              <a:avLst/>
              <a:gdLst>
                <a:gd name="connsiteX0" fmla="*/ 116181 w 114300"/>
                <a:gd name="connsiteY0" fmla="*/ 51791 h 114300"/>
                <a:gd name="connsiteX1" fmla="*/ 64746 w 114300"/>
                <a:gd name="connsiteY1" fmla="*/ 116180 h 114300"/>
                <a:gd name="connsiteX2" fmla="*/ 357 w 114300"/>
                <a:gd name="connsiteY2" fmla="*/ 64745 h 114300"/>
                <a:gd name="connsiteX3" fmla="*/ 51792 w 114300"/>
                <a:gd name="connsiteY3" fmla="*/ 356 h 114300"/>
                <a:gd name="connsiteX4" fmla="*/ 116181 w 114300"/>
                <a:gd name="connsiteY4" fmla="*/ 51791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791"/>
                  </a:moveTo>
                  <a:cubicBezTo>
                    <a:pt x="119705" y="83795"/>
                    <a:pt x="96750" y="112560"/>
                    <a:pt x="64746" y="116180"/>
                  </a:cubicBezTo>
                  <a:cubicBezTo>
                    <a:pt x="32742" y="119704"/>
                    <a:pt x="3977" y="96749"/>
                    <a:pt x="357" y="64745"/>
                  </a:cubicBezTo>
                  <a:cubicBezTo>
                    <a:pt x="-3167" y="32741"/>
                    <a:pt x="19788" y="3975"/>
                    <a:pt x="51792" y="356"/>
                  </a:cubicBezTo>
                  <a:cubicBezTo>
                    <a:pt x="83796" y="-3168"/>
                    <a:pt x="112657" y="19882"/>
                    <a:pt x="116181" y="51791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3FB01A5-728A-4A3C-AB4D-BCA7FC61063B}"/>
                </a:ext>
              </a:extLst>
            </p:cNvPr>
            <p:cNvSpPr/>
            <p:nvPr/>
          </p:nvSpPr>
          <p:spPr>
            <a:xfrm>
              <a:off x="9646172" y="777760"/>
              <a:ext cx="111389" cy="111389"/>
            </a:xfrm>
            <a:custGeom>
              <a:avLst/>
              <a:gdLst>
                <a:gd name="connsiteX0" fmla="*/ 116586 w 114300"/>
                <a:gd name="connsiteY0" fmla="*/ 58293 h 114300"/>
                <a:gd name="connsiteX1" fmla="*/ 58293 w 114300"/>
                <a:gd name="connsiteY1" fmla="*/ 116586 h 114300"/>
                <a:gd name="connsiteX2" fmla="*/ 0 w 114300"/>
                <a:gd name="connsiteY2" fmla="*/ 58293 h 114300"/>
                <a:gd name="connsiteX3" fmla="*/ 58293 w 114300"/>
                <a:gd name="connsiteY3" fmla="*/ 0 h 114300"/>
                <a:gd name="connsiteX4" fmla="*/ 116586 w 114300"/>
                <a:gd name="connsiteY4" fmla="*/ 58293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586" y="58293"/>
                  </a:moveTo>
                  <a:cubicBezTo>
                    <a:pt x="116586" y="90487"/>
                    <a:pt x="90487" y="116586"/>
                    <a:pt x="58293" y="116586"/>
                  </a:cubicBezTo>
                  <a:cubicBezTo>
                    <a:pt x="26099" y="116586"/>
                    <a:pt x="0" y="90487"/>
                    <a:pt x="0" y="58293"/>
                  </a:cubicBezTo>
                  <a:cubicBezTo>
                    <a:pt x="0" y="26099"/>
                    <a:pt x="26099" y="0"/>
                    <a:pt x="58293" y="0"/>
                  </a:cubicBezTo>
                  <a:cubicBezTo>
                    <a:pt x="90487" y="0"/>
                    <a:pt x="116586" y="26099"/>
                    <a:pt x="116586" y="58293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EACAF30-0929-48B7-8DD1-1190B209BA89}"/>
                </a:ext>
              </a:extLst>
            </p:cNvPr>
            <p:cNvSpPr/>
            <p:nvPr/>
          </p:nvSpPr>
          <p:spPr>
            <a:xfrm>
              <a:off x="11201838" y="457353"/>
              <a:ext cx="111389" cy="111389"/>
            </a:xfrm>
            <a:custGeom>
              <a:avLst/>
              <a:gdLst>
                <a:gd name="connsiteX0" fmla="*/ 116181 w 114300"/>
                <a:gd name="connsiteY0" fmla="*/ 51792 h 114300"/>
                <a:gd name="connsiteX1" fmla="*/ 64746 w 114300"/>
                <a:gd name="connsiteY1" fmla="*/ 116181 h 114300"/>
                <a:gd name="connsiteX2" fmla="*/ 357 w 114300"/>
                <a:gd name="connsiteY2" fmla="*/ 64746 h 114300"/>
                <a:gd name="connsiteX3" fmla="*/ 51792 w 114300"/>
                <a:gd name="connsiteY3" fmla="*/ 357 h 114300"/>
                <a:gd name="connsiteX4" fmla="*/ 116181 w 114300"/>
                <a:gd name="connsiteY4" fmla="*/ 51792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792"/>
                  </a:moveTo>
                  <a:cubicBezTo>
                    <a:pt x="119705" y="83796"/>
                    <a:pt x="96750" y="112562"/>
                    <a:pt x="64746" y="116181"/>
                  </a:cubicBezTo>
                  <a:cubicBezTo>
                    <a:pt x="32742" y="119705"/>
                    <a:pt x="3977" y="96750"/>
                    <a:pt x="357" y="64746"/>
                  </a:cubicBezTo>
                  <a:cubicBezTo>
                    <a:pt x="-3167" y="32742"/>
                    <a:pt x="19788" y="3977"/>
                    <a:pt x="51792" y="357"/>
                  </a:cubicBezTo>
                  <a:cubicBezTo>
                    <a:pt x="83796" y="-3167"/>
                    <a:pt x="112657" y="19788"/>
                    <a:pt x="116181" y="51792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7C99107-C4F8-4C92-9F7A-10DCF9A5ACD2}"/>
                </a:ext>
              </a:extLst>
            </p:cNvPr>
            <p:cNvSpPr/>
            <p:nvPr/>
          </p:nvSpPr>
          <p:spPr>
            <a:xfrm>
              <a:off x="10326133" y="1093741"/>
              <a:ext cx="111389" cy="111389"/>
            </a:xfrm>
            <a:custGeom>
              <a:avLst/>
              <a:gdLst>
                <a:gd name="connsiteX0" fmla="*/ 116181 w 114300"/>
                <a:gd name="connsiteY0" fmla="*/ 51809 h 114300"/>
                <a:gd name="connsiteX1" fmla="*/ 64746 w 114300"/>
                <a:gd name="connsiteY1" fmla="*/ 116198 h 114300"/>
                <a:gd name="connsiteX2" fmla="*/ 357 w 114300"/>
                <a:gd name="connsiteY2" fmla="*/ 64763 h 114300"/>
                <a:gd name="connsiteX3" fmla="*/ 51792 w 114300"/>
                <a:gd name="connsiteY3" fmla="*/ 374 h 114300"/>
                <a:gd name="connsiteX4" fmla="*/ 116181 w 114300"/>
                <a:gd name="connsiteY4" fmla="*/ 51809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809"/>
                  </a:moveTo>
                  <a:cubicBezTo>
                    <a:pt x="119705" y="83813"/>
                    <a:pt x="96750" y="112579"/>
                    <a:pt x="64746" y="116198"/>
                  </a:cubicBezTo>
                  <a:cubicBezTo>
                    <a:pt x="32742" y="119722"/>
                    <a:pt x="3977" y="96767"/>
                    <a:pt x="357" y="64763"/>
                  </a:cubicBezTo>
                  <a:cubicBezTo>
                    <a:pt x="-3167" y="32759"/>
                    <a:pt x="19788" y="3994"/>
                    <a:pt x="51792" y="374"/>
                  </a:cubicBezTo>
                  <a:cubicBezTo>
                    <a:pt x="83796" y="-3245"/>
                    <a:pt x="112657" y="19805"/>
                    <a:pt x="116181" y="51809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36A5D5D-1212-4972-88F2-ACA4F24ABC0B}"/>
                </a:ext>
              </a:extLst>
            </p:cNvPr>
            <p:cNvSpPr/>
            <p:nvPr/>
          </p:nvSpPr>
          <p:spPr>
            <a:xfrm>
              <a:off x="9646172" y="777760"/>
              <a:ext cx="111389" cy="111389"/>
            </a:xfrm>
            <a:custGeom>
              <a:avLst/>
              <a:gdLst>
                <a:gd name="connsiteX0" fmla="*/ 116586 w 114300"/>
                <a:gd name="connsiteY0" fmla="*/ 58293 h 114300"/>
                <a:gd name="connsiteX1" fmla="*/ 58293 w 114300"/>
                <a:gd name="connsiteY1" fmla="*/ 116586 h 114300"/>
                <a:gd name="connsiteX2" fmla="*/ 0 w 114300"/>
                <a:gd name="connsiteY2" fmla="*/ 58293 h 114300"/>
                <a:gd name="connsiteX3" fmla="*/ 58293 w 114300"/>
                <a:gd name="connsiteY3" fmla="*/ 0 h 114300"/>
                <a:gd name="connsiteX4" fmla="*/ 116586 w 114300"/>
                <a:gd name="connsiteY4" fmla="*/ 58293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586" y="58293"/>
                  </a:moveTo>
                  <a:cubicBezTo>
                    <a:pt x="116586" y="90487"/>
                    <a:pt x="90487" y="116586"/>
                    <a:pt x="58293" y="116586"/>
                  </a:cubicBezTo>
                  <a:cubicBezTo>
                    <a:pt x="26099" y="116586"/>
                    <a:pt x="0" y="90487"/>
                    <a:pt x="0" y="58293"/>
                  </a:cubicBezTo>
                  <a:cubicBezTo>
                    <a:pt x="0" y="26099"/>
                    <a:pt x="26099" y="0"/>
                    <a:pt x="58293" y="0"/>
                  </a:cubicBezTo>
                  <a:cubicBezTo>
                    <a:pt x="90487" y="0"/>
                    <a:pt x="116586" y="26099"/>
                    <a:pt x="116586" y="58293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813AF68-4B88-49DC-8D5F-19741244B69F}"/>
                </a:ext>
              </a:extLst>
            </p:cNvPr>
            <p:cNvSpPr/>
            <p:nvPr/>
          </p:nvSpPr>
          <p:spPr>
            <a:xfrm>
              <a:off x="11201838" y="457353"/>
              <a:ext cx="111389" cy="111389"/>
            </a:xfrm>
            <a:custGeom>
              <a:avLst/>
              <a:gdLst>
                <a:gd name="connsiteX0" fmla="*/ 116181 w 114300"/>
                <a:gd name="connsiteY0" fmla="*/ 51792 h 114300"/>
                <a:gd name="connsiteX1" fmla="*/ 64746 w 114300"/>
                <a:gd name="connsiteY1" fmla="*/ 116181 h 114300"/>
                <a:gd name="connsiteX2" fmla="*/ 357 w 114300"/>
                <a:gd name="connsiteY2" fmla="*/ 64746 h 114300"/>
                <a:gd name="connsiteX3" fmla="*/ 51792 w 114300"/>
                <a:gd name="connsiteY3" fmla="*/ 357 h 114300"/>
                <a:gd name="connsiteX4" fmla="*/ 116181 w 114300"/>
                <a:gd name="connsiteY4" fmla="*/ 51792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792"/>
                  </a:moveTo>
                  <a:cubicBezTo>
                    <a:pt x="119705" y="83796"/>
                    <a:pt x="96750" y="112562"/>
                    <a:pt x="64746" y="116181"/>
                  </a:cubicBezTo>
                  <a:cubicBezTo>
                    <a:pt x="32742" y="119705"/>
                    <a:pt x="3977" y="96750"/>
                    <a:pt x="357" y="64746"/>
                  </a:cubicBezTo>
                  <a:cubicBezTo>
                    <a:pt x="-3167" y="32742"/>
                    <a:pt x="19788" y="3977"/>
                    <a:pt x="51792" y="357"/>
                  </a:cubicBezTo>
                  <a:cubicBezTo>
                    <a:pt x="83796" y="-3167"/>
                    <a:pt x="112657" y="19788"/>
                    <a:pt x="116181" y="51792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4020148D-809B-406F-8AE9-6378531A50FF}"/>
                </a:ext>
              </a:extLst>
            </p:cNvPr>
            <p:cNvSpPr/>
            <p:nvPr/>
          </p:nvSpPr>
          <p:spPr>
            <a:xfrm>
              <a:off x="10156720" y="296441"/>
              <a:ext cx="79" cy="396"/>
            </a:xfrm>
            <a:custGeom>
              <a:avLst/>
              <a:gdLst>
                <a:gd name="connsiteX0" fmla="*/ 0 w 126"/>
                <a:gd name="connsiteY0" fmla="*/ 0 h 632"/>
                <a:gd name="connsiteX1" fmla="*/ 126 w 126"/>
                <a:gd name="connsiteY1" fmla="*/ 630 h 632"/>
                <a:gd name="connsiteX2" fmla="*/ 126 w 126"/>
                <a:gd name="connsiteY2" fmla="*/ 632 h 632"/>
                <a:gd name="connsiteX3" fmla="*/ 126 w 126"/>
                <a:gd name="connsiteY3" fmla="*/ 632 h 632"/>
                <a:gd name="connsiteX4" fmla="*/ 125 w 126"/>
                <a:gd name="connsiteY4" fmla="*/ 632 h 632"/>
                <a:gd name="connsiteX5" fmla="*/ 125 w 126"/>
                <a:gd name="connsiteY5" fmla="*/ 632 h 632"/>
                <a:gd name="connsiteX6" fmla="*/ 0 w 126"/>
                <a:gd name="connsiteY6" fmla="*/ 0 h 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" h="632">
                  <a:moveTo>
                    <a:pt x="0" y="0"/>
                  </a:moveTo>
                  <a:lnTo>
                    <a:pt x="126" y="630"/>
                  </a:lnTo>
                  <a:lnTo>
                    <a:pt x="126" y="632"/>
                  </a:lnTo>
                  <a:lnTo>
                    <a:pt x="126" y="632"/>
                  </a:lnTo>
                  <a:lnTo>
                    <a:pt x="125" y="632"/>
                  </a:lnTo>
                  <a:lnTo>
                    <a:pt x="125" y="63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901E08C-E238-4FB9-A622-274942CB80FD}"/>
                </a:ext>
              </a:extLst>
            </p:cNvPr>
            <p:cNvSpPr/>
            <p:nvPr/>
          </p:nvSpPr>
          <p:spPr>
            <a:xfrm>
              <a:off x="11719983" y="1444170"/>
              <a:ext cx="111389" cy="111389"/>
            </a:xfrm>
            <a:custGeom>
              <a:avLst/>
              <a:gdLst>
                <a:gd name="connsiteX0" fmla="*/ 116181 w 114300"/>
                <a:gd name="connsiteY0" fmla="*/ 51791 h 114300"/>
                <a:gd name="connsiteX1" fmla="*/ 64746 w 114300"/>
                <a:gd name="connsiteY1" fmla="*/ 116180 h 114300"/>
                <a:gd name="connsiteX2" fmla="*/ 357 w 114300"/>
                <a:gd name="connsiteY2" fmla="*/ 64745 h 114300"/>
                <a:gd name="connsiteX3" fmla="*/ 51792 w 114300"/>
                <a:gd name="connsiteY3" fmla="*/ 356 h 114300"/>
                <a:gd name="connsiteX4" fmla="*/ 116181 w 114300"/>
                <a:gd name="connsiteY4" fmla="*/ 51791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791"/>
                  </a:moveTo>
                  <a:cubicBezTo>
                    <a:pt x="119705" y="83795"/>
                    <a:pt x="96750" y="112560"/>
                    <a:pt x="64746" y="116180"/>
                  </a:cubicBezTo>
                  <a:cubicBezTo>
                    <a:pt x="32742" y="119704"/>
                    <a:pt x="3977" y="96749"/>
                    <a:pt x="357" y="64745"/>
                  </a:cubicBezTo>
                  <a:cubicBezTo>
                    <a:pt x="-3167" y="32741"/>
                    <a:pt x="19788" y="3975"/>
                    <a:pt x="51792" y="356"/>
                  </a:cubicBezTo>
                  <a:cubicBezTo>
                    <a:pt x="83796" y="-3168"/>
                    <a:pt x="112657" y="19882"/>
                    <a:pt x="116181" y="51791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FCEBB729-71CD-47ED-986C-1E732F9AAAB1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>
              <a:off x="10926567" y="2089612"/>
              <a:ext cx="700662" cy="32894"/>
            </a:xfrm>
            <a:prstGeom prst="line">
              <a:avLst/>
            </a:prstGeom>
            <a:ln w="25400">
              <a:solidFill>
                <a:schemeClr val="accent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7D1081D1-3993-492A-A293-1F93C7739B71}"/>
              </a:ext>
            </a:extLst>
          </p:cNvPr>
          <p:cNvGrpSpPr/>
          <p:nvPr/>
        </p:nvGrpSpPr>
        <p:grpSpPr>
          <a:xfrm flipH="1">
            <a:off x="29592" y="-34758"/>
            <a:ext cx="2567428" cy="2201423"/>
            <a:chOff x="9646172" y="-78917"/>
            <a:chExt cx="2567428" cy="2201423"/>
          </a:xfrm>
        </p:grpSpPr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21203898-75F5-43AF-8606-3E55A307715E}"/>
                </a:ext>
              </a:extLst>
            </p:cNvPr>
            <p:cNvSpPr/>
            <p:nvPr/>
          </p:nvSpPr>
          <p:spPr>
            <a:xfrm>
              <a:off x="10761270" y="-78917"/>
              <a:ext cx="491969" cy="584793"/>
            </a:xfrm>
            <a:custGeom>
              <a:avLst/>
              <a:gdLst>
                <a:gd name="connsiteX0" fmla="*/ 506159 w 504825"/>
                <a:gd name="connsiteY0" fmla="*/ 607124 h 600075"/>
                <a:gd name="connsiteX1" fmla="*/ 474345 w 504825"/>
                <a:gd name="connsiteY1" fmla="*/ 0 h 600075"/>
                <a:gd name="connsiteX2" fmla="*/ 0 w 504825"/>
                <a:gd name="connsiteY2" fmla="*/ 256508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4825" h="600075">
                  <a:moveTo>
                    <a:pt x="506159" y="607124"/>
                  </a:moveTo>
                  <a:lnTo>
                    <a:pt x="474345" y="0"/>
                  </a:lnTo>
                  <a:lnTo>
                    <a:pt x="0" y="256508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560F1574-9085-489D-B747-5B001AD6274F}"/>
                </a:ext>
              </a:extLst>
            </p:cNvPr>
            <p:cNvSpPr/>
            <p:nvPr/>
          </p:nvSpPr>
          <p:spPr>
            <a:xfrm>
              <a:off x="11724602" y="8988"/>
              <a:ext cx="482686" cy="872549"/>
            </a:xfrm>
            <a:custGeom>
              <a:avLst/>
              <a:gdLst>
                <a:gd name="connsiteX0" fmla="*/ 0 w 495300"/>
                <a:gd name="connsiteY0" fmla="*/ 546926 h 895350"/>
                <a:gd name="connsiteX1" fmla="*/ 501777 w 495300"/>
                <a:gd name="connsiteY1" fmla="*/ 0 h 895350"/>
                <a:gd name="connsiteX2" fmla="*/ 494347 w 495300"/>
                <a:gd name="connsiteY2" fmla="*/ 89897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5300" h="895350">
                  <a:moveTo>
                    <a:pt x="0" y="546926"/>
                  </a:moveTo>
                  <a:lnTo>
                    <a:pt x="501777" y="0"/>
                  </a:lnTo>
                  <a:lnTo>
                    <a:pt x="494347" y="89897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1D6C1127-94E0-4957-890F-444F307AB581}"/>
                </a:ext>
              </a:extLst>
            </p:cNvPr>
            <p:cNvSpPr/>
            <p:nvPr/>
          </p:nvSpPr>
          <p:spPr>
            <a:xfrm>
              <a:off x="11231100" y="-46151"/>
              <a:ext cx="393573" cy="558896"/>
            </a:xfrm>
            <a:custGeom>
              <a:avLst/>
              <a:gdLst>
                <a:gd name="connsiteX0" fmla="*/ 0 w 628501"/>
                <a:gd name="connsiteY0" fmla="*/ 0 h 892508"/>
                <a:gd name="connsiteX1" fmla="*/ 628501 w 628501"/>
                <a:gd name="connsiteY1" fmla="*/ 0 h 892508"/>
                <a:gd name="connsiteX2" fmla="*/ 37429 w 628501"/>
                <a:gd name="connsiteY2" fmla="*/ 892508 h 892508"/>
                <a:gd name="connsiteX3" fmla="*/ 0 w 628501"/>
                <a:gd name="connsiteY3" fmla="*/ 0 h 892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8501" h="892508">
                  <a:moveTo>
                    <a:pt x="0" y="0"/>
                  </a:moveTo>
                  <a:lnTo>
                    <a:pt x="628501" y="0"/>
                  </a:lnTo>
                  <a:lnTo>
                    <a:pt x="37429" y="892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108B5DD-00AC-480E-BCE3-BA53E825D431}"/>
                </a:ext>
              </a:extLst>
            </p:cNvPr>
            <p:cNvSpPr/>
            <p:nvPr/>
          </p:nvSpPr>
          <p:spPr>
            <a:xfrm>
              <a:off x="11254539" y="-46151"/>
              <a:ext cx="959061" cy="588135"/>
            </a:xfrm>
            <a:custGeom>
              <a:avLst/>
              <a:gdLst>
                <a:gd name="connsiteX0" fmla="*/ 591072 w 1531535"/>
                <a:gd name="connsiteY0" fmla="*/ 0 h 939200"/>
                <a:gd name="connsiteX1" fmla="*/ 888336 w 1531535"/>
                <a:gd name="connsiteY1" fmla="*/ 0 h 939200"/>
                <a:gd name="connsiteX2" fmla="*/ 1457507 w 1531535"/>
                <a:gd name="connsiteY2" fmla="*/ 0 h 939200"/>
                <a:gd name="connsiteX3" fmla="*/ 1531535 w 1531535"/>
                <a:gd name="connsiteY3" fmla="*/ 88052 h 939200"/>
                <a:gd name="connsiteX4" fmla="*/ 750648 w 1531535"/>
                <a:gd name="connsiteY4" fmla="*/ 939200 h 939200"/>
                <a:gd name="connsiteX5" fmla="*/ 0 w 1531535"/>
                <a:gd name="connsiteY5" fmla="*/ 892508 h 939200"/>
                <a:gd name="connsiteX6" fmla="*/ 591072 w 1531535"/>
                <a:gd name="connsiteY6" fmla="*/ 0 h 93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31535" h="939200">
                  <a:moveTo>
                    <a:pt x="591072" y="0"/>
                  </a:moveTo>
                  <a:lnTo>
                    <a:pt x="888336" y="0"/>
                  </a:lnTo>
                  <a:lnTo>
                    <a:pt x="1457507" y="0"/>
                  </a:lnTo>
                  <a:lnTo>
                    <a:pt x="1531535" y="88052"/>
                  </a:lnTo>
                  <a:lnTo>
                    <a:pt x="750648" y="939200"/>
                  </a:lnTo>
                  <a:lnTo>
                    <a:pt x="0" y="892508"/>
                  </a:lnTo>
                  <a:lnTo>
                    <a:pt x="591072" y="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E8E2DB72-5014-4F57-AE3E-994ACD62AE58}"/>
                </a:ext>
              </a:extLst>
            </p:cNvPr>
            <p:cNvSpPr/>
            <p:nvPr/>
          </p:nvSpPr>
          <p:spPr>
            <a:xfrm>
              <a:off x="10095100" y="-12362"/>
              <a:ext cx="61620" cy="308802"/>
            </a:xfrm>
            <a:custGeom>
              <a:avLst/>
              <a:gdLst>
                <a:gd name="connsiteX0" fmla="*/ 0 w 98401"/>
                <a:gd name="connsiteY0" fmla="*/ 0 h 493130"/>
                <a:gd name="connsiteX1" fmla="*/ 780 w 98401"/>
                <a:gd name="connsiteY1" fmla="*/ 0 h 493130"/>
                <a:gd name="connsiteX2" fmla="*/ 98401 w 98401"/>
                <a:gd name="connsiteY2" fmla="*/ 493130 h 493130"/>
                <a:gd name="connsiteX3" fmla="*/ 0 w 98401"/>
                <a:gd name="connsiteY3" fmla="*/ 0 h 49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01" h="493130">
                  <a:moveTo>
                    <a:pt x="0" y="0"/>
                  </a:moveTo>
                  <a:lnTo>
                    <a:pt x="780" y="0"/>
                  </a:lnTo>
                  <a:lnTo>
                    <a:pt x="98401" y="49313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C1B5F59B-6BBB-4C27-A1C9-D58B234A7661}"/>
                </a:ext>
              </a:extLst>
            </p:cNvPr>
            <p:cNvSpPr/>
            <p:nvPr/>
          </p:nvSpPr>
          <p:spPr>
            <a:xfrm>
              <a:off x="9713562" y="-12362"/>
              <a:ext cx="443236" cy="309198"/>
            </a:xfrm>
            <a:custGeom>
              <a:avLst/>
              <a:gdLst>
                <a:gd name="connsiteX0" fmla="*/ 75234 w 707808"/>
                <a:gd name="connsiteY0" fmla="*/ 0 h 493762"/>
                <a:gd name="connsiteX1" fmla="*/ 609282 w 707808"/>
                <a:gd name="connsiteY1" fmla="*/ 0 h 493762"/>
                <a:gd name="connsiteX2" fmla="*/ 707683 w 707808"/>
                <a:gd name="connsiteY2" fmla="*/ 493130 h 493762"/>
                <a:gd name="connsiteX3" fmla="*/ 707808 w 707808"/>
                <a:gd name="connsiteY3" fmla="*/ 493762 h 493762"/>
                <a:gd name="connsiteX4" fmla="*/ 0 w 707808"/>
                <a:gd name="connsiteY4" fmla="*/ 162760 h 493762"/>
                <a:gd name="connsiteX5" fmla="*/ 75234 w 707808"/>
                <a:gd name="connsiteY5" fmla="*/ 0 h 493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7808" h="493762">
                  <a:moveTo>
                    <a:pt x="75234" y="0"/>
                  </a:moveTo>
                  <a:lnTo>
                    <a:pt x="609282" y="0"/>
                  </a:lnTo>
                  <a:lnTo>
                    <a:pt x="707683" y="493130"/>
                  </a:lnTo>
                  <a:lnTo>
                    <a:pt x="707808" y="493762"/>
                  </a:lnTo>
                  <a:lnTo>
                    <a:pt x="0" y="162760"/>
                  </a:lnTo>
                  <a:lnTo>
                    <a:pt x="75234" y="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5E5F9897-B5BF-45BB-9A97-C7417506C266}"/>
                </a:ext>
              </a:extLst>
            </p:cNvPr>
            <p:cNvSpPr/>
            <p:nvPr/>
          </p:nvSpPr>
          <p:spPr>
            <a:xfrm>
              <a:off x="10095588" y="-12362"/>
              <a:ext cx="665681" cy="309198"/>
            </a:xfrm>
            <a:custGeom>
              <a:avLst/>
              <a:gdLst>
                <a:gd name="connsiteX0" fmla="*/ 0 w 1063034"/>
                <a:gd name="connsiteY0" fmla="*/ 0 h 493762"/>
                <a:gd name="connsiteX1" fmla="*/ 320156 w 1063034"/>
                <a:gd name="connsiteY1" fmla="*/ 0 h 493762"/>
                <a:gd name="connsiteX2" fmla="*/ 858136 w 1063034"/>
                <a:gd name="connsiteY2" fmla="*/ 0 h 493762"/>
                <a:gd name="connsiteX3" fmla="*/ 1011793 w 1063034"/>
                <a:gd name="connsiteY3" fmla="*/ 219656 h 493762"/>
                <a:gd name="connsiteX4" fmla="*/ 1063034 w 1063034"/>
                <a:gd name="connsiteY4" fmla="*/ 292907 h 493762"/>
                <a:gd name="connsiteX5" fmla="*/ 979062 w 1063034"/>
                <a:gd name="connsiteY5" fmla="*/ 310380 h 493762"/>
                <a:gd name="connsiteX6" fmla="*/ 97747 w 1063034"/>
                <a:gd name="connsiteY6" fmla="*/ 493762 h 493762"/>
                <a:gd name="connsiteX7" fmla="*/ 97747 w 1063034"/>
                <a:gd name="connsiteY7" fmla="*/ 493760 h 493762"/>
                <a:gd name="connsiteX8" fmla="*/ 97621 w 1063034"/>
                <a:gd name="connsiteY8" fmla="*/ 493130 h 493762"/>
                <a:gd name="connsiteX9" fmla="*/ 0 w 1063034"/>
                <a:gd name="connsiteY9" fmla="*/ 0 h 493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3034" h="493762">
                  <a:moveTo>
                    <a:pt x="0" y="0"/>
                  </a:moveTo>
                  <a:lnTo>
                    <a:pt x="320156" y="0"/>
                  </a:lnTo>
                  <a:lnTo>
                    <a:pt x="858136" y="0"/>
                  </a:lnTo>
                  <a:lnTo>
                    <a:pt x="1011793" y="219656"/>
                  </a:lnTo>
                  <a:lnTo>
                    <a:pt x="1063034" y="292907"/>
                  </a:lnTo>
                  <a:lnTo>
                    <a:pt x="979062" y="310380"/>
                  </a:lnTo>
                  <a:lnTo>
                    <a:pt x="97747" y="493762"/>
                  </a:lnTo>
                  <a:lnTo>
                    <a:pt x="97747" y="493760"/>
                  </a:lnTo>
                  <a:lnTo>
                    <a:pt x="97621" y="49313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D50EB562-9DF9-4039-9EC8-192CC851C2E8}"/>
                </a:ext>
              </a:extLst>
            </p:cNvPr>
            <p:cNvSpPr/>
            <p:nvPr/>
          </p:nvSpPr>
          <p:spPr>
            <a:xfrm>
              <a:off x="10632961" y="-12362"/>
              <a:ext cx="467497" cy="183420"/>
            </a:xfrm>
            <a:custGeom>
              <a:avLst/>
              <a:gdLst>
                <a:gd name="connsiteX0" fmla="*/ 0 w 746552"/>
                <a:gd name="connsiteY0" fmla="*/ 0 h 292906"/>
                <a:gd name="connsiteX1" fmla="*/ 746552 w 746552"/>
                <a:gd name="connsiteY1" fmla="*/ 0 h 292906"/>
                <a:gd name="connsiteX2" fmla="*/ 287680 w 746552"/>
                <a:gd name="connsiteY2" fmla="*/ 248140 h 292906"/>
                <a:gd name="connsiteX3" fmla="*/ 204897 w 746552"/>
                <a:gd name="connsiteY3" fmla="*/ 292906 h 292906"/>
                <a:gd name="connsiteX4" fmla="*/ 153656 w 746552"/>
                <a:gd name="connsiteY4" fmla="*/ 219656 h 292906"/>
                <a:gd name="connsiteX5" fmla="*/ 0 w 746552"/>
                <a:gd name="connsiteY5" fmla="*/ 0 h 29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6552" h="292906">
                  <a:moveTo>
                    <a:pt x="0" y="0"/>
                  </a:moveTo>
                  <a:lnTo>
                    <a:pt x="746552" y="0"/>
                  </a:lnTo>
                  <a:lnTo>
                    <a:pt x="287680" y="248140"/>
                  </a:lnTo>
                  <a:lnTo>
                    <a:pt x="204897" y="292906"/>
                  </a:lnTo>
                  <a:lnTo>
                    <a:pt x="153656" y="21965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5890C0BC-2726-43EE-8B45-A1756CDA5832}"/>
                </a:ext>
              </a:extLst>
            </p:cNvPr>
            <p:cNvSpPr/>
            <p:nvPr/>
          </p:nvSpPr>
          <p:spPr>
            <a:xfrm>
              <a:off x="9706972" y="835218"/>
              <a:ext cx="677617" cy="872549"/>
            </a:xfrm>
            <a:custGeom>
              <a:avLst/>
              <a:gdLst>
                <a:gd name="connsiteX0" fmla="*/ 528066 w 695325"/>
                <a:gd name="connsiteY0" fmla="*/ 904303 h 895350"/>
                <a:gd name="connsiteX1" fmla="*/ 0 w 695325"/>
                <a:gd name="connsiteY1" fmla="*/ 0 h 895350"/>
                <a:gd name="connsiteX2" fmla="*/ 697230 w 695325"/>
                <a:gd name="connsiteY2" fmla="*/ 325374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5325" h="895350">
                  <a:moveTo>
                    <a:pt x="528066" y="904303"/>
                  </a:moveTo>
                  <a:lnTo>
                    <a:pt x="0" y="0"/>
                  </a:lnTo>
                  <a:lnTo>
                    <a:pt x="697230" y="325374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63D069DF-864A-4F67-B185-CF720614D9D8}"/>
                </a:ext>
              </a:extLst>
            </p:cNvPr>
            <p:cNvSpPr/>
            <p:nvPr/>
          </p:nvSpPr>
          <p:spPr>
            <a:xfrm>
              <a:off x="9703630" y="84919"/>
              <a:ext cx="668335" cy="1058197"/>
            </a:xfrm>
            <a:custGeom>
              <a:avLst/>
              <a:gdLst>
                <a:gd name="connsiteX0" fmla="*/ 9906 w 685800"/>
                <a:gd name="connsiteY0" fmla="*/ 0 h 1085850"/>
                <a:gd name="connsiteX1" fmla="*/ 0 w 685800"/>
                <a:gd name="connsiteY1" fmla="*/ 772287 h 1085850"/>
                <a:gd name="connsiteX2" fmla="*/ 694087 w 685800"/>
                <a:gd name="connsiteY2" fmla="*/ 1089946 h 108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5800" h="1085850">
                  <a:moveTo>
                    <a:pt x="9906" y="0"/>
                  </a:moveTo>
                  <a:lnTo>
                    <a:pt x="0" y="772287"/>
                  </a:lnTo>
                  <a:lnTo>
                    <a:pt x="694087" y="1089946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33D0529D-C258-4D6C-B202-542EE7BA56E0}"/>
                </a:ext>
              </a:extLst>
            </p:cNvPr>
            <p:cNvSpPr/>
            <p:nvPr/>
          </p:nvSpPr>
          <p:spPr>
            <a:xfrm>
              <a:off x="10221496" y="1147107"/>
              <a:ext cx="686900" cy="937526"/>
            </a:xfrm>
            <a:custGeom>
              <a:avLst/>
              <a:gdLst>
                <a:gd name="connsiteX0" fmla="*/ 711041 w 704850"/>
                <a:gd name="connsiteY0" fmla="*/ 967835 h 962025"/>
                <a:gd name="connsiteX1" fmla="*/ 162687 w 704850"/>
                <a:gd name="connsiteY1" fmla="*/ 0 h 962025"/>
                <a:gd name="connsiteX2" fmla="*/ 0 w 704850"/>
                <a:gd name="connsiteY2" fmla="*/ 581025 h 962025"/>
                <a:gd name="connsiteX3" fmla="*/ 711041 w 704850"/>
                <a:gd name="connsiteY3" fmla="*/ 967835 h 962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4850" h="962025">
                  <a:moveTo>
                    <a:pt x="711041" y="967835"/>
                  </a:moveTo>
                  <a:lnTo>
                    <a:pt x="162687" y="0"/>
                  </a:lnTo>
                  <a:lnTo>
                    <a:pt x="0" y="581025"/>
                  </a:lnTo>
                  <a:lnTo>
                    <a:pt x="711041" y="967835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23F21052-C521-4292-929B-D40D675CDD15}"/>
                </a:ext>
              </a:extLst>
            </p:cNvPr>
            <p:cNvSpPr/>
            <p:nvPr/>
          </p:nvSpPr>
          <p:spPr>
            <a:xfrm>
              <a:off x="9713563" y="89560"/>
              <a:ext cx="659053" cy="1048915"/>
            </a:xfrm>
            <a:custGeom>
              <a:avLst/>
              <a:gdLst>
                <a:gd name="connsiteX0" fmla="*/ 454819 w 676275"/>
                <a:gd name="connsiteY0" fmla="*/ 212693 h 1076325"/>
                <a:gd name="connsiteX1" fmla="*/ 0 w 676275"/>
                <a:gd name="connsiteY1" fmla="*/ 0 h 1076325"/>
                <a:gd name="connsiteX2" fmla="*/ 683895 w 676275"/>
                <a:gd name="connsiteY2" fmla="*/ 1085183 h 107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6275" h="1076325">
                  <a:moveTo>
                    <a:pt x="454819" y="212693"/>
                  </a:moveTo>
                  <a:lnTo>
                    <a:pt x="0" y="0"/>
                  </a:lnTo>
                  <a:lnTo>
                    <a:pt x="683895" y="1085183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16E1C646-B40F-4688-885F-BCC512D92272}"/>
                </a:ext>
              </a:extLst>
            </p:cNvPr>
            <p:cNvSpPr/>
            <p:nvPr/>
          </p:nvSpPr>
          <p:spPr>
            <a:xfrm>
              <a:off x="10380041" y="171060"/>
              <a:ext cx="464122" cy="974655"/>
            </a:xfrm>
            <a:custGeom>
              <a:avLst/>
              <a:gdLst>
                <a:gd name="connsiteX0" fmla="*/ 480917 w 476250"/>
                <a:gd name="connsiteY0" fmla="*/ 804196 h 1000125"/>
                <a:gd name="connsiteX1" fmla="*/ 0 w 476250"/>
                <a:gd name="connsiteY1" fmla="*/ 1001554 h 1000125"/>
                <a:gd name="connsiteX2" fmla="*/ 391192 w 476250"/>
                <a:gd name="connsiteY2" fmla="*/ 0 h 100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50" h="1000125">
                  <a:moveTo>
                    <a:pt x="480917" y="804196"/>
                  </a:moveTo>
                  <a:lnTo>
                    <a:pt x="0" y="1001554"/>
                  </a:lnTo>
                  <a:lnTo>
                    <a:pt x="391192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8A7431CF-1A92-47DC-83C7-5C6299B8B3D3}"/>
                </a:ext>
              </a:extLst>
            </p:cNvPr>
            <p:cNvSpPr/>
            <p:nvPr/>
          </p:nvSpPr>
          <p:spPr>
            <a:xfrm>
              <a:off x="10156798" y="171060"/>
              <a:ext cx="603358" cy="974655"/>
            </a:xfrm>
            <a:custGeom>
              <a:avLst/>
              <a:gdLst>
                <a:gd name="connsiteX0" fmla="*/ 0 w 619125"/>
                <a:gd name="connsiteY0" fmla="*/ 129064 h 1000125"/>
                <a:gd name="connsiteX1" fmla="*/ 620268 w 619125"/>
                <a:gd name="connsiteY1" fmla="*/ 0 h 1000125"/>
                <a:gd name="connsiteX2" fmla="*/ 229076 w 619125"/>
                <a:gd name="connsiteY2" fmla="*/ 1001554 h 100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9125" h="1000125">
                  <a:moveTo>
                    <a:pt x="0" y="129064"/>
                  </a:moveTo>
                  <a:lnTo>
                    <a:pt x="620268" y="0"/>
                  </a:lnTo>
                  <a:lnTo>
                    <a:pt x="229076" y="1001554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33C1A73F-012F-4758-B091-CB6602C945AD}"/>
                </a:ext>
              </a:extLst>
            </p:cNvPr>
            <p:cNvSpPr/>
            <p:nvPr/>
          </p:nvSpPr>
          <p:spPr>
            <a:xfrm>
              <a:off x="10917122" y="1505131"/>
              <a:ext cx="853984" cy="612641"/>
            </a:xfrm>
            <a:custGeom>
              <a:avLst/>
              <a:gdLst>
                <a:gd name="connsiteX0" fmla="*/ 728663 w 876300"/>
                <a:gd name="connsiteY0" fmla="*/ 633508 h 628650"/>
                <a:gd name="connsiteX1" fmla="*/ 878967 w 876300"/>
                <a:gd name="connsiteY1" fmla="*/ 0 h 628650"/>
                <a:gd name="connsiteX2" fmla="*/ 0 w 876300"/>
                <a:gd name="connsiteY2" fmla="*/ 601028 h 628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6300" h="628650">
                  <a:moveTo>
                    <a:pt x="728663" y="633508"/>
                  </a:moveTo>
                  <a:lnTo>
                    <a:pt x="878967" y="0"/>
                  </a:lnTo>
                  <a:lnTo>
                    <a:pt x="0" y="601028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B804377-27A8-4CC5-9F61-EF69A7FEDC2D}"/>
                </a:ext>
              </a:extLst>
            </p:cNvPr>
            <p:cNvSpPr/>
            <p:nvPr/>
          </p:nvSpPr>
          <p:spPr>
            <a:xfrm>
              <a:off x="10380041" y="954775"/>
              <a:ext cx="631205" cy="538381"/>
            </a:xfrm>
            <a:custGeom>
              <a:avLst/>
              <a:gdLst>
                <a:gd name="connsiteX0" fmla="*/ 0 w 647700"/>
                <a:gd name="connsiteY0" fmla="*/ 197358 h 552450"/>
                <a:gd name="connsiteX1" fmla="*/ 480917 w 647700"/>
                <a:gd name="connsiteY1" fmla="*/ 0 h 552450"/>
                <a:gd name="connsiteX2" fmla="*/ 650748 w 647700"/>
                <a:gd name="connsiteY2" fmla="*/ 555879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700" h="552450">
                  <a:moveTo>
                    <a:pt x="0" y="197358"/>
                  </a:moveTo>
                  <a:lnTo>
                    <a:pt x="480917" y="0"/>
                  </a:lnTo>
                  <a:lnTo>
                    <a:pt x="650748" y="55587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8AB7A34F-77E0-4F44-85D5-EC1FCD1C005E}"/>
                </a:ext>
              </a:extLst>
            </p:cNvPr>
            <p:cNvSpPr/>
            <p:nvPr/>
          </p:nvSpPr>
          <p:spPr>
            <a:xfrm>
              <a:off x="10380041" y="1147107"/>
              <a:ext cx="631205" cy="937526"/>
            </a:xfrm>
            <a:custGeom>
              <a:avLst/>
              <a:gdLst>
                <a:gd name="connsiteX0" fmla="*/ 551117 w 647700"/>
                <a:gd name="connsiteY0" fmla="*/ 968407 h 962025"/>
                <a:gd name="connsiteX1" fmla="*/ 650748 w 647700"/>
                <a:gd name="connsiteY1" fmla="*/ 358521 h 962025"/>
                <a:gd name="connsiteX2" fmla="*/ 0 w 647700"/>
                <a:gd name="connsiteY2" fmla="*/ 0 h 962025"/>
                <a:gd name="connsiteX3" fmla="*/ 551117 w 647700"/>
                <a:gd name="connsiteY3" fmla="*/ 968407 h 962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700" h="962025">
                  <a:moveTo>
                    <a:pt x="551117" y="968407"/>
                  </a:moveTo>
                  <a:lnTo>
                    <a:pt x="650748" y="358521"/>
                  </a:lnTo>
                  <a:lnTo>
                    <a:pt x="0" y="0"/>
                  </a:lnTo>
                  <a:lnTo>
                    <a:pt x="551117" y="968407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532FC38E-3D4D-493F-9534-B4E19B1D78DA}"/>
                </a:ext>
              </a:extLst>
            </p:cNvPr>
            <p:cNvSpPr/>
            <p:nvPr/>
          </p:nvSpPr>
          <p:spPr>
            <a:xfrm>
              <a:off x="10917122" y="1496499"/>
              <a:ext cx="853984" cy="594076"/>
            </a:xfrm>
            <a:custGeom>
              <a:avLst/>
              <a:gdLst>
                <a:gd name="connsiteX0" fmla="*/ 0 w 876300"/>
                <a:gd name="connsiteY0" fmla="*/ 609886 h 609600"/>
                <a:gd name="connsiteX1" fmla="*/ 99632 w 876300"/>
                <a:gd name="connsiteY1" fmla="*/ 0 h 609600"/>
                <a:gd name="connsiteX2" fmla="*/ 878967 w 876300"/>
                <a:gd name="connsiteY2" fmla="*/ 8858 h 609600"/>
                <a:gd name="connsiteX3" fmla="*/ 0 w 876300"/>
                <a:gd name="connsiteY3" fmla="*/ 609886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6300" h="609600">
                  <a:moveTo>
                    <a:pt x="0" y="609886"/>
                  </a:moveTo>
                  <a:lnTo>
                    <a:pt x="99632" y="0"/>
                  </a:lnTo>
                  <a:lnTo>
                    <a:pt x="878967" y="8858"/>
                  </a:lnTo>
                  <a:lnTo>
                    <a:pt x="0" y="609886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BB1C3AE0-FDAC-4527-82A3-7F67024E29B4}"/>
                </a:ext>
              </a:extLst>
            </p:cNvPr>
            <p:cNvSpPr/>
            <p:nvPr/>
          </p:nvSpPr>
          <p:spPr>
            <a:xfrm>
              <a:off x="11773855" y="1505189"/>
              <a:ext cx="439374" cy="171134"/>
            </a:xfrm>
            <a:custGeom>
              <a:avLst/>
              <a:gdLst>
                <a:gd name="connsiteX0" fmla="*/ 0 w 701641"/>
                <a:gd name="connsiteY0" fmla="*/ 0 h 273286"/>
                <a:gd name="connsiteX1" fmla="*/ 701641 w 701641"/>
                <a:gd name="connsiteY1" fmla="*/ 270344 h 273286"/>
                <a:gd name="connsiteX2" fmla="*/ 701641 w 701641"/>
                <a:gd name="connsiteY2" fmla="*/ 273286 h 273286"/>
                <a:gd name="connsiteX3" fmla="*/ 0 w 701641"/>
                <a:gd name="connsiteY3" fmla="*/ 0 h 273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1641" h="273286">
                  <a:moveTo>
                    <a:pt x="0" y="0"/>
                  </a:moveTo>
                  <a:lnTo>
                    <a:pt x="701641" y="270344"/>
                  </a:lnTo>
                  <a:lnTo>
                    <a:pt x="701641" y="27328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63042967-13E2-4CA9-AD8D-EFE84F48E814}"/>
                </a:ext>
              </a:extLst>
            </p:cNvPr>
            <p:cNvSpPr/>
            <p:nvPr/>
          </p:nvSpPr>
          <p:spPr>
            <a:xfrm>
              <a:off x="11773706" y="885064"/>
              <a:ext cx="439523" cy="789417"/>
            </a:xfrm>
            <a:custGeom>
              <a:avLst/>
              <a:gdLst>
                <a:gd name="connsiteX0" fmla="*/ 690909 w 701879"/>
                <a:gd name="connsiteY0" fmla="*/ 0 h 1260628"/>
                <a:gd name="connsiteX1" fmla="*/ 701879 w 701879"/>
                <a:gd name="connsiteY1" fmla="*/ 47075 h 1260628"/>
                <a:gd name="connsiteX2" fmla="*/ 701879 w 701879"/>
                <a:gd name="connsiteY2" fmla="*/ 1260628 h 1260628"/>
                <a:gd name="connsiteX3" fmla="*/ 238 w 701879"/>
                <a:gd name="connsiteY3" fmla="*/ 990284 h 1260628"/>
                <a:gd name="connsiteX4" fmla="*/ 0 w 701879"/>
                <a:gd name="connsiteY4" fmla="*/ 990191 h 1260628"/>
                <a:gd name="connsiteX5" fmla="*/ 690909 w 701879"/>
                <a:gd name="connsiteY5" fmla="*/ 0 h 126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1879" h="1260628">
                  <a:moveTo>
                    <a:pt x="690909" y="0"/>
                  </a:moveTo>
                  <a:lnTo>
                    <a:pt x="701879" y="47075"/>
                  </a:lnTo>
                  <a:lnTo>
                    <a:pt x="701879" y="1260628"/>
                  </a:lnTo>
                  <a:lnTo>
                    <a:pt x="238" y="990284"/>
                  </a:lnTo>
                  <a:lnTo>
                    <a:pt x="0" y="990191"/>
                  </a:lnTo>
                  <a:lnTo>
                    <a:pt x="690909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47D43CB0-3885-4A86-964C-24E518FEB7BA}"/>
                </a:ext>
              </a:extLst>
            </p:cNvPr>
            <p:cNvSpPr/>
            <p:nvPr/>
          </p:nvSpPr>
          <p:spPr>
            <a:xfrm>
              <a:off x="11631777" y="1505131"/>
              <a:ext cx="581452" cy="610970"/>
            </a:xfrm>
            <a:custGeom>
              <a:avLst/>
              <a:gdLst>
                <a:gd name="connsiteX0" fmla="*/ 226647 w 928527"/>
                <a:gd name="connsiteY0" fmla="*/ 0 h 975665"/>
                <a:gd name="connsiteX1" fmla="*/ 226648 w 928527"/>
                <a:gd name="connsiteY1" fmla="*/ 0 h 975665"/>
                <a:gd name="connsiteX2" fmla="*/ 226647 w 928527"/>
                <a:gd name="connsiteY2" fmla="*/ 1 h 975665"/>
                <a:gd name="connsiteX3" fmla="*/ 226886 w 928527"/>
                <a:gd name="connsiteY3" fmla="*/ 93 h 975665"/>
                <a:gd name="connsiteX4" fmla="*/ 928527 w 928527"/>
                <a:gd name="connsiteY4" fmla="*/ 273379 h 975665"/>
                <a:gd name="connsiteX5" fmla="*/ 928527 w 928527"/>
                <a:gd name="connsiteY5" fmla="*/ 544112 h 975665"/>
                <a:gd name="connsiteX6" fmla="*/ 0 w 928527"/>
                <a:gd name="connsiteY6" fmla="*/ 975665 h 975665"/>
                <a:gd name="connsiteX7" fmla="*/ 226647 w 928527"/>
                <a:gd name="connsiteY7" fmla="*/ 0 h 975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28527" h="975665">
                  <a:moveTo>
                    <a:pt x="226647" y="0"/>
                  </a:moveTo>
                  <a:lnTo>
                    <a:pt x="226648" y="0"/>
                  </a:lnTo>
                  <a:lnTo>
                    <a:pt x="226647" y="1"/>
                  </a:lnTo>
                  <a:lnTo>
                    <a:pt x="226886" y="93"/>
                  </a:lnTo>
                  <a:lnTo>
                    <a:pt x="928527" y="273379"/>
                  </a:lnTo>
                  <a:lnTo>
                    <a:pt x="928527" y="544112"/>
                  </a:lnTo>
                  <a:lnTo>
                    <a:pt x="0" y="975665"/>
                  </a:lnTo>
                  <a:lnTo>
                    <a:pt x="226647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64800A95-B7DD-4BB7-BFA6-90438D4074DD}"/>
                </a:ext>
              </a:extLst>
            </p:cNvPr>
            <p:cNvSpPr/>
            <p:nvPr/>
          </p:nvSpPr>
          <p:spPr>
            <a:xfrm>
              <a:off x="11014217" y="1033955"/>
              <a:ext cx="751877" cy="464122"/>
            </a:xfrm>
            <a:custGeom>
              <a:avLst/>
              <a:gdLst>
                <a:gd name="connsiteX0" fmla="*/ 0 w 771525"/>
                <a:gd name="connsiteY0" fmla="*/ 474631 h 476250"/>
                <a:gd name="connsiteX1" fmla="*/ 390049 w 771525"/>
                <a:gd name="connsiteY1" fmla="*/ 0 h 476250"/>
                <a:gd name="connsiteX2" fmla="*/ 779335 w 771525"/>
                <a:gd name="connsiteY2" fmla="*/ 483489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1525" h="476250">
                  <a:moveTo>
                    <a:pt x="0" y="474631"/>
                  </a:moveTo>
                  <a:lnTo>
                    <a:pt x="390049" y="0"/>
                  </a:lnTo>
                  <a:lnTo>
                    <a:pt x="779335" y="48348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7E85A836-4772-4DD2-82E6-BC3D5D352188}"/>
                </a:ext>
              </a:extLst>
            </p:cNvPr>
            <p:cNvSpPr/>
            <p:nvPr/>
          </p:nvSpPr>
          <p:spPr>
            <a:xfrm>
              <a:off x="10848711" y="954775"/>
              <a:ext cx="538381" cy="538381"/>
            </a:xfrm>
            <a:custGeom>
              <a:avLst/>
              <a:gdLst>
                <a:gd name="connsiteX0" fmla="*/ 0 w 552450"/>
                <a:gd name="connsiteY0" fmla="*/ 0 h 552450"/>
                <a:gd name="connsiteX1" fmla="*/ 559880 w 552450"/>
                <a:gd name="connsiteY1" fmla="*/ 81248 h 552450"/>
                <a:gd name="connsiteX2" fmla="*/ 169831 w 552450"/>
                <a:gd name="connsiteY2" fmla="*/ 555879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2450" h="552450">
                  <a:moveTo>
                    <a:pt x="0" y="0"/>
                  </a:moveTo>
                  <a:lnTo>
                    <a:pt x="559880" y="81248"/>
                  </a:lnTo>
                  <a:lnTo>
                    <a:pt x="169831" y="55587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73B1AC75-3A44-4E21-B775-2642E72CE53B}"/>
                </a:ext>
              </a:extLst>
            </p:cNvPr>
            <p:cNvSpPr/>
            <p:nvPr/>
          </p:nvSpPr>
          <p:spPr>
            <a:xfrm>
              <a:off x="10761270" y="171060"/>
              <a:ext cx="491969" cy="779725"/>
            </a:xfrm>
            <a:custGeom>
              <a:avLst/>
              <a:gdLst>
                <a:gd name="connsiteX0" fmla="*/ 0 w 504825"/>
                <a:gd name="connsiteY0" fmla="*/ 0 h 800100"/>
                <a:gd name="connsiteX1" fmla="*/ 504825 w 504825"/>
                <a:gd name="connsiteY1" fmla="*/ 338804 h 800100"/>
                <a:gd name="connsiteX2" fmla="*/ 89726 w 504825"/>
                <a:gd name="connsiteY2" fmla="*/ 804196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4825" h="800100">
                  <a:moveTo>
                    <a:pt x="0" y="0"/>
                  </a:moveTo>
                  <a:lnTo>
                    <a:pt x="504825" y="338804"/>
                  </a:lnTo>
                  <a:lnTo>
                    <a:pt x="89726" y="804196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B8C516EA-925C-4BE3-B77D-6C8F9ACFD37E}"/>
                </a:ext>
              </a:extLst>
            </p:cNvPr>
            <p:cNvSpPr/>
            <p:nvPr/>
          </p:nvSpPr>
          <p:spPr>
            <a:xfrm>
              <a:off x="10848711" y="512746"/>
              <a:ext cx="538381" cy="519816"/>
            </a:xfrm>
            <a:custGeom>
              <a:avLst/>
              <a:gdLst>
                <a:gd name="connsiteX0" fmla="*/ 559880 w 552450"/>
                <a:gd name="connsiteY0" fmla="*/ 534829 h 533400"/>
                <a:gd name="connsiteX1" fmla="*/ 416433 w 552450"/>
                <a:gd name="connsiteY1" fmla="*/ 0 h 533400"/>
                <a:gd name="connsiteX2" fmla="*/ 0 w 552450"/>
                <a:gd name="connsiteY2" fmla="*/ 45358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2450" h="533400">
                  <a:moveTo>
                    <a:pt x="559880" y="534829"/>
                  </a:moveTo>
                  <a:lnTo>
                    <a:pt x="416433" y="0"/>
                  </a:lnTo>
                  <a:lnTo>
                    <a:pt x="0" y="45358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FB04E203-3151-47D1-BF21-7E3E8EB60E2A}"/>
                </a:ext>
              </a:extLst>
            </p:cNvPr>
            <p:cNvSpPr/>
            <p:nvPr/>
          </p:nvSpPr>
          <p:spPr>
            <a:xfrm>
              <a:off x="11394332" y="541986"/>
              <a:ext cx="371297" cy="956091"/>
            </a:xfrm>
            <a:custGeom>
              <a:avLst/>
              <a:gdLst>
                <a:gd name="connsiteX0" fmla="*/ 389287 w 381000"/>
                <a:gd name="connsiteY0" fmla="*/ 988314 h 981075"/>
                <a:gd name="connsiteX1" fmla="*/ 338900 w 381000"/>
                <a:gd name="connsiteY1" fmla="*/ 0 h 981075"/>
                <a:gd name="connsiteX2" fmla="*/ 0 w 381000"/>
                <a:gd name="connsiteY2" fmla="*/ 504825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000" h="981075">
                  <a:moveTo>
                    <a:pt x="389287" y="988314"/>
                  </a:moveTo>
                  <a:lnTo>
                    <a:pt x="338900" y="0"/>
                  </a:lnTo>
                  <a:lnTo>
                    <a:pt x="0" y="504825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258A6CC8-9E30-4B8F-945A-BD18AF5D368C}"/>
                </a:ext>
              </a:extLst>
            </p:cNvPr>
            <p:cNvSpPr/>
            <p:nvPr/>
          </p:nvSpPr>
          <p:spPr>
            <a:xfrm>
              <a:off x="11724602" y="541986"/>
              <a:ext cx="473404" cy="956091"/>
            </a:xfrm>
            <a:custGeom>
              <a:avLst/>
              <a:gdLst>
                <a:gd name="connsiteX0" fmla="*/ 0 w 485775"/>
                <a:gd name="connsiteY0" fmla="*/ 0 h 981075"/>
                <a:gd name="connsiteX1" fmla="*/ 494347 w 485775"/>
                <a:gd name="connsiteY1" fmla="*/ 352044 h 981075"/>
                <a:gd name="connsiteX2" fmla="*/ 50387 w 485775"/>
                <a:gd name="connsiteY2" fmla="*/ 988314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5775" h="981075">
                  <a:moveTo>
                    <a:pt x="0" y="0"/>
                  </a:moveTo>
                  <a:lnTo>
                    <a:pt x="494347" y="352044"/>
                  </a:lnTo>
                  <a:lnTo>
                    <a:pt x="50387" y="988314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D57D8E5C-F9AC-455D-8D4D-FFD0B14EAAD9}"/>
                </a:ext>
              </a:extLst>
            </p:cNvPr>
            <p:cNvSpPr/>
            <p:nvPr/>
          </p:nvSpPr>
          <p:spPr>
            <a:xfrm>
              <a:off x="11254539" y="512746"/>
              <a:ext cx="464122" cy="519816"/>
            </a:xfrm>
            <a:custGeom>
              <a:avLst/>
              <a:gdLst>
                <a:gd name="connsiteX0" fmla="*/ 0 w 476250"/>
                <a:gd name="connsiteY0" fmla="*/ 0 h 533400"/>
                <a:gd name="connsiteX1" fmla="*/ 482346 w 476250"/>
                <a:gd name="connsiteY1" fmla="*/ 30004 h 533400"/>
                <a:gd name="connsiteX2" fmla="*/ 143446 w 476250"/>
                <a:gd name="connsiteY2" fmla="*/ 534829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50" h="533400">
                  <a:moveTo>
                    <a:pt x="0" y="0"/>
                  </a:moveTo>
                  <a:lnTo>
                    <a:pt x="482346" y="30004"/>
                  </a:lnTo>
                  <a:lnTo>
                    <a:pt x="143446" y="53482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915A31FF-0B2D-40FA-943F-49FFA49A5500}"/>
                </a:ext>
              </a:extLst>
            </p:cNvPr>
            <p:cNvSpPr/>
            <p:nvPr/>
          </p:nvSpPr>
          <p:spPr>
            <a:xfrm>
              <a:off x="10326133" y="1093741"/>
              <a:ext cx="111389" cy="111389"/>
            </a:xfrm>
            <a:custGeom>
              <a:avLst/>
              <a:gdLst>
                <a:gd name="connsiteX0" fmla="*/ 116181 w 114300"/>
                <a:gd name="connsiteY0" fmla="*/ 51809 h 114300"/>
                <a:gd name="connsiteX1" fmla="*/ 64746 w 114300"/>
                <a:gd name="connsiteY1" fmla="*/ 116198 h 114300"/>
                <a:gd name="connsiteX2" fmla="*/ 357 w 114300"/>
                <a:gd name="connsiteY2" fmla="*/ 64763 h 114300"/>
                <a:gd name="connsiteX3" fmla="*/ 51792 w 114300"/>
                <a:gd name="connsiteY3" fmla="*/ 374 h 114300"/>
                <a:gd name="connsiteX4" fmla="*/ 116181 w 114300"/>
                <a:gd name="connsiteY4" fmla="*/ 51809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809"/>
                  </a:moveTo>
                  <a:cubicBezTo>
                    <a:pt x="119705" y="83813"/>
                    <a:pt x="96750" y="112579"/>
                    <a:pt x="64746" y="116198"/>
                  </a:cubicBezTo>
                  <a:cubicBezTo>
                    <a:pt x="32742" y="119722"/>
                    <a:pt x="3977" y="96767"/>
                    <a:pt x="357" y="64763"/>
                  </a:cubicBezTo>
                  <a:cubicBezTo>
                    <a:pt x="-3167" y="32759"/>
                    <a:pt x="19788" y="3994"/>
                    <a:pt x="51792" y="374"/>
                  </a:cubicBezTo>
                  <a:cubicBezTo>
                    <a:pt x="83796" y="-3245"/>
                    <a:pt x="112657" y="19805"/>
                    <a:pt x="116181" y="51809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4EAADF45-6631-4B08-82E4-BFCAE6011DE8}"/>
                </a:ext>
              </a:extLst>
            </p:cNvPr>
            <p:cNvSpPr/>
            <p:nvPr/>
          </p:nvSpPr>
          <p:spPr>
            <a:xfrm>
              <a:off x="11719983" y="1444170"/>
              <a:ext cx="111389" cy="111389"/>
            </a:xfrm>
            <a:custGeom>
              <a:avLst/>
              <a:gdLst>
                <a:gd name="connsiteX0" fmla="*/ 116181 w 114300"/>
                <a:gd name="connsiteY0" fmla="*/ 51791 h 114300"/>
                <a:gd name="connsiteX1" fmla="*/ 64746 w 114300"/>
                <a:gd name="connsiteY1" fmla="*/ 116180 h 114300"/>
                <a:gd name="connsiteX2" fmla="*/ 357 w 114300"/>
                <a:gd name="connsiteY2" fmla="*/ 64745 h 114300"/>
                <a:gd name="connsiteX3" fmla="*/ 51792 w 114300"/>
                <a:gd name="connsiteY3" fmla="*/ 356 h 114300"/>
                <a:gd name="connsiteX4" fmla="*/ 116181 w 114300"/>
                <a:gd name="connsiteY4" fmla="*/ 51791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791"/>
                  </a:moveTo>
                  <a:cubicBezTo>
                    <a:pt x="119705" y="83795"/>
                    <a:pt x="96750" y="112560"/>
                    <a:pt x="64746" y="116180"/>
                  </a:cubicBezTo>
                  <a:cubicBezTo>
                    <a:pt x="32742" y="119704"/>
                    <a:pt x="3977" y="96749"/>
                    <a:pt x="357" y="64745"/>
                  </a:cubicBezTo>
                  <a:cubicBezTo>
                    <a:pt x="-3167" y="32741"/>
                    <a:pt x="19788" y="3975"/>
                    <a:pt x="51792" y="356"/>
                  </a:cubicBezTo>
                  <a:cubicBezTo>
                    <a:pt x="83796" y="-3168"/>
                    <a:pt x="112657" y="19882"/>
                    <a:pt x="116181" y="51791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CDB6778E-4E12-4BC2-8DFB-FFDF9F944B63}"/>
                </a:ext>
              </a:extLst>
            </p:cNvPr>
            <p:cNvSpPr/>
            <p:nvPr/>
          </p:nvSpPr>
          <p:spPr>
            <a:xfrm>
              <a:off x="9646172" y="777760"/>
              <a:ext cx="111389" cy="111389"/>
            </a:xfrm>
            <a:custGeom>
              <a:avLst/>
              <a:gdLst>
                <a:gd name="connsiteX0" fmla="*/ 116586 w 114300"/>
                <a:gd name="connsiteY0" fmla="*/ 58293 h 114300"/>
                <a:gd name="connsiteX1" fmla="*/ 58293 w 114300"/>
                <a:gd name="connsiteY1" fmla="*/ 116586 h 114300"/>
                <a:gd name="connsiteX2" fmla="*/ 0 w 114300"/>
                <a:gd name="connsiteY2" fmla="*/ 58293 h 114300"/>
                <a:gd name="connsiteX3" fmla="*/ 58293 w 114300"/>
                <a:gd name="connsiteY3" fmla="*/ 0 h 114300"/>
                <a:gd name="connsiteX4" fmla="*/ 116586 w 114300"/>
                <a:gd name="connsiteY4" fmla="*/ 58293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586" y="58293"/>
                  </a:moveTo>
                  <a:cubicBezTo>
                    <a:pt x="116586" y="90487"/>
                    <a:pt x="90487" y="116586"/>
                    <a:pt x="58293" y="116586"/>
                  </a:cubicBezTo>
                  <a:cubicBezTo>
                    <a:pt x="26099" y="116586"/>
                    <a:pt x="0" y="90487"/>
                    <a:pt x="0" y="58293"/>
                  </a:cubicBezTo>
                  <a:cubicBezTo>
                    <a:pt x="0" y="26099"/>
                    <a:pt x="26099" y="0"/>
                    <a:pt x="58293" y="0"/>
                  </a:cubicBezTo>
                  <a:cubicBezTo>
                    <a:pt x="90487" y="0"/>
                    <a:pt x="116586" y="26099"/>
                    <a:pt x="116586" y="58293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D1475A72-4EF5-4265-A848-B4CE35354D09}"/>
                </a:ext>
              </a:extLst>
            </p:cNvPr>
            <p:cNvSpPr/>
            <p:nvPr/>
          </p:nvSpPr>
          <p:spPr>
            <a:xfrm>
              <a:off x="11201838" y="457353"/>
              <a:ext cx="111389" cy="111389"/>
            </a:xfrm>
            <a:custGeom>
              <a:avLst/>
              <a:gdLst>
                <a:gd name="connsiteX0" fmla="*/ 116181 w 114300"/>
                <a:gd name="connsiteY0" fmla="*/ 51792 h 114300"/>
                <a:gd name="connsiteX1" fmla="*/ 64746 w 114300"/>
                <a:gd name="connsiteY1" fmla="*/ 116181 h 114300"/>
                <a:gd name="connsiteX2" fmla="*/ 357 w 114300"/>
                <a:gd name="connsiteY2" fmla="*/ 64746 h 114300"/>
                <a:gd name="connsiteX3" fmla="*/ 51792 w 114300"/>
                <a:gd name="connsiteY3" fmla="*/ 357 h 114300"/>
                <a:gd name="connsiteX4" fmla="*/ 116181 w 114300"/>
                <a:gd name="connsiteY4" fmla="*/ 51792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792"/>
                  </a:moveTo>
                  <a:cubicBezTo>
                    <a:pt x="119705" y="83796"/>
                    <a:pt x="96750" y="112562"/>
                    <a:pt x="64746" y="116181"/>
                  </a:cubicBezTo>
                  <a:cubicBezTo>
                    <a:pt x="32742" y="119705"/>
                    <a:pt x="3977" y="96750"/>
                    <a:pt x="357" y="64746"/>
                  </a:cubicBezTo>
                  <a:cubicBezTo>
                    <a:pt x="-3167" y="32742"/>
                    <a:pt x="19788" y="3977"/>
                    <a:pt x="51792" y="357"/>
                  </a:cubicBezTo>
                  <a:cubicBezTo>
                    <a:pt x="83796" y="-3167"/>
                    <a:pt x="112657" y="19788"/>
                    <a:pt x="116181" y="51792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4473C88C-90F1-472C-97A0-584345D72B58}"/>
                </a:ext>
              </a:extLst>
            </p:cNvPr>
            <p:cNvSpPr/>
            <p:nvPr/>
          </p:nvSpPr>
          <p:spPr>
            <a:xfrm>
              <a:off x="10326133" y="1093741"/>
              <a:ext cx="111389" cy="111389"/>
            </a:xfrm>
            <a:custGeom>
              <a:avLst/>
              <a:gdLst>
                <a:gd name="connsiteX0" fmla="*/ 116181 w 114300"/>
                <a:gd name="connsiteY0" fmla="*/ 51809 h 114300"/>
                <a:gd name="connsiteX1" fmla="*/ 64746 w 114300"/>
                <a:gd name="connsiteY1" fmla="*/ 116198 h 114300"/>
                <a:gd name="connsiteX2" fmla="*/ 357 w 114300"/>
                <a:gd name="connsiteY2" fmla="*/ 64763 h 114300"/>
                <a:gd name="connsiteX3" fmla="*/ 51792 w 114300"/>
                <a:gd name="connsiteY3" fmla="*/ 374 h 114300"/>
                <a:gd name="connsiteX4" fmla="*/ 116181 w 114300"/>
                <a:gd name="connsiteY4" fmla="*/ 51809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809"/>
                  </a:moveTo>
                  <a:cubicBezTo>
                    <a:pt x="119705" y="83813"/>
                    <a:pt x="96750" y="112579"/>
                    <a:pt x="64746" y="116198"/>
                  </a:cubicBezTo>
                  <a:cubicBezTo>
                    <a:pt x="32742" y="119722"/>
                    <a:pt x="3977" y="96767"/>
                    <a:pt x="357" y="64763"/>
                  </a:cubicBezTo>
                  <a:cubicBezTo>
                    <a:pt x="-3167" y="32759"/>
                    <a:pt x="19788" y="3994"/>
                    <a:pt x="51792" y="374"/>
                  </a:cubicBezTo>
                  <a:cubicBezTo>
                    <a:pt x="83796" y="-3245"/>
                    <a:pt x="112657" y="19805"/>
                    <a:pt x="116181" y="51809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6091FAB6-9F3F-4928-BD4A-57A4DB7FD544}"/>
                </a:ext>
              </a:extLst>
            </p:cNvPr>
            <p:cNvSpPr/>
            <p:nvPr/>
          </p:nvSpPr>
          <p:spPr>
            <a:xfrm>
              <a:off x="9646172" y="777760"/>
              <a:ext cx="111389" cy="111389"/>
            </a:xfrm>
            <a:custGeom>
              <a:avLst/>
              <a:gdLst>
                <a:gd name="connsiteX0" fmla="*/ 116586 w 114300"/>
                <a:gd name="connsiteY0" fmla="*/ 58293 h 114300"/>
                <a:gd name="connsiteX1" fmla="*/ 58293 w 114300"/>
                <a:gd name="connsiteY1" fmla="*/ 116586 h 114300"/>
                <a:gd name="connsiteX2" fmla="*/ 0 w 114300"/>
                <a:gd name="connsiteY2" fmla="*/ 58293 h 114300"/>
                <a:gd name="connsiteX3" fmla="*/ 58293 w 114300"/>
                <a:gd name="connsiteY3" fmla="*/ 0 h 114300"/>
                <a:gd name="connsiteX4" fmla="*/ 116586 w 114300"/>
                <a:gd name="connsiteY4" fmla="*/ 58293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586" y="58293"/>
                  </a:moveTo>
                  <a:cubicBezTo>
                    <a:pt x="116586" y="90487"/>
                    <a:pt x="90487" y="116586"/>
                    <a:pt x="58293" y="116586"/>
                  </a:cubicBezTo>
                  <a:cubicBezTo>
                    <a:pt x="26099" y="116586"/>
                    <a:pt x="0" y="90487"/>
                    <a:pt x="0" y="58293"/>
                  </a:cubicBezTo>
                  <a:cubicBezTo>
                    <a:pt x="0" y="26099"/>
                    <a:pt x="26099" y="0"/>
                    <a:pt x="58293" y="0"/>
                  </a:cubicBezTo>
                  <a:cubicBezTo>
                    <a:pt x="90487" y="0"/>
                    <a:pt x="116586" y="26099"/>
                    <a:pt x="116586" y="58293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F178557F-E42E-4AD9-91D2-06FE205260CC}"/>
                </a:ext>
              </a:extLst>
            </p:cNvPr>
            <p:cNvSpPr/>
            <p:nvPr/>
          </p:nvSpPr>
          <p:spPr>
            <a:xfrm>
              <a:off x="11201838" y="457353"/>
              <a:ext cx="111389" cy="111389"/>
            </a:xfrm>
            <a:custGeom>
              <a:avLst/>
              <a:gdLst>
                <a:gd name="connsiteX0" fmla="*/ 116181 w 114300"/>
                <a:gd name="connsiteY0" fmla="*/ 51792 h 114300"/>
                <a:gd name="connsiteX1" fmla="*/ 64746 w 114300"/>
                <a:gd name="connsiteY1" fmla="*/ 116181 h 114300"/>
                <a:gd name="connsiteX2" fmla="*/ 357 w 114300"/>
                <a:gd name="connsiteY2" fmla="*/ 64746 h 114300"/>
                <a:gd name="connsiteX3" fmla="*/ 51792 w 114300"/>
                <a:gd name="connsiteY3" fmla="*/ 357 h 114300"/>
                <a:gd name="connsiteX4" fmla="*/ 116181 w 114300"/>
                <a:gd name="connsiteY4" fmla="*/ 51792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792"/>
                  </a:moveTo>
                  <a:cubicBezTo>
                    <a:pt x="119705" y="83796"/>
                    <a:pt x="96750" y="112562"/>
                    <a:pt x="64746" y="116181"/>
                  </a:cubicBezTo>
                  <a:cubicBezTo>
                    <a:pt x="32742" y="119705"/>
                    <a:pt x="3977" y="96750"/>
                    <a:pt x="357" y="64746"/>
                  </a:cubicBezTo>
                  <a:cubicBezTo>
                    <a:pt x="-3167" y="32742"/>
                    <a:pt x="19788" y="3977"/>
                    <a:pt x="51792" y="357"/>
                  </a:cubicBezTo>
                  <a:cubicBezTo>
                    <a:pt x="83796" y="-3167"/>
                    <a:pt x="112657" y="19788"/>
                    <a:pt x="116181" y="51792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A8FA096-1E93-4945-A628-FED1FD8D9EE4}"/>
                </a:ext>
              </a:extLst>
            </p:cNvPr>
            <p:cNvSpPr/>
            <p:nvPr/>
          </p:nvSpPr>
          <p:spPr>
            <a:xfrm>
              <a:off x="10156720" y="296441"/>
              <a:ext cx="79" cy="396"/>
            </a:xfrm>
            <a:custGeom>
              <a:avLst/>
              <a:gdLst>
                <a:gd name="connsiteX0" fmla="*/ 0 w 126"/>
                <a:gd name="connsiteY0" fmla="*/ 0 h 632"/>
                <a:gd name="connsiteX1" fmla="*/ 126 w 126"/>
                <a:gd name="connsiteY1" fmla="*/ 630 h 632"/>
                <a:gd name="connsiteX2" fmla="*/ 126 w 126"/>
                <a:gd name="connsiteY2" fmla="*/ 632 h 632"/>
                <a:gd name="connsiteX3" fmla="*/ 126 w 126"/>
                <a:gd name="connsiteY3" fmla="*/ 632 h 632"/>
                <a:gd name="connsiteX4" fmla="*/ 125 w 126"/>
                <a:gd name="connsiteY4" fmla="*/ 632 h 632"/>
                <a:gd name="connsiteX5" fmla="*/ 125 w 126"/>
                <a:gd name="connsiteY5" fmla="*/ 632 h 632"/>
                <a:gd name="connsiteX6" fmla="*/ 0 w 126"/>
                <a:gd name="connsiteY6" fmla="*/ 0 h 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" h="632">
                  <a:moveTo>
                    <a:pt x="0" y="0"/>
                  </a:moveTo>
                  <a:lnTo>
                    <a:pt x="126" y="630"/>
                  </a:lnTo>
                  <a:lnTo>
                    <a:pt x="126" y="632"/>
                  </a:lnTo>
                  <a:lnTo>
                    <a:pt x="126" y="632"/>
                  </a:lnTo>
                  <a:lnTo>
                    <a:pt x="125" y="632"/>
                  </a:lnTo>
                  <a:lnTo>
                    <a:pt x="125" y="63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6F9AEBA0-65A9-4496-99ED-BF82A41D437B}"/>
                </a:ext>
              </a:extLst>
            </p:cNvPr>
            <p:cNvSpPr/>
            <p:nvPr/>
          </p:nvSpPr>
          <p:spPr>
            <a:xfrm>
              <a:off x="11719983" y="1444170"/>
              <a:ext cx="111389" cy="111389"/>
            </a:xfrm>
            <a:custGeom>
              <a:avLst/>
              <a:gdLst>
                <a:gd name="connsiteX0" fmla="*/ 116181 w 114300"/>
                <a:gd name="connsiteY0" fmla="*/ 51791 h 114300"/>
                <a:gd name="connsiteX1" fmla="*/ 64746 w 114300"/>
                <a:gd name="connsiteY1" fmla="*/ 116180 h 114300"/>
                <a:gd name="connsiteX2" fmla="*/ 357 w 114300"/>
                <a:gd name="connsiteY2" fmla="*/ 64745 h 114300"/>
                <a:gd name="connsiteX3" fmla="*/ 51792 w 114300"/>
                <a:gd name="connsiteY3" fmla="*/ 356 h 114300"/>
                <a:gd name="connsiteX4" fmla="*/ 116181 w 114300"/>
                <a:gd name="connsiteY4" fmla="*/ 51791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791"/>
                  </a:moveTo>
                  <a:cubicBezTo>
                    <a:pt x="119705" y="83795"/>
                    <a:pt x="96750" y="112560"/>
                    <a:pt x="64746" y="116180"/>
                  </a:cubicBezTo>
                  <a:cubicBezTo>
                    <a:pt x="32742" y="119704"/>
                    <a:pt x="3977" y="96749"/>
                    <a:pt x="357" y="64745"/>
                  </a:cubicBezTo>
                  <a:cubicBezTo>
                    <a:pt x="-3167" y="32741"/>
                    <a:pt x="19788" y="3975"/>
                    <a:pt x="51792" y="356"/>
                  </a:cubicBezTo>
                  <a:cubicBezTo>
                    <a:pt x="83796" y="-3168"/>
                    <a:pt x="112657" y="19882"/>
                    <a:pt x="116181" y="51791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F0C32599-B900-4F66-8138-3DB3C3BA4FA0}"/>
                </a:ext>
              </a:extLst>
            </p:cNvPr>
            <p:cNvCxnSpPr>
              <a:cxnSpLocks/>
              <a:endCxn id="364" idx="0"/>
            </p:cNvCxnSpPr>
            <p:nvPr/>
          </p:nvCxnSpPr>
          <p:spPr>
            <a:xfrm>
              <a:off x="10926567" y="2089612"/>
              <a:ext cx="700662" cy="32894"/>
            </a:xfrm>
            <a:prstGeom prst="line">
              <a:avLst/>
            </a:prstGeom>
            <a:ln w="25400">
              <a:solidFill>
                <a:schemeClr val="accent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7" name="Group 426">
            <a:extLst>
              <a:ext uri="{FF2B5EF4-FFF2-40B4-BE49-F238E27FC236}">
                <a16:creationId xmlns:a16="http://schemas.microsoft.com/office/drawing/2014/main" id="{4243A657-DAF3-4492-97EF-85FC6C802AB0}"/>
              </a:ext>
            </a:extLst>
          </p:cNvPr>
          <p:cNvGrpSpPr/>
          <p:nvPr/>
        </p:nvGrpSpPr>
        <p:grpSpPr>
          <a:xfrm flipH="1">
            <a:off x="9829800" y="4832548"/>
            <a:ext cx="2362200" cy="2025452"/>
            <a:chOff x="0" y="4868032"/>
            <a:chExt cx="2362200" cy="2025452"/>
          </a:xfrm>
        </p:grpSpPr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FE06C695-3AF8-4511-A827-397633C49A0A}"/>
                </a:ext>
              </a:extLst>
            </p:cNvPr>
            <p:cNvSpPr/>
            <p:nvPr/>
          </p:nvSpPr>
          <p:spPr>
            <a:xfrm flipH="1" flipV="1">
              <a:off x="1682808" y="5249619"/>
              <a:ext cx="623452" cy="802801"/>
            </a:xfrm>
            <a:custGeom>
              <a:avLst/>
              <a:gdLst>
                <a:gd name="connsiteX0" fmla="*/ 528066 w 695325"/>
                <a:gd name="connsiteY0" fmla="*/ 904303 h 895350"/>
                <a:gd name="connsiteX1" fmla="*/ 0 w 695325"/>
                <a:gd name="connsiteY1" fmla="*/ 0 h 895350"/>
                <a:gd name="connsiteX2" fmla="*/ 697230 w 695325"/>
                <a:gd name="connsiteY2" fmla="*/ 325374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5325" h="895350">
                  <a:moveTo>
                    <a:pt x="528066" y="904303"/>
                  </a:moveTo>
                  <a:lnTo>
                    <a:pt x="0" y="0"/>
                  </a:lnTo>
                  <a:lnTo>
                    <a:pt x="697230" y="325374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77FAC9AF-0C05-4A43-B2CE-CE6C6379F552}"/>
                </a:ext>
              </a:extLst>
            </p:cNvPr>
            <p:cNvSpPr/>
            <p:nvPr/>
          </p:nvSpPr>
          <p:spPr>
            <a:xfrm flipH="1" flipV="1">
              <a:off x="1694423" y="5769135"/>
              <a:ext cx="614912" cy="973610"/>
            </a:xfrm>
            <a:custGeom>
              <a:avLst/>
              <a:gdLst>
                <a:gd name="connsiteX0" fmla="*/ 9906 w 685800"/>
                <a:gd name="connsiteY0" fmla="*/ 0 h 1085850"/>
                <a:gd name="connsiteX1" fmla="*/ 0 w 685800"/>
                <a:gd name="connsiteY1" fmla="*/ 772287 h 1085850"/>
                <a:gd name="connsiteX2" fmla="*/ 694087 w 685800"/>
                <a:gd name="connsiteY2" fmla="*/ 1089946 h 108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5800" h="1085850">
                  <a:moveTo>
                    <a:pt x="9906" y="0"/>
                  </a:moveTo>
                  <a:lnTo>
                    <a:pt x="0" y="772287"/>
                  </a:lnTo>
                  <a:lnTo>
                    <a:pt x="694087" y="1089946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C53AB519-76C2-429D-830D-294354209599}"/>
                </a:ext>
              </a:extLst>
            </p:cNvPr>
            <p:cNvSpPr/>
            <p:nvPr/>
          </p:nvSpPr>
          <p:spPr>
            <a:xfrm flipH="1" flipV="1">
              <a:off x="1200872" y="4902878"/>
              <a:ext cx="631992" cy="862584"/>
            </a:xfrm>
            <a:custGeom>
              <a:avLst/>
              <a:gdLst>
                <a:gd name="connsiteX0" fmla="*/ 711041 w 704850"/>
                <a:gd name="connsiteY0" fmla="*/ 967835 h 962025"/>
                <a:gd name="connsiteX1" fmla="*/ 162687 w 704850"/>
                <a:gd name="connsiteY1" fmla="*/ 0 h 962025"/>
                <a:gd name="connsiteX2" fmla="*/ 0 w 704850"/>
                <a:gd name="connsiteY2" fmla="*/ 581025 h 962025"/>
                <a:gd name="connsiteX3" fmla="*/ 711041 w 704850"/>
                <a:gd name="connsiteY3" fmla="*/ 967835 h 962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4850" h="962025">
                  <a:moveTo>
                    <a:pt x="711041" y="967835"/>
                  </a:moveTo>
                  <a:lnTo>
                    <a:pt x="162687" y="0"/>
                  </a:lnTo>
                  <a:lnTo>
                    <a:pt x="0" y="581025"/>
                  </a:lnTo>
                  <a:lnTo>
                    <a:pt x="711041" y="967835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1D2B566-79E0-4346-BFDD-750BA6C54FD2}"/>
                </a:ext>
              </a:extLst>
            </p:cNvPr>
            <p:cNvSpPr/>
            <p:nvPr/>
          </p:nvSpPr>
          <p:spPr>
            <a:xfrm flipH="1" flipV="1">
              <a:off x="1693825" y="5773405"/>
              <a:ext cx="606371" cy="965070"/>
            </a:xfrm>
            <a:custGeom>
              <a:avLst/>
              <a:gdLst>
                <a:gd name="connsiteX0" fmla="*/ 454819 w 676275"/>
                <a:gd name="connsiteY0" fmla="*/ 212693 h 1076325"/>
                <a:gd name="connsiteX1" fmla="*/ 0 w 676275"/>
                <a:gd name="connsiteY1" fmla="*/ 0 h 1076325"/>
                <a:gd name="connsiteX2" fmla="*/ 683895 w 676275"/>
                <a:gd name="connsiteY2" fmla="*/ 1085183 h 107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6275" h="1076325">
                  <a:moveTo>
                    <a:pt x="454819" y="212693"/>
                  </a:moveTo>
                  <a:lnTo>
                    <a:pt x="0" y="0"/>
                  </a:lnTo>
                  <a:lnTo>
                    <a:pt x="683895" y="1085183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E81A3D89-CE5B-4500-82E4-01F147646262}"/>
                </a:ext>
              </a:extLst>
            </p:cNvPr>
            <p:cNvSpPr/>
            <p:nvPr/>
          </p:nvSpPr>
          <p:spPr>
            <a:xfrm flipH="1" flipV="1">
              <a:off x="1259972" y="5766743"/>
              <a:ext cx="427022" cy="896746"/>
            </a:xfrm>
            <a:custGeom>
              <a:avLst/>
              <a:gdLst>
                <a:gd name="connsiteX0" fmla="*/ 480917 w 476250"/>
                <a:gd name="connsiteY0" fmla="*/ 804196 h 1000125"/>
                <a:gd name="connsiteX1" fmla="*/ 0 w 476250"/>
                <a:gd name="connsiteY1" fmla="*/ 1001554 h 1000125"/>
                <a:gd name="connsiteX2" fmla="*/ 391192 w 476250"/>
                <a:gd name="connsiteY2" fmla="*/ 0 h 100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50" h="1000125">
                  <a:moveTo>
                    <a:pt x="480917" y="804196"/>
                  </a:moveTo>
                  <a:lnTo>
                    <a:pt x="0" y="1001554"/>
                  </a:lnTo>
                  <a:lnTo>
                    <a:pt x="391192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3E915323-C1F6-4011-A307-4531A07FE0FD}"/>
                </a:ext>
              </a:extLst>
            </p:cNvPr>
            <p:cNvSpPr/>
            <p:nvPr/>
          </p:nvSpPr>
          <p:spPr>
            <a:xfrm flipH="1" flipV="1">
              <a:off x="1337262" y="5766743"/>
              <a:ext cx="555128" cy="896746"/>
            </a:xfrm>
            <a:custGeom>
              <a:avLst/>
              <a:gdLst>
                <a:gd name="connsiteX0" fmla="*/ 0 w 619125"/>
                <a:gd name="connsiteY0" fmla="*/ 129064 h 1000125"/>
                <a:gd name="connsiteX1" fmla="*/ 620268 w 619125"/>
                <a:gd name="connsiteY1" fmla="*/ 0 h 1000125"/>
                <a:gd name="connsiteX2" fmla="*/ 229076 w 619125"/>
                <a:gd name="connsiteY2" fmla="*/ 1001554 h 100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9125" h="1000125">
                  <a:moveTo>
                    <a:pt x="0" y="129064"/>
                  </a:moveTo>
                  <a:lnTo>
                    <a:pt x="620268" y="0"/>
                  </a:lnTo>
                  <a:lnTo>
                    <a:pt x="229076" y="1001554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97D27A2A-4717-482A-A951-1273C2FA2B5A}"/>
                </a:ext>
              </a:extLst>
            </p:cNvPr>
            <p:cNvSpPr/>
            <p:nvPr/>
          </p:nvSpPr>
          <p:spPr>
            <a:xfrm flipH="1" flipV="1">
              <a:off x="407123" y="4872388"/>
              <a:ext cx="785720" cy="563669"/>
            </a:xfrm>
            <a:custGeom>
              <a:avLst/>
              <a:gdLst>
                <a:gd name="connsiteX0" fmla="*/ 728663 w 876300"/>
                <a:gd name="connsiteY0" fmla="*/ 633508 h 628650"/>
                <a:gd name="connsiteX1" fmla="*/ 878967 w 876300"/>
                <a:gd name="connsiteY1" fmla="*/ 0 h 628650"/>
                <a:gd name="connsiteX2" fmla="*/ 0 w 876300"/>
                <a:gd name="connsiteY2" fmla="*/ 601028 h 628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6300" h="628650">
                  <a:moveTo>
                    <a:pt x="728663" y="633508"/>
                  </a:moveTo>
                  <a:lnTo>
                    <a:pt x="878967" y="0"/>
                  </a:lnTo>
                  <a:lnTo>
                    <a:pt x="0" y="601028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4B230D0B-C07A-4EE2-A0C5-6664EEE0B669}"/>
                </a:ext>
              </a:extLst>
            </p:cNvPr>
            <p:cNvSpPr/>
            <p:nvPr/>
          </p:nvSpPr>
          <p:spPr>
            <a:xfrm flipH="1" flipV="1">
              <a:off x="1106244" y="5447075"/>
              <a:ext cx="580750" cy="495346"/>
            </a:xfrm>
            <a:custGeom>
              <a:avLst/>
              <a:gdLst>
                <a:gd name="connsiteX0" fmla="*/ 0 w 647700"/>
                <a:gd name="connsiteY0" fmla="*/ 197358 h 552450"/>
                <a:gd name="connsiteX1" fmla="*/ 480917 w 647700"/>
                <a:gd name="connsiteY1" fmla="*/ 0 h 552450"/>
                <a:gd name="connsiteX2" fmla="*/ 650748 w 647700"/>
                <a:gd name="connsiteY2" fmla="*/ 555879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700" h="552450">
                  <a:moveTo>
                    <a:pt x="0" y="197358"/>
                  </a:moveTo>
                  <a:lnTo>
                    <a:pt x="480917" y="0"/>
                  </a:lnTo>
                  <a:lnTo>
                    <a:pt x="650748" y="55587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BB4755D7-C78E-4DA7-84E6-67C1CD7FDFC7}"/>
                </a:ext>
              </a:extLst>
            </p:cNvPr>
            <p:cNvSpPr/>
            <p:nvPr/>
          </p:nvSpPr>
          <p:spPr>
            <a:xfrm flipH="1" flipV="1">
              <a:off x="1106244" y="4902878"/>
              <a:ext cx="580750" cy="862584"/>
            </a:xfrm>
            <a:custGeom>
              <a:avLst/>
              <a:gdLst>
                <a:gd name="connsiteX0" fmla="*/ 551117 w 647700"/>
                <a:gd name="connsiteY0" fmla="*/ 968407 h 962025"/>
                <a:gd name="connsiteX1" fmla="*/ 650748 w 647700"/>
                <a:gd name="connsiteY1" fmla="*/ 358521 h 962025"/>
                <a:gd name="connsiteX2" fmla="*/ 0 w 647700"/>
                <a:gd name="connsiteY2" fmla="*/ 0 h 962025"/>
                <a:gd name="connsiteX3" fmla="*/ 551117 w 647700"/>
                <a:gd name="connsiteY3" fmla="*/ 968407 h 962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700" h="962025">
                  <a:moveTo>
                    <a:pt x="551117" y="968407"/>
                  </a:moveTo>
                  <a:lnTo>
                    <a:pt x="650748" y="358521"/>
                  </a:lnTo>
                  <a:lnTo>
                    <a:pt x="0" y="0"/>
                  </a:lnTo>
                  <a:lnTo>
                    <a:pt x="551117" y="968407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74F6F84D-936A-4760-ACC4-055B64FF23DE}"/>
                </a:ext>
              </a:extLst>
            </p:cNvPr>
            <p:cNvSpPr/>
            <p:nvPr/>
          </p:nvSpPr>
          <p:spPr>
            <a:xfrm flipH="1" flipV="1">
              <a:off x="407123" y="4897411"/>
              <a:ext cx="785720" cy="546588"/>
            </a:xfrm>
            <a:custGeom>
              <a:avLst/>
              <a:gdLst>
                <a:gd name="connsiteX0" fmla="*/ 0 w 876300"/>
                <a:gd name="connsiteY0" fmla="*/ 609886 h 609600"/>
                <a:gd name="connsiteX1" fmla="*/ 99632 w 876300"/>
                <a:gd name="connsiteY1" fmla="*/ 0 h 609600"/>
                <a:gd name="connsiteX2" fmla="*/ 878967 w 876300"/>
                <a:gd name="connsiteY2" fmla="*/ 8858 h 609600"/>
                <a:gd name="connsiteX3" fmla="*/ 0 w 876300"/>
                <a:gd name="connsiteY3" fmla="*/ 609886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6300" h="609600">
                  <a:moveTo>
                    <a:pt x="0" y="609886"/>
                  </a:moveTo>
                  <a:lnTo>
                    <a:pt x="99632" y="0"/>
                  </a:lnTo>
                  <a:lnTo>
                    <a:pt x="878967" y="8858"/>
                  </a:lnTo>
                  <a:lnTo>
                    <a:pt x="0" y="609886"/>
                  </a:lnTo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89D65E30-885A-457F-9CA3-43FB9528B5BF}"/>
                </a:ext>
              </a:extLst>
            </p:cNvPr>
            <p:cNvSpPr/>
            <p:nvPr/>
          </p:nvSpPr>
          <p:spPr>
            <a:xfrm flipH="1" flipV="1">
              <a:off x="342" y="5278549"/>
              <a:ext cx="404252" cy="157454"/>
            </a:xfrm>
            <a:custGeom>
              <a:avLst/>
              <a:gdLst>
                <a:gd name="connsiteX0" fmla="*/ 0 w 701641"/>
                <a:gd name="connsiteY0" fmla="*/ 0 h 273286"/>
                <a:gd name="connsiteX1" fmla="*/ 701641 w 701641"/>
                <a:gd name="connsiteY1" fmla="*/ 270344 h 273286"/>
                <a:gd name="connsiteX2" fmla="*/ 701641 w 701641"/>
                <a:gd name="connsiteY2" fmla="*/ 273286 h 273286"/>
                <a:gd name="connsiteX3" fmla="*/ 0 w 701641"/>
                <a:gd name="connsiteY3" fmla="*/ 0 h 273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1641" h="273286">
                  <a:moveTo>
                    <a:pt x="0" y="0"/>
                  </a:moveTo>
                  <a:lnTo>
                    <a:pt x="701641" y="270344"/>
                  </a:lnTo>
                  <a:lnTo>
                    <a:pt x="701641" y="27328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07019A0F-FC42-4D5B-BF57-264B4A9045AC}"/>
                </a:ext>
              </a:extLst>
            </p:cNvPr>
            <p:cNvSpPr/>
            <p:nvPr/>
          </p:nvSpPr>
          <p:spPr>
            <a:xfrm flipH="1" flipV="1">
              <a:off x="342" y="5280245"/>
              <a:ext cx="404389" cy="726314"/>
            </a:xfrm>
            <a:custGeom>
              <a:avLst/>
              <a:gdLst>
                <a:gd name="connsiteX0" fmla="*/ 690909 w 701879"/>
                <a:gd name="connsiteY0" fmla="*/ 0 h 1260628"/>
                <a:gd name="connsiteX1" fmla="*/ 701879 w 701879"/>
                <a:gd name="connsiteY1" fmla="*/ 47075 h 1260628"/>
                <a:gd name="connsiteX2" fmla="*/ 701879 w 701879"/>
                <a:gd name="connsiteY2" fmla="*/ 1260628 h 1260628"/>
                <a:gd name="connsiteX3" fmla="*/ 238 w 701879"/>
                <a:gd name="connsiteY3" fmla="*/ 990284 h 1260628"/>
                <a:gd name="connsiteX4" fmla="*/ 0 w 701879"/>
                <a:gd name="connsiteY4" fmla="*/ 990191 h 1260628"/>
                <a:gd name="connsiteX5" fmla="*/ 690909 w 701879"/>
                <a:gd name="connsiteY5" fmla="*/ 0 h 126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1879" h="1260628">
                  <a:moveTo>
                    <a:pt x="690909" y="0"/>
                  </a:moveTo>
                  <a:lnTo>
                    <a:pt x="701879" y="47075"/>
                  </a:lnTo>
                  <a:lnTo>
                    <a:pt x="701879" y="1260628"/>
                  </a:lnTo>
                  <a:lnTo>
                    <a:pt x="238" y="990284"/>
                  </a:lnTo>
                  <a:lnTo>
                    <a:pt x="0" y="990191"/>
                  </a:lnTo>
                  <a:lnTo>
                    <a:pt x="690909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EB478AE6-5B32-4669-A7D5-CE7811A77EAE}"/>
                </a:ext>
              </a:extLst>
            </p:cNvPr>
            <p:cNvSpPr/>
            <p:nvPr/>
          </p:nvSpPr>
          <p:spPr>
            <a:xfrm flipH="1" flipV="1">
              <a:off x="342" y="4873925"/>
              <a:ext cx="534973" cy="562132"/>
            </a:xfrm>
            <a:custGeom>
              <a:avLst/>
              <a:gdLst>
                <a:gd name="connsiteX0" fmla="*/ 226647 w 928527"/>
                <a:gd name="connsiteY0" fmla="*/ 0 h 975665"/>
                <a:gd name="connsiteX1" fmla="*/ 226648 w 928527"/>
                <a:gd name="connsiteY1" fmla="*/ 0 h 975665"/>
                <a:gd name="connsiteX2" fmla="*/ 226647 w 928527"/>
                <a:gd name="connsiteY2" fmla="*/ 1 h 975665"/>
                <a:gd name="connsiteX3" fmla="*/ 226886 w 928527"/>
                <a:gd name="connsiteY3" fmla="*/ 93 h 975665"/>
                <a:gd name="connsiteX4" fmla="*/ 928527 w 928527"/>
                <a:gd name="connsiteY4" fmla="*/ 273379 h 975665"/>
                <a:gd name="connsiteX5" fmla="*/ 928527 w 928527"/>
                <a:gd name="connsiteY5" fmla="*/ 544112 h 975665"/>
                <a:gd name="connsiteX6" fmla="*/ 0 w 928527"/>
                <a:gd name="connsiteY6" fmla="*/ 975665 h 975665"/>
                <a:gd name="connsiteX7" fmla="*/ 226647 w 928527"/>
                <a:gd name="connsiteY7" fmla="*/ 0 h 975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28527" h="975665">
                  <a:moveTo>
                    <a:pt x="226647" y="0"/>
                  </a:moveTo>
                  <a:lnTo>
                    <a:pt x="226648" y="0"/>
                  </a:lnTo>
                  <a:lnTo>
                    <a:pt x="226647" y="1"/>
                  </a:lnTo>
                  <a:lnTo>
                    <a:pt x="226886" y="93"/>
                  </a:lnTo>
                  <a:lnTo>
                    <a:pt x="928527" y="273379"/>
                  </a:lnTo>
                  <a:lnTo>
                    <a:pt x="928527" y="544112"/>
                  </a:lnTo>
                  <a:lnTo>
                    <a:pt x="0" y="975665"/>
                  </a:lnTo>
                  <a:lnTo>
                    <a:pt x="226647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10856FB5-71B5-4FCF-9FA6-B2C51CDEABBB}"/>
                </a:ext>
              </a:extLst>
            </p:cNvPr>
            <p:cNvSpPr/>
            <p:nvPr/>
          </p:nvSpPr>
          <p:spPr>
            <a:xfrm flipH="1" flipV="1">
              <a:off x="411734" y="5442548"/>
              <a:ext cx="691776" cy="427022"/>
            </a:xfrm>
            <a:custGeom>
              <a:avLst/>
              <a:gdLst>
                <a:gd name="connsiteX0" fmla="*/ 0 w 771525"/>
                <a:gd name="connsiteY0" fmla="*/ 474631 h 476250"/>
                <a:gd name="connsiteX1" fmla="*/ 390049 w 771525"/>
                <a:gd name="connsiteY1" fmla="*/ 0 h 476250"/>
                <a:gd name="connsiteX2" fmla="*/ 779335 w 771525"/>
                <a:gd name="connsiteY2" fmla="*/ 483489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1525" h="476250">
                  <a:moveTo>
                    <a:pt x="0" y="474631"/>
                  </a:moveTo>
                  <a:lnTo>
                    <a:pt x="390049" y="0"/>
                  </a:lnTo>
                  <a:lnTo>
                    <a:pt x="779335" y="48348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6AD7C1-8F87-4CF7-A0E5-1C1D90DE7FF8}"/>
                </a:ext>
              </a:extLst>
            </p:cNvPr>
            <p:cNvSpPr/>
            <p:nvPr/>
          </p:nvSpPr>
          <p:spPr>
            <a:xfrm flipH="1" flipV="1">
              <a:off x="760440" y="5447075"/>
              <a:ext cx="495346" cy="495346"/>
            </a:xfrm>
            <a:custGeom>
              <a:avLst/>
              <a:gdLst>
                <a:gd name="connsiteX0" fmla="*/ 0 w 552450"/>
                <a:gd name="connsiteY0" fmla="*/ 0 h 552450"/>
                <a:gd name="connsiteX1" fmla="*/ 559880 w 552450"/>
                <a:gd name="connsiteY1" fmla="*/ 81248 h 552450"/>
                <a:gd name="connsiteX2" fmla="*/ 169831 w 552450"/>
                <a:gd name="connsiteY2" fmla="*/ 555879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2450" h="552450">
                  <a:moveTo>
                    <a:pt x="0" y="0"/>
                  </a:moveTo>
                  <a:lnTo>
                    <a:pt x="559880" y="81248"/>
                  </a:lnTo>
                  <a:lnTo>
                    <a:pt x="169831" y="55587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F28DA495-1CCA-4D4A-81EA-28774C725DFA}"/>
                </a:ext>
              </a:extLst>
            </p:cNvPr>
            <p:cNvSpPr/>
            <p:nvPr/>
          </p:nvSpPr>
          <p:spPr>
            <a:xfrm flipH="1" flipV="1">
              <a:off x="883594" y="5946092"/>
              <a:ext cx="452643" cy="717397"/>
            </a:xfrm>
            <a:custGeom>
              <a:avLst/>
              <a:gdLst>
                <a:gd name="connsiteX0" fmla="*/ 0 w 504825"/>
                <a:gd name="connsiteY0" fmla="*/ 0 h 800100"/>
                <a:gd name="connsiteX1" fmla="*/ 504825 w 504825"/>
                <a:gd name="connsiteY1" fmla="*/ 338804 h 800100"/>
                <a:gd name="connsiteX2" fmla="*/ 89726 w 504825"/>
                <a:gd name="connsiteY2" fmla="*/ 804196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4825" h="800100">
                  <a:moveTo>
                    <a:pt x="0" y="0"/>
                  </a:moveTo>
                  <a:lnTo>
                    <a:pt x="504825" y="338804"/>
                  </a:lnTo>
                  <a:lnTo>
                    <a:pt x="89726" y="804196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071E87B6-45C9-4A0A-93E0-9D006FBA4916}"/>
                </a:ext>
              </a:extLst>
            </p:cNvPr>
            <p:cNvSpPr/>
            <p:nvPr/>
          </p:nvSpPr>
          <p:spPr>
            <a:xfrm flipH="1" flipV="1">
              <a:off x="760440" y="5870851"/>
              <a:ext cx="495346" cy="478264"/>
            </a:xfrm>
            <a:custGeom>
              <a:avLst/>
              <a:gdLst>
                <a:gd name="connsiteX0" fmla="*/ 559880 w 552450"/>
                <a:gd name="connsiteY0" fmla="*/ 534829 h 533400"/>
                <a:gd name="connsiteX1" fmla="*/ 416433 w 552450"/>
                <a:gd name="connsiteY1" fmla="*/ 0 h 533400"/>
                <a:gd name="connsiteX2" fmla="*/ 0 w 552450"/>
                <a:gd name="connsiteY2" fmla="*/ 45358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2450" h="533400">
                  <a:moveTo>
                    <a:pt x="559880" y="534829"/>
                  </a:moveTo>
                  <a:lnTo>
                    <a:pt x="416433" y="0"/>
                  </a:lnTo>
                  <a:lnTo>
                    <a:pt x="0" y="45358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8822C763-DDF6-458C-9E9C-FC[redacted]}"/>
                </a:ext>
              </a:extLst>
            </p:cNvPr>
            <p:cNvSpPr/>
            <p:nvPr/>
          </p:nvSpPr>
          <p:spPr>
            <a:xfrm flipH="1" flipV="1">
              <a:off x="412162" y="5442548"/>
              <a:ext cx="341618" cy="879665"/>
            </a:xfrm>
            <a:custGeom>
              <a:avLst/>
              <a:gdLst>
                <a:gd name="connsiteX0" fmla="*/ 389287 w 381000"/>
                <a:gd name="connsiteY0" fmla="*/ 988314 h 981075"/>
                <a:gd name="connsiteX1" fmla="*/ 338900 w 381000"/>
                <a:gd name="connsiteY1" fmla="*/ 0 h 981075"/>
                <a:gd name="connsiteX2" fmla="*/ 0 w 381000"/>
                <a:gd name="connsiteY2" fmla="*/ 504825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000" h="981075">
                  <a:moveTo>
                    <a:pt x="389287" y="988314"/>
                  </a:moveTo>
                  <a:lnTo>
                    <a:pt x="338900" y="0"/>
                  </a:lnTo>
                  <a:lnTo>
                    <a:pt x="0" y="504825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F1846E64-0F4A-4981-A955-7CE13D26F3E8}"/>
                </a:ext>
              </a:extLst>
            </p:cNvPr>
            <p:cNvSpPr/>
            <p:nvPr/>
          </p:nvSpPr>
          <p:spPr>
            <a:xfrm flipH="1" flipV="1">
              <a:off x="14348" y="5442548"/>
              <a:ext cx="435562" cy="879665"/>
            </a:xfrm>
            <a:custGeom>
              <a:avLst/>
              <a:gdLst>
                <a:gd name="connsiteX0" fmla="*/ 0 w 485775"/>
                <a:gd name="connsiteY0" fmla="*/ 0 h 981075"/>
                <a:gd name="connsiteX1" fmla="*/ 494347 w 485775"/>
                <a:gd name="connsiteY1" fmla="*/ 352044 h 981075"/>
                <a:gd name="connsiteX2" fmla="*/ 50387 w 485775"/>
                <a:gd name="connsiteY2" fmla="*/ 988314 h 98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5775" h="981075">
                  <a:moveTo>
                    <a:pt x="0" y="0"/>
                  </a:moveTo>
                  <a:lnTo>
                    <a:pt x="494347" y="352044"/>
                  </a:lnTo>
                  <a:lnTo>
                    <a:pt x="50387" y="988314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D4F8241A-CA55-4F4E-AED1-1EEEE96AEB56}"/>
                </a:ext>
              </a:extLst>
            </p:cNvPr>
            <p:cNvSpPr/>
            <p:nvPr/>
          </p:nvSpPr>
          <p:spPr>
            <a:xfrm flipH="1" flipV="1">
              <a:off x="455376" y="5870851"/>
              <a:ext cx="427022" cy="478264"/>
            </a:xfrm>
            <a:custGeom>
              <a:avLst/>
              <a:gdLst>
                <a:gd name="connsiteX0" fmla="*/ 0 w 476250"/>
                <a:gd name="connsiteY0" fmla="*/ 0 h 533400"/>
                <a:gd name="connsiteX1" fmla="*/ 482346 w 476250"/>
                <a:gd name="connsiteY1" fmla="*/ 30004 h 533400"/>
                <a:gd name="connsiteX2" fmla="*/ 143446 w 476250"/>
                <a:gd name="connsiteY2" fmla="*/ 534829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50" h="533400">
                  <a:moveTo>
                    <a:pt x="0" y="0"/>
                  </a:moveTo>
                  <a:lnTo>
                    <a:pt x="482346" y="30004"/>
                  </a:lnTo>
                  <a:lnTo>
                    <a:pt x="143446" y="534829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2BB546F8-8D6F-4E5C-A8E4-C4C5D2AF980C}"/>
                </a:ext>
              </a:extLst>
            </p:cNvPr>
            <p:cNvSpPr/>
            <p:nvPr/>
          </p:nvSpPr>
          <p:spPr>
            <a:xfrm flipH="1" flipV="1">
              <a:off x="883594" y="6355436"/>
              <a:ext cx="452643" cy="538048"/>
            </a:xfrm>
            <a:custGeom>
              <a:avLst/>
              <a:gdLst>
                <a:gd name="connsiteX0" fmla="*/ 506159 w 504825"/>
                <a:gd name="connsiteY0" fmla="*/ 607124 h 600075"/>
                <a:gd name="connsiteX1" fmla="*/ 474345 w 504825"/>
                <a:gd name="connsiteY1" fmla="*/ 0 h 600075"/>
                <a:gd name="connsiteX2" fmla="*/ 0 w 504825"/>
                <a:gd name="connsiteY2" fmla="*/ 256508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4825" h="600075">
                  <a:moveTo>
                    <a:pt x="506159" y="607124"/>
                  </a:moveTo>
                  <a:lnTo>
                    <a:pt x="474345" y="0"/>
                  </a:lnTo>
                  <a:lnTo>
                    <a:pt x="0" y="256508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4C4597FF-CB53-40D4-A186-8F3E4CE2CF1D}"/>
                </a:ext>
              </a:extLst>
            </p:cNvPr>
            <p:cNvSpPr/>
            <p:nvPr/>
          </p:nvSpPr>
          <p:spPr>
            <a:xfrm flipH="1" flipV="1">
              <a:off x="5808" y="6009804"/>
              <a:ext cx="444103" cy="802801"/>
            </a:xfrm>
            <a:custGeom>
              <a:avLst/>
              <a:gdLst>
                <a:gd name="connsiteX0" fmla="*/ 0 w 495300"/>
                <a:gd name="connsiteY0" fmla="*/ 546926 h 895350"/>
                <a:gd name="connsiteX1" fmla="*/ 501777 w 495300"/>
                <a:gd name="connsiteY1" fmla="*/ 0 h 895350"/>
                <a:gd name="connsiteX2" fmla="*/ 494347 w 495300"/>
                <a:gd name="connsiteY2" fmla="*/ 89897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5300" h="895350">
                  <a:moveTo>
                    <a:pt x="0" y="546926"/>
                  </a:moveTo>
                  <a:lnTo>
                    <a:pt x="501777" y="0"/>
                  </a:lnTo>
                  <a:lnTo>
                    <a:pt x="494347" y="89897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51F13E0C-46F2-4215-8356-56C438E9A323}"/>
                </a:ext>
              </a:extLst>
            </p:cNvPr>
            <p:cNvSpPr/>
            <p:nvPr/>
          </p:nvSpPr>
          <p:spPr>
            <a:xfrm flipH="1" flipV="1">
              <a:off x="541851" y="6349116"/>
              <a:ext cx="362113" cy="514221"/>
            </a:xfrm>
            <a:custGeom>
              <a:avLst/>
              <a:gdLst>
                <a:gd name="connsiteX0" fmla="*/ 0 w 628501"/>
                <a:gd name="connsiteY0" fmla="*/ 0 h 892508"/>
                <a:gd name="connsiteX1" fmla="*/ 628501 w 628501"/>
                <a:gd name="connsiteY1" fmla="*/ 0 h 892508"/>
                <a:gd name="connsiteX2" fmla="*/ 37429 w 628501"/>
                <a:gd name="connsiteY2" fmla="*/ 892508 h 892508"/>
                <a:gd name="connsiteX3" fmla="*/ 0 w 628501"/>
                <a:gd name="connsiteY3" fmla="*/ 0 h 892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8501" h="892508">
                  <a:moveTo>
                    <a:pt x="0" y="0"/>
                  </a:moveTo>
                  <a:lnTo>
                    <a:pt x="628501" y="0"/>
                  </a:lnTo>
                  <a:lnTo>
                    <a:pt x="37429" y="89250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625A08C-E1C8-4FA6-9B2B-4F37C1B2E972}"/>
                </a:ext>
              </a:extLst>
            </p:cNvPr>
            <p:cNvSpPr/>
            <p:nvPr/>
          </p:nvSpPr>
          <p:spPr>
            <a:xfrm flipH="1" flipV="1">
              <a:off x="0" y="6322214"/>
              <a:ext cx="882398" cy="541123"/>
            </a:xfrm>
            <a:custGeom>
              <a:avLst/>
              <a:gdLst>
                <a:gd name="connsiteX0" fmla="*/ 591072 w 1531535"/>
                <a:gd name="connsiteY0" fmla="*/ 0 h 939200"/>
                <a:gd name="connsiteX1" fmla="*/ 888336 w 1531535"/>
                <a:gd name="connsiteY1" fmla="*/ 0 h 939200"/>
                <a:gd name="connsiteX2" fmla="*/ 1457507 w 1531535"/>
                <a:gd name="connsiteY2" fmla="*/ 0 h 939200"/>
                <a:gd name="connsiteX3" fmla="*/ 1531535 w 1531535"/>
                <a:gd name="connsiteY3" fmla="*/ 88052 h 939200"/>
                <a:gd name="connsiteX4" fmla="*/ 750648 w 1531535"/>
                <a:gd name="connsiteY4" fmla="*/ 939200 h 939200"/>
                <a:gd name="connsiteX5" fmla="*/ 0 w 1531535"/>
                <a:gd name="connsiteY5" fmla="*/ 892508 h 939200"/>
                <a:gd name="connsiteX6" fmla="*/ 591072 w 1531535"/>
                <a:gd name="connsiteY6" fmla="*/ 0 h 93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31535" h="939200">
                  <a:moveTo>
                    <a:pt x="591072" y="0"/>
                  </a:moveTo>
                  <a:lnTo>
                    <a:pt x="888336" y="0"/>
                  </a:lnTo>
                  <a:lnTo>
                    <a:pt x="1457507" y="0"/>
                  </a:lnTo>
                  <a:lnTo>
                    <a:pt x="1531535" y="88052"/>
                  </a:lnTo>
                  <a:lnTo>
                    <a:pt x="750648" y="939200"/>
                  </a:lnTo>
                  <a:lnTo>
                    <a:pt x="0" y="892508"/>
                  </a:lnTo>
                  <a:lnTo>
                    <a:pt x="591072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3F781752-D22C-410C-8057-17EE3F28044D}"/>
                </a:ext>
              </a:extLst>
            </p:cNvPr>
            <p:cNvSpPr/>
            <p:nvPr/>
          </p:nvSpPr>
          <p:spPr>
            <a:xfrm flipH="1" flipV="1">
              <a:off x="1634106" y="5712078"/>
              <a:ext cx="102485" cy="102485"/>
            </a:xfrm>
            <a:custGeom>
              <a:avLst/>
              <a:gdLst>
                <a:gd name="connsiteX0" fmla="*/ 116181 w 114300"/>
                <a:gd name="connsiteY0" fmla="*/ 51809 h 114300"/>
                <a:gd name="connsiteX1" fmla="*/ 64746 w 114300"/>
                <a:gd name="connsiteY1" fmla="*/ 116198 h 114300"/>
                <a:gd name="connsiteX2" fmla="*/ 357 w 114300"/>
                <a:gd name="connsiteY2" fmla="*/ 64763 h 114300"/>
                <a:gd name="connsiteX3" fmla="*/ 51792 w 114300"/>
                <a:gd name="connsiteY3" fmla="*/ 374 h 114300"/>
                <a:gd name="connsiteX4" fmla="*/ 116181 w 114300"/>
                <a:gd name="connsiteY4" fmla="*/ 51809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809"/>
                  </a:moveTo>
                  <a:cubicBezTo>
                    <a:pt x="119705" y="83813"/>
                    <a:pt x="96750" y="112579"/>
                    <a:pt x="64746" y="116198"/>
                  </a:cubicBezTo>
                  <a:cubicBezTo>
                    <a:pt x="32742" y="119722"/>
                    <a:pt x="3977" y="96767"/>
                    <a:pt x="357" y="64763"/>
                  </a:cubicBezTo>
                  <a:cubicBezTo>
                    <a:pt x="-3167" y="32759"/>
                    <a:pt x="19788" y="3994"/>
                    <a:pt x="51792" y="374"/>
                  </a:cubicBezTo>
                  <a:cubicBezTo>
                    <a:pt x="83796" y="-3245"/>
                    <a:pt x="112657" y="19805"/>
                    <a:pt x="116181" y="51809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439B8E36-13E0-49BF-9E8F-99BA6F0D79C4}"/>
                </a:ext>
              </a:extLst>
            </p:cNvPr>
            <p:cNvSpPr/>
            <p:nvPr/>
          </p:nvSpPr>
          <p:spPr>
            <a:xfrm flipH="1" flipV="1">
              <a:off x="351674" y="5389660"/>
              <a:ext cx="102485" cy="102485"/>
            </a:xfrm>
            <a:custGeom>
              <a:avLst/>
              <a:gdLst>
                <a:gd name="connsiteX0" fmla="*/ 116181 w 114300"/>
                <a:gd name="connsiteY0" fmla="*/ 51791 h 114300"/>
                <a:gd name="connsiteX1" fmla="*/ 64746 w 114300"/>
                <a:gd name="connsiteY1" fmla="*/ 116180 h 114300"/>
                <a:gd name="connsiteX2" fmla="*/ 357 w 114300"/>
                <a:gd name="connsiteY2" fmla="*/ 64745 h 114300"/>
                <a:gd name="connsiteX3" fmla="*/ 51792 w 114300"/>
                <a:gd name="connsiteY3" fmla="*/ 356 h 114300"/>
                <a:gd name="connsiteX4" fmla="*/ 116181 w 114300"/>
                <a:gd name="connsiteY4" fmla="*/ 51791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791"/>
                  </a:moveTo>
                  <a:cubicBezTo>
                    <a:pt x="119705" y="83795"/>
                    <a:pt x="96750" y="112560"/>
                    <a:pt x="64746" y="116180"/>
                  </a:cubicBezTo>
                  <a:cubicBezTo>
                    <a:pt x="32742" y="119704"/>
                    <a:pt x="3977" y="96749"/>
                    <a:pt x="357" y="64745"/>
                  </a:cubicBezTo>
                  <a:cubicBezTo>
                    <a:pt x="-3167" y="32741"/>
                    <a:pt x="19788" y="3975"/>
                    <a:pt x="51792" y="356"/>
                  </a:cubicBezTo>
                  <a:cubicBezTo>
                    <a:pt x="83796" y="-3168"/>
                    <a:pt x="112657" y="19882"/>
                    <a:pt x="116181" y="51791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D86812D-B40E-4A3A-B13D-890B13453A21}"/>
                </a:ext>
              </a:extLst>
            </p:cNvPr>
            <p:cNvSpPr/>
            <p:nvPr/>
          </p:nvSpPr>
          <p:spPr>
            <a:xfrm flipH="1" flipV="1">
              <a:off x="2259715" y="6002800"/>
              <a:ext cx="102485" cy="102485"/>
            </a:xfrm>
            <a:custGeom>
              <a:avLst/>
              <a:gdLst>
                <a:gd name="connsiteX0" fmla="*/ 116586 w 114300"/>
                <a:gd name="connsiteY0" fmla="*/ 58293 h 114300"/>
                <a:gd name="connsiteX1" fmla="*/ 58293 w 114300"/>
                <a:gd name="connsiteY1" fmla="*/ 116586 h 114300"/>
                <a:gd name="connsiteX2" fmla="*/ 0 w 114300"/>
                <a:gd name="connsiteY2" fmla="*/ 58293 h 114300"/>
                <a:gd name="connsiteX3" fmla="*/ 58293 w 114300"/>
                <a:gd name="connsiteY3" fmla="*/ 0 h 114300"/>
                <a:gd name="connsiteX4" fmla="*/ 116586 w 114300"/>
                <a:gd name="connsiteY4" fmla="*/ 58293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586" y="58293"/>
                  </a:moveTo>
                  <a:cubicBezTo>
                    <a:pt x="116586" y="90487"/>
                    <a:pt x="90487" y="116586"/>
                    <a:pt x="58293" y="116586"/>
                  </a:cubicBezTo>
                  <a:cubicBezTo>
                    <a:pt x="26099" y="116586"/>
                    <a:pt x="0" y="90487"/>
                    <a:pt x="0" y="58293"/>
                  </a:cubicBezTo>
                  <a:cubicBezTo>
                    <a:pt x="0" y="26099"/>
                    <a:pt x="26099" y="0"/>
                    <a:pt x="58293" y="0"/>
                  </a:cubicBezTo>
                  <a:cubicBezTo>
                    <a:pt x="90487" y="0"/>
                    <a:pt x="116586" y="26099"/>
                    <a:pt x="116586" y="58293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95811A06-C330-4DCB-A18B-DB4267A998EC}"/>
                </a:ext>
              </a:extLst>
            </p:cNvPr>
            <p:cNvSpPr/>
            <p:nvPr/>
          </p:nvSpPr>
          <p:spPr>
            <a:xfrm flipH="1" flipV="1">
              <a:off x="828401" y="6297595"/>
              <a:ext cx="102485" cy="102485"/>
            </a:xfrm>
            <a:custGeom>
              <a:avLst/>
              <a:gdLst>
                <a:gd name="connsiteX0" fmla="*/ 116181 w 114300"/>
                <a:gd name="connsiteY0" fmla="*/ 51792 h 114300"/>
                <a:gd name="connsiteX1" fmla="*/ 64746 w 114300"/>
                <a:gd name="connsiteY1" fmla="*/ 116181 h 114300"/>
                <a:gd name="connsiteX2" fmla="*/ 357 w 114300"/>
                <a:gd name="connsiteY2" fmla="*/ 64746 h 114300"/>
                <a:gd name="connsiteX3" fmla="*/ 51792 w 114300"/>
                <a:gd name="connsiteY3" fmla="*/ 357 h 114300"/>
                <a:gd name="connsiteX4" fmla="*/ 116181 w 114300"/>
                <a:gd name="connsiteY4" fmla="*/ 51792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6181" y="51792"/>
                  </a:moveTo>
                  <a:cubicBezTo>
                    <a:pt x="119705" y="83796"/>
                    <a:pt x="96750" y="112562"/>
                    <a:pt x="64746" y="116181"/>
                  </a:cubicBezTo>
                  <a:cubicBezTo>
                    <a:pt x="32742" y="119705"/>
                    <a:pt x="3977" y="96750"/>
                    <a:pt x="357" y="64746"/>
                  </a:cubicBezTo>
                  <a:cubicBezTo>
                    <a:pt x="-3167" y="32742"/>
                    <a:pt x="19788" y="3977"/>
                    <a:pt x="51792" y="357"/>
                  </a:cubicBezTo>
                  <a:cubicBezTo>
                    <a:pt x="83796" y="-3167"/>
                    <a:pt x="112657" y="19788"/>
                    <a:pt x="116181" y="51792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A85EE8B6-01A6-46CB-A497-5C65A718FEA2}"/>
                </a:ext>
              </a:extLst>
            </p:cNvPr>
            <p:cNvSpPr/>
            <p:nvPr/>
          </p:nvSpPr>
          <p:spPr>
            <a:xfrm flipH="1" flipV="1">
              <a:off x="1892463" y="6548131"/>
              <a:ext cx="56694" cy="284118"/>
            </a:xfrm>
            <a:custGeom>
              <a:avLst/>
              <a:gdLst>
                <a:gd name="connsiteX0" fmla="*/ 0 w 98401"/>
                <a:gd name="connsiteY0" fmla="*/ 0 h 493130"/>
                <a:gd name="connsiteX1" fmla="*/ 780 w 98401"/>
                <a:gd name="connsiteY1" fmla="*/ 0 h 493130"/>
                <a:gd name="connsiteX2" fmla="*/ 98401 w 98401"/>
                <a:gd name="connsiteY2" fmla="*/ 493130 h 493130"/>
                <a:gd name="connsiteX3" fmla="*/ 0 w 98401"/>
                <a:gd name="connsiteY3" fmla="*/ 0 h 49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01" h="493130">
                  <a:moveTo>
                    <a:pt x="0" y="0"/>
                  </a:moveTo>
                  <a:lnTo>
                    <a:pt x="780" y="0"/>
                  </a:lnTo>
                  <a:lnTo>
                    <a:pt x="98401" y="49313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40C86AD7-7590-49E1-BAB4-6E3A20572C26}"/>
                </a:ext>
              </a:extLst>
            </p:cNvPr>
            <p:cNvSpPr/>
            <p:nvPr/>
          </p:nvSpPr>
          <p:spPr>
            <a:xfrm flipH="1" flipV="1">
              <a:off x="1892390" y="6547766"/>
              <a:ext cx="73" cy="364"/>
            </a:xfrm>
            <a:custGeom>
              <a:avLst/>
              <a:gdLst>
                <a:gd name="connsiteX0" fmla="*/ 0 w 126"/>
                <a:gd name="connsiteY0" fmla="*/ 0 h 632"/>
                <a:gd name="connsiteX1" fmla="*/ 126 w 126"/>
                <a:gd name="connsiteY1" fmla="*/ 630 h 632"/>
                <a:gd name="connsiteX2" fmla="*/ 126 w 126"/>
                <a:gd name="connsiteY2" fmla="*/ 632 h 632"/>
                <a:gd name="connsiteX3" fmla="*/ 126 w 126"/>
                <a:gd name="connsiteY3" fmla="*/ 632 h 632"/>
                <a:gd name="connsiteX4" fmla="*/ 125 w 126"/>
                <a:gd name="connsiteY4" fmla="*/ 632 h 632"/>
                <a:gd name="connsiteX5" fmla="*/ 125 w 126"/>
                <a:gd name="connsiteY5" fmla="*/ 632 h 632"/>
                <a:gd name="connsiteX6" fmla="*/ 0 w 126"/>
                <a:gd name="connsiteY6" fmla="*/ 0 h 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" h="632">
                  <a:moveTo>
                    <a:pt x="0" y="0"/>
                  </a:moveTo>
                  <a:lnTo>
                    <a:pt x="126" y="630"/>
                  </a:lnTo>
                  <a:lnTo>
                    <a:pt x="126" y="632"/>
                  </a:lnTo>
                  <a:lnTo>
                    <a:pt x="126" y="632"/>
                  </a:lnTo>
                  <a:lnTo>
                    <a:pt x="125" y="632"/>
                  </a:lnTo>
                  <a:lnTo>
                    <a:pt x="125" y="63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05D61590-8F32-4425-A2F0-CBBCEF0A126B}"/>
                </a:ext>
              </a:extLst>
            </p:cNvPr>
            <p:cNvSpPr/>
            <p:nvPr/>
          </p:nvSpPr>
          <p:spPr>
            <a:xfrm flipH="1" flipV="1">
              <a:off x="1892391" y="6547766"/>
              <a:ext cx="407805" cy="284482"/>
            </a:xfrm>
            <a:custGeom>
              <a:avLst/>
              <a:gdLst>
                <a:gd name="connsiteX0" fmla="*/ 75234 w 707808"/>
                <a:gd name="connsiteY0" fmla="*/ 0 h 493762"/>
                <a:gd name="connsiteX1" fmla="*/ 609282 w 707808"/>
                <a:gd name="connsiteY1" fmla="*/ 0 h 493762"/>
                <a:gd name="connsiteX2" fmla="*/ 707683 w 707808"/>
                <a:gd name="connsiteY2" fmla="*/ 493130 h 493762"/>
                <a:gd name="connsiteX3" fmla="*/ 707808 w 707808"/>
                <a:gd name="connsiteY3" fmla="*/ 493762 h 493762"/>
                <a:gd name="connsiteX4" fmla="*/ 0 w 707808"/>
                <a:gd name="connsiteY4" fmla="*/ 162760 h 493762"/>
                <a:gd name="connsiteX5" fmla="*/ 75234 w 707808"/>
                <a:gd name="connsiteY5" fmla="*/ 0 h 493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7808" h="493762">
                  <a:moveTo>
                    <a:pt x="75234" y="0"/>
                  </a:moveTo>
                  <a:lnTo>
                    <a:pt x="609282" y="0"/>
                  </a:lnTo>
                  <a:lnTo>
                    <a:pt x="707683" y="493130"/>
                  </a:lnTo>
                  <a:lnTo>
                    <a:pt x="707808" y="493762"/>
                  </a:lnTo>
                  <a:lnTo>
                    <a:pt x="0" y="162760"/>
                  </a:lnTo>
                  <a:lnTo>
                    <a:pt x="75234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2B8522D7-AAE5-4079-8552-E082C7398E62}"/>
                </a:ext>
              </a:extLst>
            </p:cNvPr>
            <p:cNvSpPr/>
            <p:nvPr/>
          </p:nvSpPr>
          <p:spPr>
            <a:xfrm flipH="1" flipV="1">
              <a:off x="1336238" y="6547766"/>
              <a:ext cx="612470" cy="284482"/>
            </a:xfrm>
            <a:custGeom>
              <a:avLst/>
              <a:gdLst>
                <a:gd name="connsiteX0" fmla="*/ 0 w 1063034"/>
                <a:gd name="connsiteY0" fmla="*/ 0 h 493762"/>
                <a:gd name="connsiteX1" fmla="*/ 320156 w 1063034"/>
                <a:gd name="connsiteY1" fmla="*/ 0 h 493762"/>
                <a:gd name="connsiteX2" fmla="*/ 858136 w 1063034"/>
                <a:gd name="connsiteY2" fmla="*/ 0 h 493762"/>
                <a:gd name="connsiteX3" fmla="*/ 1011793 w 1063034"/>
                <a:gd name="connsiteY3" fmla="*/ 219656 h 493762"/>
                <a:gd name="connsiteX4" fmla="*/ 1063034 w 1063034"/>
                <a:gd name="connsiteY4" fmla="*/ 292907 h 493762"/>
                <a:gd name="connsiteX5" fmla="*/ 979062 w 1063034"/>
                <a:gd name="connsiteY5" fmla="*/ 310380 h 493762"/>
                <a:gd name="connsiteX6" fmla="*/ 97747 w 1063034"/>
                <a:gd name="connsiteY6" fmla="*/ 493762 h 493762"/>
                <a:gd name="connsiteX7" fmla="*/ 97747 w 1063034"/>
                <a:gd name="connsiteY7" fmla="*/ 493760 h 493762"/>
                <a:gd name="connsiteX8" fmla="*/ 97621 w 1063034"/>
                <a:gd name="connsiteY8" fmla="*/ 493130 h 493762"/>
                <a:gd name="connsiteX9" fmla="*/ 0 w 1063034"/>
                <a:gd name="connsiteY9" fmla="*/ 0 h 493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3034" h="493762">
                  <a:moveTo>
                    <a:pt x="0" y="0"/>
                  </a:moveTo>
                  <a:lnTo>
                    <a:pt x="320156" y="0"/>
                  </a:lnTo>
                  <a:lnTo>
                    <a:pt x="858136" y="0"/>
                  </a:lnTo>
                  <a:lnTo>
                    <a:pt x="1011793" y="219656"/>
                  </a:lnTo>
                  <a:lnTo>
                    <a:pt x="1063034" y="292907"/>
                  </a:lnTo>
                  <a:lnTo>
                    <a:pt x="979062" y="310380"/>
                  </a:lnTo>
                  <a:lnTo>
                    <a:pt x="97747" y="493762"/>
                  </a:lnTo>
                  <a:lnTo>
                    <a:pt x="97747" y="493760"/>
                  </a:lnTo>
                  <a:lnTo>
                    <a:pt x="97621" y="49313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5855995-316B-4940-AD56-9DE3569549C5}"/>
                </a:ext>
              </a:extLst>
            </p:cNvPr>
            <p:cNvSpPr/>
            <p:nvPr/>
          </p:nvSpPr>
          <p:spPr>
            <a:xfrm flipH="1" flipV="1">
              <a:off x="1024162" y="6663490"/>
              <a:ext cx="430128" cy="168759"/>
            </a:xfrm>
            <a:custGeom>
              <a:avLst/>
              <a:gdLst>
                <a:gd name="connsiteX0" fmla="*/ 0 w 746552"/>
                <a:gd name="connsiteY0" fmla="*/ 0 h 292906"/>
                <a:gd name="connsiteX1" fmla="*/ 746552 w 746552"/>
                <a:gd name="connsiteY1" fmla="*/ 0 h 292906"/>
                <a:gd name="connsiteX2" fmla="*/ 287680 w 746552"/>
                <a:gd name="connsiteY2" fmla="*/ 248140 h 292906"/>
                <a:gd name="connsiteX3" fmla="*/ 204897 w 746552"/>
                <a:gd name="connsiteY3" fmla="*/ 292906 h 292906"/>
                <a:gd name="connsiteX4" fmla="*/ 153656 w 746552"/>
                <a:gd name="connsiteY4" fmla="*/ 219656 h 292906"/>
                <a:gd name="connsiteX5" fmla="*/ 0 w 746552"/>
                <a:gd name="connsiteY5" fmla="*/ 0 h 29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6552" h="292906">
                  <a:moveTo>
                    <a:pt x="0" y="0"/>
                  </a:moveTo>
                  <a:lnTo>
                    <a:pt x="746552" y="0"/>
                  </a:lnTo>
                  <a:lnTo>
                    <a:pt x="287680" y="248140"/>
                  </a:lnTo>
                  <a:lnTo>
                    <a:pt x="204897" y="292906"/>
                  </a:lnTo>
                  <a:lnTo>
                    <a:pt x="153656" y="21965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>
              <a:solidFill>
                <a:schemeClr val="accent1">
                  <a:alpha val="10000"/>
                </a:schemeClr>
              </a:solidFill>
              <a:prstDash val="solid"/>
              <a:miter/>
            </a:ln>
          </p:spPr>
          <p:txBody>
            <a:bodyPr rtlCol="1" anchor="ctr"/>
            <a:lstStyle/>
            <a:p>
              <a:endParaRPr lang="ar-LY"/>
            </a:p>
          </p:txBody>
        </p: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7DF5540B-9671-4FF2-A550-DF6A34B616AF}"/>
                </a:ext>
              </a:extLst>
            </p:cNvPr>
            <p:cNvCxnSpPr>
              <a:stCxn id="434" idx="0"/>
              <a:endCxn id="437" idx="0"/>
            </p:cNvCxnSpPr>
            <p:nvPr/>
          </p:nvCxnSpPr>
          <p:spPr>
            <a:xfrm>
              <a:off x="539499" y="4868032"/>
              <a:ext cx="653344" cy="29123"/>
            </a:xfrm>
            <a:prstGeom prst="line">
              <a:avLst/>
            </a:prstGeom>
            <a:ln w="25400">
              <a:solidFill>
                <a:schemeClr val="accent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E2F6A26E-E6F5-5D4C-BC24-7FA44DBF6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9337" y="2497255"/>
            <a:ext cx="1602441" cy="161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48ABC3-8E8C-4FDD-AA32-797A4908BA56}"/>
              </a:ext>
            </a:extLst>
          </p:cNvPr>
          <p:cNvSpPr txBox="1"/>
          <p:nvPr/>
        </p:nvSpPr>
        <p:spPr>
          <a:xfrm>
            <a:off x="1119861" y="1515999"/>
            <a:ext cx="4541638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Cantarell" panose="02000603000000000000" pitchFamily="2" charset="0"/>
                <a:cs typeface="Poppins Black" panose="00000A00000000000000" pitchFamily="2" charset="0"/>
              </a:rPr>
              <a:t>Modern Buildings</a:t>
            </a:r>
          </a:p>
          <a:p>
            <a:r>
              <a:rPr lang="en-US" sz="3200" b="1" dirty="0">
                <a:solidFill>
                  <a:schemeClr val="bg1"/>
                </a:solidFill>
                <a:latin typeface="Cantarell bold" panose="02000803000000000000" pitchFamily="2" charset="0"/>
                <a:cs typeface="Poppins Black" panose="00000A00000000000000" pitchFamily="2" charset="0"/>
              </a:rPr>
              <a:t>Face Many Challenges</a:t>
            </a:r>
            <a:endParaRPr lang="ar-LY" sz="3200" b="1" dirty="0">
              <a:solidFill>
                <a:schemeClr val="bg1"/>
              </a:solidFill>
              <a:latin typeface="Cantarell bold" panose="02000803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B38AC8-6A13-48D8-A3E9-1B663F3239DA}"/>
              </a:ext>
            </a:extLst>
          </p:cNvPr>
          <p:cNvSpPr txBox="1"/>
          <p:nvPr/>
        </p:nvSpPr>
        <p:spPr>
          <a:xfrm>
            <a:off x="1150340" y="2866523"/>
            <a:ext cx="4258638" cy="16312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CA" sz="2000" dirty="0">
                <a:solidFill>
                  <a:schemeClr val="bg1"/>
                </a:solidFill>
                <a:latin typeface="Cantarell bold" panose="02000803000000000000" pitchFamily="2" charset="0"/>
              </a:rPr>
              <a:t>Climate Change</a:t>
            </a:r>
          </a:p>
          <a:p>
            <a:pPr marL="228600" indent="-228600">
              <a:buFont typeface="+mj-lt"/>
              <a:buAutoNum type="arabicPeriod"/>
            </a:pPr>
            <a:r>
              <a:rPr lang="en-CA" sz="2000" dirty="0">
                <a:solidFill>
                  <a:schemeClr val="bg1"/>
                </a:solidFill>
                <a:latin typeface="Cantarell bold" panose="02000803000000000000" pitchFamily="2" charset="0"/>
              </a:rPr>
              <a:t>Urban Pollution</a:t>
            </a:r>
          </a:p>
          <a:p>
            <a:pPr marL="228600" indent="-228600">
              <a:buFont typeface="+mj-lt"/>
              <a:buAutoNum type="arabicPeriod"/>
            </a:pPr>
            <a:r>
              <a:rPr lang="en-CA" sz="2000" dirty="0">
                <a:solidFill>
                  <a:schemeClr val="bg1"/>
                </a:solidFill>
                <a:latin typeface="Cantarell bold" panose="02000803000000000000" pitchFamily="2" charset="0"/>
              </a:rPr>
              <a:t>Indoor Contaminants</a:t>
            </a:r>
          </a:p>
          <a:p>
            <a:pPr marL="228600" indent="-228600">
              <a:buFont typeface="+mj-lt"/>
              <a:buAutoNum type="arabicPeriod"/>
            </a:pPr>
            <a:r>
              <a:rPr lang="en-CA" sz="2000" dirty="0">
                <a:solidFill>
                  <a:schemeClr val="bg1"/>
                </a:solidFill>
                <a:latin typeface="Cantarell bold" panose="02000803000000000000" pitchFamily="2" charset="0"/>
              </a:rPr>
              <a:t>Rising Energy Costs</a:t>
            </a:r>
          </a:p>
          <a:p>
            <a:pPr marL="228600" indent="-228600">
              <a:buFont typeface="+mj-lt"/>
              <a:buAutoNum type="arabicPeriod"/>
            </a:pPr>
            <a:r>
              <a:rPr lang="en-CA" sz="2000" dirty="0">
                <a:solidFill>
                  <a:schemeClr val="bg1"/>
                </a:solidFill>
                <a:latin typeface="Cantarell bold" panose="02000803000000000000" pitchFamily="2" charset="0"/>
              </a:rPr>
              <a:t>Increasing Technological Complexity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695A43E0-6D70-DC4D-B04B-E0C23115E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00347" y="2470850"/>
            <a:ext cx="3085566" cy="19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F05CB951-D72E-2E4B-ADBA-DCE50F027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00347" y="4394435"/>
            <a:ext cx="3085566" cy="1811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limate change is turning cities into harsh, sweltering hotspots">
            <a:extLst>
              <a:ext uri="{FF2B5EF4-FFF2-40B4-BE49-F238E27FC236}">
                <a16:creationId xmlns:a16="http://schemas.microsoft.com/office/drawing/2014/main" id="{BB9886C1-B585-C542-BEA5-4433035C5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00348" y="727935"/>
            <a:ext cx="3085565" cy="1735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>
            <a:spLocks/>
          </p:cNvSpPr>
          <p:nvPr/>
        </p:nvSpPr>
        <p:spPr bwMode="auto">
          <a:xfrm>
            <a:off x="2105663" y="4445248"/>
            <a:ext cx="289508" cy="210020"/>
          </a:xfrm>
          <a:custGeom>
            <a:avLst/>
            <a:gdLst>
              <a:gd name="T0" fmla="*/ 173 w 346"/>
              <a:gd name="T1" fmla="*/ 251 h 251"/>
              <a:gd name="T2" fmla="*/ 346 w 346"/>
              <a:gd name="T3" fmla="*/ 0 h 251"/>
              <a:gd name="T4" fmla="*/ 0 w 346"/>
              <a:gd name="T5" fmla="*/ 0 h 251"/>
              <a:gd name="T6" fmla="*/ 173 w 346"/>
              <a:gd name="T7" fmla="*/ 251 h 2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6" h="251">
                <a:moveTo>
                  <a:pt x="173" y="251"/>
                </a:moveTo>
                <a:lnTo>
                  <a:pt x="346" y="0"/>
                </a:lnTo>
                <a:lnTo>
                  <a:pt x="0" y="0"/>
                </a:lnTo>
                <a:lnTo>
                  <a:pt x="173" y="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Raleway Medium" charset="0"/>
              <a:cs typeface="Raleway Medium" charset="0"/>
            </a:endParaRPr>
          </a:p>
        </p:txBody>
      </p:sp>
      <p:sp>
        <p:nvSpPr>
          <p:cNvPr id="4" name="Freeform 33"/>
          <p:cNvSpPr>
            <a:spLocks/>
          </p:cNvSpPr>
          <p:nvPr/>
        </p:nvSpPr>
        <p:spPr bwMode="auto">
          <a:xfrm>
            <a:off x="4668963" y="4445248"/>
            <a:ext cx="289508" cy="210020"/>
          </a:xfrm>
          <a:custGeom>
            <a:avLst/>
            <a:gdLst>
              <a:gd name="T0" fmla="*/ 173 w 346"/>
              <a:gd name="T1" fmla="*/ 251 h 251"/>
              <a:gd name="T2" fmla="*/ 346 w 346"/>
              <a:gd name="T3" fmla="*/ 0 h 251"/>
              <a:gd name="T4" fmla="*/ 0 w 346"/>
              <a:gd name="T5" fmla="*/ 0 h 251"/>
              <a:gd name="T6" fmla="*/ 173 w 346"/>
              <a:gd name="T7" fmla="*/ 251 h 2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6" h="251">
                <a:moveTo>
                  <a:pt x="173" y="251"/>
                </a:moveTo>
                <a:lnTo>
                  <a:pt x="346" y="0"/>
                </a:lnTo>
                <a:lnTo>
                  <a:pt x="0" y="0"/>
                </a:lnTo>
                <a:lnTo>
                  <a:pt x="173" y="251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Raleway Medium" charset="0"/>
              <a:cs typeface="Raleway Medium" charset="0"/>
            </a:endParaRPr>
          </a:p>
        </p:txBody>
      </p:sp>
      <p:sp>
        <p:nvSpPr>
          <p:cNvPr id="5" name="Freeform 33"/>
          <p:cNvSpPr>
            <a:spLocks/>
          </p:cNvSpPr>
          <p:nvPr/>
        </p:nvSpPr>
        <p:spPr bwMode="auto">
          <a:xfrm>
            <a:off x="7232263" y="4445248"/>
            <a:ext cx="289508" cy="210020"/>
          </a:xfrm>
          <a:custGeom>
            <a:avLst/>
            <a:gdLst>
              <a:gd name="T0" fmla="*/ 173 w 346"/>
              <a:gd name="T1" fmla="*/ 251 h 251"/>
              <a:gd name="T2" fmla="*/ 346 w 346"/>
              <a:gd name="T3" fmla="*/ 0 h 251"/>
              <a:gd name="T4" fmla="*/ 0 w 346"/>
              <a:gd name="T5" fmla="*/ 0 h 251"/>
              <a:gd name="T6" fmla="*/ 173 w 346"/>
              <a:gd name="T7" fmla="*/ 251 h 2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6" h="251">
                <a:moveTo>
                  <a:pt x="173" y="251"/>
                </a:moveTo>
                <a:lnTo>
                  <a:pt x="346" y="0"/>
                </a:lnTo>
                <a:lnTo>
                  <a:pt x="0" y="0"/>
                </a:lnTo>
                <a:lnTo>
                  <a:pt x="173" y="25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Raleway Medium" charset="0"/>
              <a:cs typeface="Raleway Medium" charset="0"/>
            </a:endParaRPr>
          </a:p>
        </p:txBody>
      </p:sp>
      <p:sp>
        <p:nvSpPr>
          <p:cNvPr id="6" name="Freeform 33"/>
          <p:cNvSpPr>
            <a:spLocks/>
          </p:cNvSpPr>
          <p:nvPr/>
        </p:nvSpPr>
        <p:spPr bwMode="auto">
          <a:xfrm>
            <a:off x="9795563" y="4445248"/>
            <a:ext cx="289508" cy="210020"/>
          </a:xfrm>
          <a:custGeom>
            <a:avLst/>
            <a:gdLst>
              <a:gd name="T0" fmla="*/ 173 w 346"/>
              <a:gd name="T1" fmla="*/ 251 h 251"/>
              <a:gd name="T2" fmla="*/ 346 w 346"/>
              <a:gd name="T3" fmla="*/ 0 h 251"/>
              <a:gd name="T4" fmla="*/ 0 w 346"/>
              <a:gd name="T5" fmla="*/ 0 h 251"/>
              <a:gd name="T6" fmla="*/ 173 w 346"/>
              <a:gd name="T7" fmla="*/ 251 h 2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6" h="251">
                <a:moveTo>
                  <a:pt x="173" y="251"/>
                </a:moveTo>
                <a:lnTo>
                  <a:pt x="346" y="0"/>
                </a:lnTo>
                <a:lnTo>
                  <a:pt x="0" y="0"/>
                </a:lnTo>
                <a:lnTo>
                  <a:pt x="173" y="251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Raleway Medium" charset="0"/>
              <a:cs typeface="Raleway Medium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91349" y="4813907"/>
            <a:ext cx="1300357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spc="30" dirty="0">
                <a:solidFill>
                  <a:schemeClr val="bg1"/>
                </a:solidFill>
                <a:latin typeface="Garamond" panose="02020404030301010803" pitchFamily="18" charset="0"/>
                <a:ea typeface="Raleway Medium" charset="0"/>
                <a:cs typeface="Raleway Medium" charset="0"/>
              </a:rPr>
              <a:t>Healthcare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7929" y="5339769"/>
            <a:ext cx="2205207" cy="1097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40000"/>
              </a:lnSpc>
              <a:defRPr/>
            </a:pPr>
            <a:r>
              <a:rPr lang="en-US" sz="1600" dirty="0">
                <a:solidFill>
                  <a:srgbClr val="848484"/>
                </a:solidFill>
                <a:latin typeface="Garamond" panose="02020404030301010803" pitchFamily="18" charset="0"/>
                <a:ea typeface="Raleway Medium" charset="0"/>
                <a:cs typeface="Raleway Medium" charset="0"/>
              </a:rPr>
              <a:t>Improve patient outcomes and minimize airborne infections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1942" y="4813907"/>
            <a:ext cx="945772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spc="30" dirty="0">
                <a:solidFill>
                  <a:schemeClr val="bg1"/>
                </a:solidFill>
                <a:latin typeface="Garamond" panose="02020404030301010803" pitchFamily="18" charset="0"/>
                <a:ea typeface="Raleway Medium" charset="0"/>
                <a:cs typeface="Raleway Medium" charset="0"/>
              </a:rPr>
              <a:t>Offices	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4747" y="5339769"/>
            <a:ext cx="2300162" cy="753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40000"/>
              </a:lnSpc>
              <a:defRPr/>
            </a:pPr>
            <a:r>
              <a:rPr lang="en-US" sz="1600" dirty="0">
                <a:solidFill>
                  <a:srgbClr val="848484"/>
                </a:solidFill>
                <a:latin typeface="Garamond" panose="02020404030301010803" pitchFamily="18" charset="0"/>
                <a:ea typeface="Raleway Medium" charset="0"/>
                <a:cs typeface="Raleway Medium" charset="0"/>
              </a:rPr>
              <a:t>Increase worker comfort and productivity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1262" y="4750096"/>
            <a:ext cx="2728067" cy="527733"/>
          </a:xfrm>
          <a:prstGeom prst="rect">
            <a:avLst/>
          </a:prstGeom>
          <a:noFill/>
          <a:ln>
            <a:noFill/>
          </a:ln>
        </p:spPr>
        <p:txBody>
          <a:bodyPr wrap="square" lIns="90000" rtlCol="0">
            <a:noAutofit/>
          </a:bodyPr>
          <a:lstStyle/>
          <a:p>
            <a:pPr algn="ctr"/>
            <a:r>
              <a:rPr lang="en-US" sz="2000" spc="30" dirty="0">
                <a:solidFill>
                  <a:schemeClr val="bg1"/>
                </a:solidFill>
                <a:latin typeface="Garamond" panose="02020404030301010803" pitchFamily="18" charset="0"/>
                <a:ea typeface="Raleway Medium" charset="0"/>
                <a:cs typeface="Raleway Medium" charset="0"/>
              </a:rPr>
              <a:t>Historical Buildings &amp; Museums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7625" y="5339769"/>
            <a:ext cx="2184720" cy="1442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40000"/>
              </a:lnSpc>
              <a:defRPr/>
            </a:pPr>
            <a:r>
              <a:rPr lang="en-US" sz="1600" dirty="0">
                <a:solidFill>
                  <a:srgbClr val="848484"/>
                </a:solidFill>
                <a:latin typeface="Garamond" panose="02020404030301010803" pitchFamily="18" charset="0"/>
                <a:ea typeface="Raleway Medium" charset="0"/>
                <a:cs typeface="Raleway Medium" charset="0"/>
              </a:rPr>
              <a:t>Preserve interiors of historical buildings and protect invaluable artifacts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1174" y="4813907"/>
            <a:ext cx="1620508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spc="30" dirty="0">
                <a:solidFill>
                  <a:schemeClr val="bg1"/>
                </a:solidFill>
                <a:latin typeface="Garamond" panose="02020404030301010803" pitchFamily="18" charset="0"/>
                <a:ea typeface="Raleway Medium" charset="0"/>
                <a:cs typeface="Raleway Medium" charset="0"/>
              </a:rPr>
              <a:t>Indoor Farms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5147" y="5339769"/>
            <a:ext cx="1879600" cy="1097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40000"/>
              </a:lnSpc>
              <a:defRPr/>
            </a:pPr>
            <a:r>
              <a:rPr lang="en-US" sz="1600" dirty="0">
                <a:solidFill>
                  <a:srgbClr val="848484"/>
                </a:solidFill>
                <a:latin typeface="Garamond" panose="02020404030301010803" pitchFamily="18" charset="0"/>
                <a:ea typeface="Raleway Medium" charset="0"/>
                <a:cs typeface="Raleway Medium" charset="0"/>
              </a:rPr>
              <a:t>Increase crop yield and streamline operations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204073" y="2557577"/>
            <a:ext cx="2467836" cy="1558088"/>
            <a:chOff x="1341345" y="2331698"/>
            <a:chExt cx="2467836" cy="1558088"/>
          </a:xfrm>
        </p:grpSpPr>
        <p:sp>
          <p:nvSpPr>
            <p:cNvPr id="18" name="Freeform 6"/>
            <p:cNvSpPr>
              <a:spLocks noEditPoints="1"/>
            </p:cNvSpPr>
            <p:nvPr/>
          </p:nvSpPr>
          <p:spPr bwMode="auto">
            <a:xfrm>
              <a:off x="1608010" y="2331698"/>
              <a:ext cx="1558087" cy="1558088"/>
            </a:xfrm>
            <a:custGeom>
              <a:avLst/>
              <a:gdLst>
                <a:gd name="T0" fmla="*/ 799 w 1598"/>
                <a:gd name="T1" fmla="*/ 0 h 1599"/>
                <a:gd name="T2" fmla="*/ 0 w 1598"/>
                <a:gd name="T3" fmla="*/ 800 h 1599"/>
                <a:gd name="T4" fmla="*/ 799 w 1598"/>
                <a:gd name="T5" fmla="*/ 1599 h 1599"/>
                <a:gd name="T6" fmla="*/ 1598 w 1598"/>
                <a:gd name="T7" fmla="*/ 800 h 1599"/>
                <a:gd name="T8" fmla="*/ 799 w 1598"/>
                <a:gd name="T9" fmla="*/ 0 h 1599"/>
                <a:gd name="T10" fmla="*/ 799 w 1598"/>
                <a:gd name="T11" fmla="*/ 1405 h 1599"/>
                <a:gd name="T12" fmla="*/ 194 w 1598"/>
                <a:gd name="T13" fmla="*/ 800 h 1599"/>
                <a:gd name="T14" fmla="*/ 799 w 1598"/>
                <a:gd name="T15" fmla="*/ 194 h 1599"/>
                <a:gd name="T16" fmla="*/ 1405 w 1598"/>
                <a:gd name="T17" fmla="*/ 800 h 1599"/>
                <a:gd name="T18" fmla="*/ 799 w 1598"/>
                <a:gd name="T19" fmla="*/ 1405 h 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98" h="1599">
                  <a:moveTo>
                    <a:pt x="799" y="0"/>
                  </a:moveTo>
                  <a:cubicBezTo>
                    <a:pt x="358" y="0"/>
                    <a:pt x="0" y="358"/>
                    <a:pt x="0" y="800"/>
                  </a:cubicBezTo>
                  <a:cubicBezTo>
                    <a:pt x="0" y="1241"/>
                    <a:pt x="358" y="1599"/>
                    <a:pt x="799" y="1599"/>
                  </a:cubicBezTo>
                  <a:cubicBezTo>
                    <a:pt x="1241" y="1599"/>
                    <a:pt x="1598" y="1241"/>
                    <a:pt x="1598" y="800"/>
                  </a:cubicBezTo>
                  <a:cubicBezTo>
                    <a:pt x="1598" y="358"/>
                    <a:pt x="1241" y="0"/>
                    <a:pt x="799" y="0"/>
                  </a:cubicBezTo>
                  <a:moveTo>
                    <a:pt x="799" y="1405"/>
                  </a:moveTo>
                  <a:cubicBezTo>
                    <a:pt x="465" y="1405"/>
                    <a:pt x="194" y="1134"/>
                    <a:pt x="194" y="800"/>
                  </a:cubicBezTo>
                  <a:cubicBezTo>
                    <a:pt x="194" y="465"/>
                    <a:pt x="465" y="194"/>
                    <a:pt x="799" y="194"/>
                  </a:cubicBezTo>
                  <a:cubicBezTo>
                    <a:pt x="1134" y="194"/>
                    <a:pt x="1405" y="465"/>
                    <a:pt x="1405" y="800"/>
                  </a:cubicBezTo>
                  <a:cubicBezTo>
                    <a:pt x="1405" y="1134"/>
                    <a:pt x="1134" y="1405"/>
                    <a:pt x="799" y="140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19" name="Rectangle 7"/>
            <p:cNvSpPr>
              <a:spLocks noChangeArrowheads="1"/>
            </p:cNvSpPr>
            <p:nvPr/>
          </p:nvSpPr>
          <p:spPr bwMode="auto">
            <a:xfrm>
              <a:off x="1370329" y="3700580"/>
              <a:ext cx="2438852" cy="18920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20" name="Rectangle 8"/>
            <p:cNvSpPr>
              <a:spLocks noChangeArrowheads="1"/>
            </p:cNvSpPr>
            <p:nvPr/>
          </p:nvSpPr>
          <p:spPr bwMode="auto">
            <a:xfrm>
              <a:off x="1371599" y="3700580"/>
              <a:ext cx="2063701" cy="189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21" name="Freeform 10"/>
            <p:cNvSpPr>
              <a:spLocks/>
            </p:cNvSpPr>
            <p:nvPr/>
          </p:nvSpPr>
          <p:spPr bwMode="auto">
            <a:xfrm>
              <a:off x="2402926" y="3452963"/>
              <a:ext cx="683171" cy="247618"/>
            </a:xfrm>
            <a:custGeom>
              <a:avLst/>
              <a:gdLst>
                <a:gd name="T0" fmla="*/ 701 w 701"/>
                <a:gd name="T1" fmla="*/ 0 h 254"/>
                <a:gd name="T2" fmla="*/ 476 w 701"/>
                <a:gd name="T3" fmla="*/ 0 h 254"/>
                <a:gd name="T4" fmla="*/ 451 w 701"/>
                <a:gd name="T5" fmla="*/ 33 h 254"/>
                <a:gd name="T6" fmla="*/ 0 w 701"/>
                <a:gd name="T7" fmla="*/ 254 h 254"/>
                <a:gd name="T8" fmla="*/ 505 w 701"/>
                <a:gd name="T9" fmla="*/ 254 h 254"/>
                <a:gd name="T10" fmla="*/ 701 w 701"/>
                <a:gd name="T11" fmla="*/ 0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1" h="254">
                  <a:moveTo>
                    <a:pt x="701" y="0"/>
                  </a:moveTo>
                  <a:cubicBezTo>
                    <a:pt x="476" y="0"/>
                    <a:pt x="476" y="0"/>
                    <a:pt x="476" y="0"/>
                  </a:cubicBezTo>
                  <a:cubicBezTo>
                    <a:pt x="468" y="11"/>
                    <a:pt x="460" y="22"/>
                    <a:pt x="451" y="33"/>
                  </a:cubicBezTo>
                  <a:cubicBezTo>
                    <a:pt x="343" y="164"/>
                    <a:pt x="182" y="249"/>
                    <a:pt x="0" y="254"/>
                  </a:cubicBezTo>
                  <a:cubicBezTo>
                    <a:pt x="505" y="254"/>
                    <a:pt x="505" y="254"/>
                    <a:pt x="505" y="254"/>
                  </a:cubicBezTo>
                  <a:cubicBezTo>
                    <a:pt x="586" y="184"/>
                    <a:pt x="653" y="97"/>
                    <a:pt x="701" y="0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22" name="Freeform 11"/>
            <p:cNvSpPr>
              <a:spLocks/>
            </p:cNvSpPr>
            <p:nvPr/>
          </p:nvSpPr>
          <p:spPr bwMode="auto">
            <a:xfrm>
              <a:off x="2387688" y="3700580"/>
              <a:ext cx="507934" cy="0"/>
            </a:xfrm>
            <a:custGeom>
              <a:avLst/>
              <a:gdLst>
                <a:gd name="T0" fmla="*/ 521 w 521"/>
                <a:gd name="T1" fmla="*/ 16 w 521"/>
                <a:gd name="T2" fmla="*/ 0 w 521"/>
                <a:gd name="T3" fmla="*/ 521 w 521"/>
                <a:gd name="T4" fmla="*/ 521 w 5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21">
                  <a:moveTo>
                    <a:pt x="521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1" y="0"/>
                    <a:pt x="5" y="0"/>
                    <a:pt x="0" y="0"/>
                  </a:cubicBezTo>
                  <a:cubicBezTo>
                    <a:pt x="521" y="0"/>
                    <a:pt x="521" y="0"/>
                    <a:pt x="521" y="0"/>
                  </a:cubicBezTo>
                  <a:cubicBezTo>
                    <a:pt x="521" y="0"/>
                    <a:pt x="521" y="0"/>
                    <a:pt x="521" y="0"/>
                  </a:cubicBezTo>
                </a:path>
              </a:pathLst>
            </a:custGeom>
            <a:solidFill>
              <a:srgbClr val="3D3D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23" name="Freeform 22"/>
            <p:cNvSpPr>
              <a:spLocks/>
            </p:cNvSpPr>
            <p:nvPr/>
          </p:nvSpPr>
          <p:spPr bwMode="auto">
            <a:xfrm>
              <a:off x="1341345" y="3889786"/>
              <a:ext cx="1045074" cy="0"/>
            </a:xfrm>
            <a:custGeom>
              <a:avLst/>
              <a:gdLst>
                <a:gd name="T0" fmla="*/ 1065 w 1073"/>
                <a:gd name="T1" fmla="*/ 0 w 1073"/>
                <a:gd name="T2" fmla="*/ 0 w 1073"/>
                <a:gd name="T3" fmla="*/ 1073 w 1073"/>
                <a:gd name="T4" fmla="*/ 1065 w 107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07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3" y="0"/>
                    <a:pt x="1073" y="0"/>
                    <a:pt x="1073" y="0"/>
                  </a:cubicBezTo>
                  <a:cubicBezTo>
                    <a:pt x="1070" y="0"/>
                    <a:pt x="1068" y="0"/>
                    <a:pt x="1065" y="0"/>
                  </a:cubicBezTo>
                </a:path>
              </a:pathLst>
            </a:custGeom>
            <a:solidFill>
              <a:srgbClr val="7D7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24" name="Freeform 23"/>
            <p:cNvSpPr>
              <a:spLocks/>
            </p:cNvSpPr>
            <p:nvPr/>
          </p:nvSpPr>
          <p:spPr bwMode="auto">
            <a:xfrm>
              <a:off x="1371600" y="3700580"/>
              <a:ext cx="1007200" cy="189206"/>
            </a:xfrm>
            <a:custGeom>
              <a:avLst/>
              <a:gdLst>
                <a:gd name="T0" fmla="*/ 552 w 1065"/>
                <a:gd name="T1" fmla="*/ 0 h 194"/>
                <a:gd name="T2" fmla="*/ 0 w 1065"/>
                <a:gd name="T3" fmla="*/ 0 h 194"/>
                <a:gd name="T4" fmla="*/ 0 w 1065"/>
                <a:gd name="T5" fmla="*/ 194 h 194"/>
                <a:gd name="T6" fmla="*/ 1065 w 1065"/>
                <a:gd name="T7" fmla="*/ 194 h 194"/>
                <a:gd name="T8" fmla="*/ 552 w 1065"/>
                <a:gd name="T9" fmla="*/ 0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5" h="194">
                  <a:moveTo>
                    <a:pt x="55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1065" y="194"/>
                    <a:pt x="1065" y="194"/>
                    <a:pt x="1065" y="194"/>
                  </a:cubicBezTo>
                  <a:cubicBezTo>
                    <a:pt x="869" y="192"/>
                    <a:pt x="690" y="119"/>
                    <a:pt x="552" y="0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8544769" y="2557577"/>
            <a:ext cx="2443159" cy="1558088"/>
            <a:chOff x="8544769" y="2331698"/>
            <a:chExt cx="2443159" cy="1558088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26" name="Freeform 6"/>
            <p:cNvSpPr>
              <a:spLocks noEditPoints="1"/>
            </p:cNvSpPr>
            <p:nvPr/>
          </p:nvSpPr>
          <p:spPr bwMode="auto">
            <a:xfrm>
              <a:off x="9160638" y="2331698"/>
              <a:ext cx="1558087" cy="1558088"/>
            </a:xfrm>
            <a:custGeom>
              <a:avLst/>
              <a:gdLst>
                <a:gd name="T0" fmla="*/ 799 w 1598"/>
                <a:gd name="T1" fmla="*/ 0 h 1599"/>
                <a:gd name="T2" fmla="*/ 0 w 1598"/>
                <a:gd name="T3" fmla="*/ 800 h 1599"/>
                <a:gd name="T4" fmla="*/ 799 w 1598"/>
                <a:gd name="T5" fmla="*/ 1599 h 1599"/>
                <a:gd name="T6" fmla="*/ 1598 w 1598"/>
                <a:gd name="T7" fmla="*/ 800 h 1599"/>
                <a:gd name="T8" fmla="*/ 799 w 1598"/>
                <a:gd name="T9" fmla="*/ 0 h 1599"/>
                <a:gd name="T10" fmla="*/ 799 w 1598"/>
                <a:gd name="T11" fmla="*/ 1405 h 1599"/>
                <a:gd name="T12" fmla="*/ 194 w 1598"/>
                <a:gd name="T13" fmla="*/ 800 h 1599"/>
                <a:gd name="T14" fmla="*/ 799 w 1598"/>
                <a:gd name="T15" fmla="*/ 194 h 1599"/>
                <a:gd name="T16" fmla="*/ 1405 w 1598"/>
                <a:gd name="T17" fmla="*/ 800 h 1599"/>
                <a:gd name="T18" fmla="*/ 799 w 1598"/>
                <a:gd name="T19" fmla="*/ 1405 h 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98" h="1599">
                  <a:moveTo>
                    <a:pt x="799" y="0"/>
                  </a:moveTo>
                  <a:cubicBezTo>
                    <a:pt x="358" y="0"/>
                    <a:pt x="0" y="358"/>
                    <a:pt x="0" y="800"/>
                  </a:cubicBezTo>
                  <a:cubicBezTo>
                    <a:pt x="0" y="1241"/>
                    <a:pt x="358" y="1599"/>
                    <a:pt x="799" y="1599"/>
                  </a:cubicBezTo>
                  <a:cubicBezTo>
                    <a:pt x="1241" y="1599"/>
                    <a:pt x="1598" y="1241"/>
                    <a:pt x="1598" y="800"/>
                  </a:cubicBezTo>
                  <a:cubicBezTo>
                    <a:pt x="1598" y="358"/>
                    <a:pt x="1241" y="0"/>
                    <a:pt x="799" y="0"/>
                  </a:cubicBezTo>
                  <a:moveTo>
                    <a:pt x="799" y="1405"/>
                  </a:moveTo>
                  <a:cubicBezTo>
                    <a:pt x="465" y="1405"/>
                    <a:pt x="194" y="1134"/>
                    <a:pt x="194" y="800"/>
                  </a:cubicBezTo>
                  <a:cubicBezTo>
                    <a:pt x="194" y="465"/>
                    <a:pt x="465" y="194"/>
                    <a:pt x="799" y="194"/>
                  </a:cubicBezTo>
                  <a:cubicBezTo>
                    <a:pt x="1134" y="194"/>
                    <a:pt x="1405" y="465"/>
                    <a:pt x="1405" y="800"/>
                  </a:cubicBezTo>
                  <a:cubicBezTo>
                    <a:pt x="1405" y="1134"/>
                    <a:pt x="1134" y="1405"/>
                    <a:pt x="799" y="14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27" name="Rectangle 7"/>
            <p:cNvSpPr>
              <a:spLocks noChangeArrowheads="1"/>
            </p:cNvSpPr>
            <p:nvPr/>
          </p:nvSpPr>
          <p:spPr bwMode="auto">
            <a:xfrm>
              <a:off x="8545065" y="3700580"/>
              <a:ext cx="2442863" cy="189206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28" name="Rectangle 8"/>
            <p:cNvSpPr>
              <a:spLocks noChangeArrowheads="1"/>
            </p:cNvSpPr>
            <p:nvPr/>
          </p:nvSpPr>
          <p:spPr bwMode="auto">
            <a:xfrm>
              <a:off x="8924227" y="3700580"/>
              <a:ext cx="2063701" cy="1892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29" name="Freeform 10"/>
            <p:cNvSpPr>
              <a:spLocks/>
            </p:cNvSpPr>
            <p:nvPr/>
          </p:nvSpPr>
          <p:spPr bwMode="auto">
            <a:xfrm>
              <a:off x="9955554" y="3452963"/>
              <a:ext cx="683171" cy="247618"/>
            </a:xfrm>
            <a:custGeom>
              <a:avLst/>
              <a:gdLst>
                <a:gd name="T0" fmla="*/ 701 w 701"/>
                <a:gd name="T1" fmla="*/ 0 h 254"/>
                <a:gd name="T2" fmla="*/ 476 w 701"/>
                <a:gd name="T3" fmla="*/ 0 h 254"/>
                <a:gd name="T4" fmla="*/ 451 w 701"/>
                <a:gd name="T5" fmla="*/ 33 h 254"/>
                <a:gd name="T6" fmla="*/ 0 w 701"/>
                <a:gd name="T7" fmla="*/ 254 h 254"/>
                <a:gd name="T8" fmla="*/ 505 w 701"/>
                <a:gd name="T9" fmla="*/ 254 h 254"/>
                <a:gd name="T10" fmla="*/ 701 w 701"/>
                <a:gd name="T11" fmla="*/ 0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1" h="254">
                  <a:moveTo>
                    <a:pt x="701" y="0"/>
                  </a:moveTo>
                  <a:cubicBezTo>
                    <a:pt x="476" y="0"/>
                    <a:pt x="476" y="0"/>
                    <a:pt x="476" y="0"/>
                  </a:cubicBezTo>
                  <a:cubicBezTo>
                    <a:pt x="468" y="11"/>
                    <a:pt x="460" y="22"/>
                    <a:pt x="451" y="33"/>
                  </a:cubicBezTo>
                  <a:cubicBezTo>
                    <a:pt x="343" y="164"/>
                    <a:pt x="182" y="249"/>
                    <a:pt x="0" y="254"/>
                  </a:cubicBezTo>
                  <a:cubicBezTo>
                    <a:pt x="505" y="254"/>
                    <a:pt x="505" y="254"/>
                    <a:pt x="505" y="254"/>
                  </a:cubicBezTo>
                  <a:cubicBezTo>
                    <a:pt x="586" y="184"/>
                    <a:pt x="653" y="97"/>
                    <a:pt x="701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30" name="Freeform 11"/>
            <p:cNvSpPr>
              <a:spLocks/>
            </p:cNvSpPr>
            <p:nvPr/>
          </p:nvSpPr>
          <p:spPr bwMode="auto">
            <a:xfrm>
              <a:off x="9940316" y="3700580"/>
              <a:ext cx="507934" cy="0"/>
            </a:xfrm>
            <a:custGeom>
              <a:avLst/>
              <a:gdLst>
                <a:gd name="T0" fmla="*/ 521 w 521"/>
                <a:gd name="T1" fmla="*/ 16 w 521"/>
                <a:gd name="T2" fmla="*/ 0 w 521"/>
                <a:gd name="T3" fmla="*/ 521 w 521"/>
                <a:gd name="T4" fmla="*/ 521 w 5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21">
                  <a:moveTo>
                    <a:pt x="521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1" y="0"/>
                    <a:pt x="5" y="0"/>
                    <a:pt x="0" y="0"/>
                  </a:cubicBezTo>
                  <a:cubicBezTo>
                    <a:pt x="521" y="0"/>
                    <a:pt x="521" y="0"/>
                    <a:pt x="521" y="0"/>
                  </a:cubicBezTo>
                  <a:cubicBezTo>
                    <a:pt x="521" y="0"/>
                    <a:pt x="521" y="0"/>
                    <a:pt x="52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31" name="Freeform 43"/>
            <p:cNvSpPr>
              <a:spLocks/>
            </p:cNvSpPr>
            <p:nvPr/>
          </p:nvSpPr>
          <p:spPr bwMode="auto">
            <a:xfrm>
              <a:off x="8893973" y="3889786"/>
              <a:ext cx="1045074" cy="0"/>
            </a:xfrm>
            <a:custGeom>
              <a:avLst/>
              <a:gdLst>
                <a:gd name="T0" fmla="*/ 1065 w 1073"/>
                <a:gd name="T1" fmla="*/ 0 w 1073"/>
                <a:gd name="T2" fmla="*/ 0 w 1073"/>
                <a:gd name="T3" fmla="*/ 1073 w 1073"/>
                <a:gd name="T4" fmla="*/ 1065 w 107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07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3" y="0"/>
                    <a:pt x="1073" y="0"/>
                    <a:pt x="1073" y="0"/>
                  </a:cubicBezTo>
                  <a:cubicBezTo>
                    <a:pt x="1070" y="0"/>
                    <a:pt x="1068" y="0"/>
                    <a:pt x="106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32" name="Freeform 44"/>
            <p:cNvSpPr>
              <a:spLocks/>
            </p:cNvSpPr>
            <p:nvPr/>
          </p:nvSpPr>
          <p:spPr bwMode="auto">
            <a:xfrm>
              <a:off x="8924228" y="3700580"/>
              <a:ext cx="1007200" cy="189206"/>
            </a:xfrm>
            <a:custGeom>
              <a:avLst/>
              <a:gdLst>
                <a:gd name="T0" fmla="*/ 552 w 1065"/>
                <a:gd name="T1" fmla="*/ 0 h 194"/>
                <a:gd name="T2" fmla="*/ 0 w 1065"/>
                <a:gd name="T3" fmla="*/ 0 h 194"/>
                <a:gd name="T4" fmla="*/ 0 w 1065"/>
                <a:gd name="T5" fmla="*/ 194 h 194"/>
                <a:gd name="T6" fmla="*/ 1065 w 1065"/>
                <a:gd name="T7" fmla="*/ 194 h 194"/>
                <a:gd name="T8" fmla="*/ 552 w 1065"/>
                <a:gd name="T9" fmla="*/ 0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5" h="194">
                  <a:moveTo>
                    <a:pt x="55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1065" y="194"/>
                    <a:pt x="1065" y="194"/>
                    <a:pt x="1065" y="194"/>
                  </a:cubicBezTo>
                  <a:cubicBezTo>
                    <a:pt x="869" y="192"/>
                    <a:pt x="690" y="119"/>
                    <a:pt x="552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33" name="Rectangle 7"/>
            <p:cNvSpPr>
              <a:spLocks noChangeArrowheads="1"/>
            </p:cNvSpPr>
            <p:nvPr/>
          </p:nvSpPr>
          <p:spPr bwMode="auto">
            <a:xfrm>
              <a:off x="8544769" y="3700580"/>
              <a:ext cx="563843" cy="189206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096469" y="2557577"/>
            <a:ext cx="2448596" cy="1558088"/>
            <a:chOff x="6096469" y="2331698"/>
            <a:chExt cx="2448596" cy="1558088"/>
          </a:xfrm>
        </p:grpSpPr>
        <p:sp>
          <p:nvSpPr>
            <p:cNvPr id="36" name="Freeform 6"/>
            <p:cNvSpPr>
              <a:spLocks noEditPoints="1"/>
            </p:cNvSpPr>
            <p:nvPr/>
          </p:nvSpPr>
          <p:spPr bwMode="auto">
            <a:xfrm>
              <a:off x="6597338" y="2331698"/>
              <a:ext cx="1558087" cy="1558088"/>
            </a:xfrm>
            <a:custGeom>
              <a:avLst/>
              <a:gdLst>
                <a:gd name="T0" fmla="*/ 799 w 1598"/>
                <a:gd name="T1" fmla="*/ 0 h 1599"/>
                <a:gd name="T2" fmla="*/ 0 w 1598"/>
                <a:gd name="T3" fmla="*/ 800 h 1599"/>
                <a:gd name="T4" fmla="*/ 799 w 1598"/>
                <a:gd name="T5" fmla="*/ 1599 h 1599"/>
                <a:gd name="T6" fmla="*/ 1598 w 1598"/>
                <a:gd name="T7" fmla="*/ 800 h 1599"/>
                <a:gd name="T8" fmla="*/ 799 w 1598"/>
                <a:gd name="T9" fmla="*/ 0 h 1599"/>
                <a:gd name="T10" fmla="*/ 799 w 1598"/>
                <a:gd name="T11" fmla="*/ 1405 h 1599"/>
                <a:gd name="T12" fmla="*/ 194 w 1598"/>
                <a:gd name="T13" fmla="*/ 800 h 1599"/>
                <a:gd name="T14" fmla="*/ 799 w 1598"/>
                <a:gd name="T15" fmla="*/ 194 h 1599"/>
                <a:gd name="T16" fmla="*/ 1405 w 1598"/>
                <a:gd name="T17" fmla="*/ 800 h 1599"/>
                <a:gd name="T18" fmla="*/ 799 w 1598"/>
                <a:gd name="T19" fmla="*/ 1405 h 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98" h="1599">
                  <a:moveTo>
                    <a:pt x="799" y="0"/>
                  </a:moveTo>
                  <a:cubicBezTo>
                    <a:pt x="358" y="0"/>
                    <a:pt x="0" y="358"/>
                    <a:pt x="0" y="800"/>
                  </a:cubicBezTo>
                  <a:cubicBezTo>
                    <a:pt x="0" y="1241"/>
                    <a:pt x="358" y="1599"/>
                    <a:pt x="799" y="1599"/>
                  </a:cubicBezTo>
                  <a:cubicBezTo>
                    <a:pt x="1241" y="1599"/>
                    <a:pt x="1598" y="1241"/>
                    <a:pt x="1598" y="800"/>
                  </a:cubicBezTo>
                  <a:cubicBezTo>
                    <a:pt x="1598" y="358"/>
                    <a:pt x="1241" y="0"/>
                    <a:pt x="799" y="0"/>
                  </a:cubicBezTo>
                  <a:moveTo>
                    <a:pt x="799" y="1405"/>
                  </a:moveTo>
                  <a:cubicBezTo>
                    <a:pt x="465" y="1405"/>
                    <a:pt x="194" y="1134"/>
                    <a:pt x="194" y="800"/>
                  </a:cubicBezTo>
                  <a:cubicBezTo>
                    <a:pt x="194" y="465"/>
                    <a:pt x="465" y="194"/>
                    <a:pt x="799" y="194"/>
                  </a:cubicBezTo>
                  <a:cubicBezTo>
                    <a:pt x="1134" y="194"/>
                    <a:pt x="1405" y="465"/>
                    <a:pt x="1405" y="800"/>
                  </a:cubicBezTo>
                  <a:cubicBezTo>
                    <a:pt x="1405" y="1134"/>
                    <a:pt x="1134" y="1405"/>
                    <a:pt x="799" y="1405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37" name="Rectangle 7"/>
            <p:cNvSpPr>
              <a:spLocks noChangeArrowheads="1"/>
            </p:cNvSpPr>
            <p:nvPr/>
          </p:nvSpPr>
          <p:spPr bwMode="auto">
            <a:xfrm>
              <a:off x="6097739" y="3700580"/>
              <a:ext cx="2447326" cy="18920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38" name="Rectangle 8"/>
            <p:cNvSpPr>
              <a:spLocks noChangeArrowheads="1"/>
            </p:cNvSpPr>
            <p:nvPr/>
          </p:nvSpPr>
          <p:spPr bwMode="auto">
            <a:xfrm>
              <a:off x="6360927" y="3700580"/>
              <a:ext cx="2063701" cy="189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39" name="Freeform 10"/>
            <p:cNvSpPr>
              <a:spLocks/>
            </p:cNvSpPr>
            <p:nvPr/>
          </p:nvSpPr>
          <p:spPr bwMode="auto">
            <a:xfrm>
              <a:off x="7392254" y="3452963"/>
              <a:ext cx="683171" cy="247618"/>
            </a:xfrm>
            <a:custGeom>
              <a:avLst/>
              <a:gdLst>
                <a:gd name="T0" fmla="*/ 701 w 701"/>
                <a:gd name="T1" fmla="*/ 0 h 254"/>
                <a:gd name="T2" fmla="*/ 476 w 701"/>
                <a:gd name="T3" fmla="*/ 0 h 254"/>
                <a:gd name="T4" fmla="*/ 451 w 701"/>
                <a:gd name="T5" fmla="*/ 33 h 254"/>
                <a:gd name="T6" fmla="*/ 0 w 701"/>
                <a:gd name="T7" fmla="*/ 254 h 254"/>
                <a:gd name="T8" fmla="*/ 505 w 701"/>
                <a:gd name="T9" fmla="*/ 254 h 254"/>
                <a:gd name="T10" fmla="*/ 701 w 701"/>
                <a:gd name="T11" fmla="*/ 0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1" h="254">
                  <a:moveTo>
                    <a:pt x="701" y="0"/>
                  </a:moveTo>
                  <a:cubicBezTo>
                    <a:pt x="476" y="0"/>
                    <a:pt x="476" y="0"/>
                    <a:pt x="476" y="0"/>
                  </a:cubicBezTo>
                  <a:cubicBezTo>
                    <a:pt x="468" y="11"/>
                    <a:pt x="460" y="22"/>
                    <a:pt x="451" y="33"/>
                  </a:cubicBezTo>
                  <a:cubicBezTo>
                    <a:pt x="343" y="164"/>
                    <a:pt x="182" y="249"/>
                    <a:pt x="0" y="254"/>
                  </a:cubicBezTo>
                  <a:cubicBezTo>
                    <a:pt x="505" y="254"/>
                    <a:pt x="505" y="254"/>
                    <a:pt x="505" y="254"/>
                  </a:cubicBezTo>
                  <a:cubicBezTo>
                    <a:pt x="586" y="184"/>
                    <a:pt x="653" y="97"/>
                    <a:pt x="701" y="0"/>
                  </a:cubicBez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40" name="Freeform 11"/>
            <p:cNvSpPr>
              <a:spLocks/>
            </p:cNvSpPr>
            <p:nvPr/>
          </p:nvSpPr>
          <p:spPr bwMode="auto">
            <a:xfrm>
              <a:off x="7377016" y="3700580"/>
              <a:ext cx="507934" cy="0"/>
            </a:xfrm>
            <a:custGeom>
              <a:avLst/>
              <a:gdLst>
                <a:gd name="T0" fmla="*/ 521 w 521"/>
                <a:gd name="T1" fmla="*/ 16 w 521"/>
                <a:gd name="T2" fmla="*/ 0 w 521"/>
                <a:gd name="T3" fmla="*/ 521 w 521"/>
                <a:gd name="T4" fmla="*/ 521 w 5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21">
                  <a:moveTo>
                    <a:pt x="521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1" y="0"/>
                    <a:pt x="5" y="0"/>
                    <a:pt x="0" y="0"/>
                  </a:cubicBezTo>
                  <a:cubicBezTo>
                    <a:pt x="521" y="0"/>
                    <a:pt x="521" y="0"/>
                    <a:pt x="521" y="0"/>
                  </a:cubicBezTo>
                  <a:cubicBezTo>
                    <a:pt x="521" y="0"/>
                    <a:pt x="521" y="0"/>
                    <a:pt x="521" y="0"/>
                  </a:cubicBezTo>
                </a:path>
              </a:pathLst>
            </a:custGeom>
            <a:solidFill>
              <a:srgbClr val="3D3D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41" name="Freeform 43"/>
            <p:cNvSpPr>
              <a:spLocks/>
            </p:cNvSpPr>
            <p:nvPr/>
          </p:nvSpPr>
          <p:spPr bwMode="auto">
            <a:xfrm>
              <a:off x="6330673" y="3889786"/>
              <a:ext cx="1045074" cy="0"/>
            </a:xfrm>
            <a:custGeom>
              <a:avLst/>
              <a:gdLst>
                <a:gd name="T0" fmla="*/ 1065 w 1073"/>
                <a:gd name="T1" fmla="*/ 0 w 1073"/>
                <a:gd name="T2" fmla="*/ 0 w 1073"/>
                <a:gd name="T3" fmla="*/ 1073 w 1073"/>
                <a:gd name="T4" fmla="*/ 1065 w 107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07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3" y="0"/>
                    <a:pt x="1073" y="0"/>
                    <a:pt x="1073" y="0"/>
                  </a:cubicBezTo>
                  <a:cubicBezTo>
                    <a:pt x="1070" y="0"/>
                    <a:pt x="1068" y="0"/>
                    <a:pt x="1065" y="0"/>
                  </a:cubicBezTo>
                </a:path>
              </a:pathLst>
            </a:custGeom>
            <a:solidFill>
              <a:srgbClr val="7D7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42" name="Freeform 44"/>
            <p:cNvSpPr>
              <a:spLocks/>
            </p:cNvSpPr>
            <p:nvPr/>
          </p:nvSpPr>
          <p:spPr bwMode="auto">
            <a:xfrm>
              <a:off x="6360928" y="3700580"/>
              <a:ext cx="1007200" cy="189206"/>
            </a:xfrm>
            <a:custGeom>
              <a:avLst/>
              <a:gdLst>
                <a:gd name="T0" fmla="*/ 552 w 1065"/>
                <a:gd name="T1" fmla="*/ 0 h 194"/>
                <a:gd name="T2" fmla="*/ 0 w 1065"/>
                <a:gd name="T3" fmla="*/ 0 h 194"/>
                <a:gd name="T4" fmla="*/ 0 w 1065"/>
                <a:gd name="T5" fmla="*/ 194 h 194"/>
                <a:gd name="T6" fmla="*/ 1065 w 1065"/>
                <a:gd name="T7" fmla="*/ 194 h 194"/>
                <a:gd name="T8" fmla="*/ 552 w 1065"/>
                <a:gd name="T9" fmla="*/ 0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5" h="194">
                  <a:moveTo>
                    <a:pt x="55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1065" y="194"/>
                    <a:pt x="1065" y="194"/>
                    <a:pt x="1065" y="194"/>
                  </a:cubicBezTo>
                  <a:cubicBezTo>
                    <a:pt x="869" y="192"/>
                    <a:pt x="690" y="119"/>
                    <a:pt x="552" y="0"/>
                  </a:cubicBez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43" name="Rectangle 7"/>
            <p:cNvSpPr>
              <a:spLocks noChangeArrowheads="1"/>
            </p:cNvSpPr>
            <p:nvPr/>
          </p:nvSpPr>
          <p:spPr bwMode="auto">
            <a:xfrm>
              <a:off x="6096469" y="3700580"/>
              <a:ext cx="314358" cy="189206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aramond" panose="02020404030301010803" pitchFamily="18" charset="0"/>
                  <a:ea typeface="Raleway Medium" charset="0"/>
                  <a:cs typeface="Raleway Medium" charset="0"/>
                </a:rPr>
                <a:t> 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3664290" y="2557577"/>
            <a:ext cx="2443195" cy="1558088"/>
            <a:chOff x="3664290" y="2331698"/>
            <a:chExt cx="2443195" cy="1558088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6" name="Freeform 6"/>
            <p:cNvSpPr>
              <a:spLocks noEditPoints="1"/>
            </p:cNvSpPr>
            <p:nvPr/>
          </p:nvSpPr>
          <p:spPr bwMode="auto">
            <a:xfrm>
              <a:off x="4034038" y="2331698"/>
              <a:ext cx="1558087" cy="1558088"/>
            </a:xfrm>
            <a:custGeom>
              <a:avLst/>
              <a:gdLst>
                <a:gd name="T0" fmla="*/ 799 w 1598"/>
                <a:gd name="T1" fmla="*/ 0 h 1599"/>
                <a:gd name="T2" fmla="*/ 0 w 1598"/>
                <a:gd name="T3" fmla="*/ 800 h 1599"/>
                <a:gd name="T4" fmla="*/ 799 w 1598"/>
                <a:gd name="T5" fmla="*/ 1599 h 1599"/>
                <a:gd name="T6" fmla="*/ 1598 w 1598"/>
                <a:gd name="T7" fmla="*/ 800 h 1599"/>
                <a:gd name="T8" fmla="*/ 799 w 1598"/>
                <a:gd name="T9" fmla="*/ 0 h 1599"/>
                <a:gd name="T10" fmla="*/ 799 w 1598"/>
                <a:gd name="T11" fmla="*/ 1405 h 1599"/>
                <a:gd name="T12" fmla="*/ 194 w 1598"/>
                <a:gd name="T13" fmla="*/ 800 h 1599"/>
                <a:gd name="T14" fmla="*/ 799 w 1598"/>
                <a:gd name="T15" fmla="*/ 194 h 1599"/>
                <a:gd name="T16" fmla="*/ 1405 w 1598"/>
                <a:gd name="T17" fmla="*/ 800 h 1599"/>
                <a:gd name="T18" fmla="*/ 799 w 1598"/>
                <a:gd name="T19" fmla="*/ 1405 h 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98" h="1599">
                  <a:moveTo>
                    <a:pt x="799" y="0"/>
                  </a:moveTo>
                  <a:cubicBezTo>
                    <a:pt x="358" y="0"/>
                    <a:pt x="0" y="358"/>
                    <a:pt x="0" y="800"/>
                  </a:cubicBezTo>
                  <a:cubicBezTo>
                    <a:pt x="0" y="1241"/>
                    <a:pt x="358" y="1599"/>
                    <a:pt x="799" y="1599"/>
                  </a:cubicBezTo>
                  <a:cubicBezTo>
                    <a:pt x="1241" y="1599"/>
                    <a:pt x="1598" y="1241"/>
                    <a:pt x="1598" y="800"/>
                  </a:cubicBezTo>
                  <a:cubicBezTo>
                    <a:pt x="1598" y="358"/>
                    <a:pt x="1241" y="0"/>
                    <a:pt x="799" y="0"/>
                  </a:cubicBezTo>
                  <a:moveTo>
                    <a:pt x="799" y="1405"/>
                  </a:moveTo>
                  <a:cubicBezTo>
                    <a:pt x="465" y="1405"/>
                    <a:pt x="194" y="1134"/>
                    <a:pt x="194" y="800"/>
                  </a:cubicBezTo>
                  <a:cubicBezTo>
                    <a:pt x="194" y="465"/>
                    <a:pt x="465" y="194"/>
                    <a:pt x="799" y="194"/>
                  </a:cubicBezTo>
                  <a:cubicBezTo>
                    <a:pt x="1134" y="194"/>
                    <a:pt x="1405" y="465"/>
                    <a:pt x="1405" y="800"/>
                  </a:cubicBezTo>
                  <a:cubicBezTo>
                    <a:pt x="1405" y="1134"/>
                    <a:pt x="1134" y="1405"/>
                    <a:pt x="799" y="14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47" name="Rectangle 7"/>
            <p:cNvSpPr>
              <a:spLocks noChangeArrowheads="1"/>
            </p:cNvSpPr>
            <p:nvPr/>
          </p:nvSpPr>
          <p:spPr bwMode="auto">
            <a:xfrm>
              <a:off x="3664290" y="3700580"/>
              <a:ext cx="2443195" cy="189206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aramond" panose="02020404030301010803" pitchFamily="18" charset="0"/>
                  <a:ea typeface="Raleway Medium" charset="0"/>
                  <a:cs typeface="Raleway Medium" charset="0"/>
                </a:rPr>
                <a:t> </a:t>
              </a:r>
            </a:p>
          </p:txBody>
        </p:sp>
        <p:sp>
          <p:nvSpPr>
            <p:cNvPr id="48" name="Rectangle 8"/>
            <p:cNvSpPr>
              <a:spLocks noChangeArrowheads="1"/>
            </p:cNvSpPr>
            <p:nvPr/>
          </p:nvSpPr>
          <p:spPr bwMode="auto">
            <a:xfrm>
              <a:off x="3797627" y="3700580"/>
              <a:ext cx="2063701" cy="1892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49" name="Freeform 10"/>
            <p:cNvSpPr>
              <a:spLocks/>
            </p:cNvSpPr>
            <p:nvPr/>
          </p:nvSpPr>
          <p:spPr bwMode="auto">
            <a:xfrm>
              <a:off x="4828954" y="3452963"/>
              <a:ext cx="683171" cy="247618"/>
            </a:xfrm>
            <a:custGeom>
              <a:avLst/>
              <a:gdLst>
                <a:gd name="T0" fmla="*/ 701 w 701"/>
                <a:gd name="T1" fmla="*/ 0 h 254"/>
                <a:gd name="T2" fmla="*/ 476 w 701"/>
                <a:gd name="T3" fmla="*/ 0 h 254"/>
                <a:gd name="T4" fmla="*/ 451 w 701"/>
                <a:gd name="T5" fmla="*/ 33 h 254"/>
                <a:gd name="T6" fmla="*/ 0 w 701"/>
                <a:gd name="T7" fmla="*/ 254 h 254"/>
                <a:gd name="T8" fmla="*/ 505 w 701"/>
                <a:gd name="T9" fmla="*/ 254 h 254"/>
                <a:gd name="T10" fmla="*/ 701 w 701"/>
                <a:gd name="T11" fmla="*/ 0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01" h="254">
                  <a:moveTo>
                    <a:pt x="701" y="0"/>
                  </a:moveTo>
                  <a:cubicBezTo>
                    <a:pt x="476" y="0"/>
                    <a:pt x="476" y="0"/>
                    <a:pt x="476" y="0"/>
                  </a:cubicBezTo>
                  <a:cubicBezTo>
                    <a:pt x="468" y="11"/>
                    <a:pt x="460" y="22"/>
                    <a:pt x="451" y="33"/>
                  </a:cubicBezTo>
                  <a:cubicBezTo>
                    <a:pt x="343" y="164"/>
                    <a:pt x="182" y="249"/>
                    <a:pt x="0" y="254"/>
                  </a:cubicBezTo>
                  <a:cubicBezTo>
                    <a:pt x="505" y="254"/>
                    <a:pt x="505" y="254"/>
                    <a:pt x="505" y="254"/>
                  </a:cubicBezTo>
                  <a:cubicBezTo>
                    <a:pt x="586" y="184"/>
                    <a:pt x="653" y="97"/>
                    <a:pt x="701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50" name="Freeform 11"/>
            <p:cNvSpPr>
              <a:spLocks/>
            </p:cNvSpPr>
            <p:nvPr/>
          </p:nvSpPr>
          <p:spPr bwMode="auto">
            <a:xfrm>
              <a:off x="4813716" y="3700580"/>
              <a:ext cx="507934" cy="0"/>
            </a:xfrm>
            <a:custGeom>
              <a:avLst/>
              <a:gdLst>
                <a:gd name="T0" fmla="*/ 521 w 521"/>
                <a:gd name="T1" fmla="*/ 16 w 521"/>
                <a:gd name="T2" fmla="*/ 0 w 521"/>
                <a:gd name="T3" fmla="*/ 521 w 521"/>
                <a:gd name="T4" fmla="*/ 521 w 5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21">
                  <a:moveTo>
                    <a:pt x="521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1" y="0"/>
                    <a:pt x="5" y="0"/>
                    <a:pt x="0" y="0"/>
                  </a:cubicBezTo>
                  <a:cubicBezTo>
                    <a:pt x="521" y="0"/>
                    <a:pt x="521" y="0"/>
                    <a:pt x="521" y="0"/>
                  </a:cubicBezTo>
                  <a:cubicBezTo>
                    <a:pt x="521" y="0"/>
                    <a:pt x="521" y="0"/>
                    <a:pt x="52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51" name="Freeform 43"/>
            <p:cNvSpPr>
              <a:spLocks/>
            </p:cNvSpPr>
            <p:nvPr/>
          </p:nvSpPr>
          <p:spPr bwMode="auto">
            <a:xfrm>
              <a:off x="3767373" y="3889786"/>
              <a:ext cx="1045074" cy="0"/>
            </a:xfrm>
            <a:custGeom>
              <a:avLst/>
              <a:gdLst>
                <a:gd name="T0" fmla="*/ 1065 w 1073"/>
                <a:gd name="T1" fmla="*/ 0 w 1073"/>
                <a:gd name="T2" fmla="*/ 0 w 1073"/>
                <a:gd name="T3" fmla="*/ 1073 w 1073"/>
                <a:gd name="T4" fmla="*/ 1065 w 107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07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3" y="0"/>
                    <a:pt x="1073" y="0"/>
                    <a:pt x="1073" y="0"/>
                  </a:cubicBezTo>
                  <a:cubicBezTo>
                    <a:pt x="1070" y="0"/>
                    <a:pt x="1068" y="0"/>
                    <a:pt x="106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52" name="Freeform 44"/>
            <p:cNvSpPr>
              <a:spLocks/>
            </p:cNvSpPr>
            <p:nvPr/>
          </p:nvSpPr>
          <p:spPr bwMode="auto">
            <a:xfrm>
              <a:off x="3797628" y="3700580"/>
              <a:ext cx="1007200" cy="189206"/>
            </a:xfrm>
            <a:custGeom>
              <a:avLst/>
              <a:gdLst>
                <a:gd name="T0" fmla="*/ 552 w 1065"/>
                <a:gd name="T1" fmla="*/ 0 h 194"/>
                <a:gd name="T2" fmla="*/ 0 w 1065"/>
                <a:gd name="T3" fmla="*/ 0 h 194"/>
                <a:gd name="T4" fmla="*/ 0 w 1065"/>
                <a:gd name="T5" fmla="*/ 194 h 194"/>
                <a:gd name="T6" fmla="*/ 1065 w 1065"/>
                <a:gd name="T7" fmla="*/ 194 h 194"/>
                <a:gd name="T8" fmla="*/ 552 w 1065"/>
                <a:gd name="T9" fmla="*/ 0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5" h="194">
                  <a:moveTo>
                    <a:pt x="55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1065" y="194"/>
                    <a:pt x="1065" y="194"/>
                    <a:pt x="1065" y="194"/>
                  </a:cubicBezTo>
                  <a:cubicBezTo>
                    <a:pt x="869" y="192"/>
                    <a:pt x="690" y="119"/>
                    <a:pt x="552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  <p:sp>
          <p:nvSpPr>
            <p:cNvPr id="53" name="Rectangle 7"/>
            <p:cNvSpPr>
              <a:spLocks noChangeArrowheads="1"/>
            </p:cNvSpPr>
            <p:nvPr/>
          </p:nvSpPr>
          <p:spPr bwMode="auto">
            <a:xfrm>
              <a:off x="3667776" y="3700580"/>
              <a:ext cx="162926" cy="189206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Raleway Medium" charset="0"/>
                <a:cs typeface="Raleway Medium" charset="0"/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7B3FC984-E50B-8F4C-8628-3A72417DDE21}"/>
              </a:ext>
            </a:extLst>
          </p:cNvPr>
          <p:cNvSpPr txBox="1"/>
          <p:nvPr/>
        </p:nvSpPr>
        <p:spPr>
          <a:xfrm>
            <a:off x="3090209" y="173601"/>
            <a:ext cx="60115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000" spc="-150" dirty="0">
                <a:solidFill>
                  <a:schemeClr val="bg2"/>
                </a:solidFill>
                <a:latin typeface="Garamond" panose="02020404030301010803" pitchFamily="18" charset="0"/>
                <a:ea typeface="Montserrat" charset="0"/>
                <a:cs typeface="Montserrat" charset="0"/>
              </a:rPr>
              <a:t>Competing Priorities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995B9E4-C6DF-F041-BF69-C0E812419E2A}"/>
              </a:ext>
            </a:extLst>
          </p:cNvPr>
          <p:cNvSpPr txBox="1"/>
          <p:nvPr/>
        </p:nvSpPr>
        <p:spPr>
          <a:xfrm>
            <a:off x="758971" y="1301032"/>
            <a:ext cx="10697027" cy="707886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 anchor="ctr">
            <a:spAutoFit/>
          </a:bodyPr>
          <a:lstStyle/>
          <a:p>
            <a:pPr marL="186262" algn="ctr"/>
            <a:r>
              <a:rPr lang="en-US" sz="2000" dirty="0">
                <a:solidFill>
                  <a:schemeClr val="bg1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Each building has unique operational needs, yet property owners and facility managers are short on in-house skilled talent that can manage and optimize their existing building systems in real-time.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C133C98-EC94-3C45-A759-8E1690E758BE}"/>
              </a:ext>
            </a:extLst>
          </p:cNvPr>
          <p:cNvSpPr txBox="1"/>
          <p:nvPr/>
        </p:nvSpPr>
        <p:spPr>
          <a:xfrm>
            <a:off x="1" y="6485220"/>
            <a:ext cx="3047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Confidential | Copyright Ambient Systems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F65BCB1-9269-8242-ADB7-E5012AC40A3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3531" y="2743878"/>
            <a:ext cx="1191231" cy="1191231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DCC1E05A-59A2-3640-926D-5C21C0D94E7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31936" y="2936385"/>
            <a:ext cx="769911" cy="769911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BE3BDBCA-AF63-C04F-9CD4-0C9848A7560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96152" y="2950953"/>
            <a:ext cx="759189" cy="759189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016DB3DE-186A-FD4A-9783-02D51E636F52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35483" y="2791707"/>
            <a:ext cx="1024905" cy="102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494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>
            <a:spLocks noGrp="1"/>
          </p:cNvSpPr>
          <p:nvPr>
            <p:ph type="title" idx="[redacted]"/>
          </p:nvPr>
        </p:nvSpPr>
        <p:spPr>
          <a:xfrm>
            <a:off x="573438" y="701675"/>
            <a:ext cx="7472363" cy="545465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 sz="3200" b="1" dirty="0">
                <a:solidFill>
                  <a:schemeClr val="accent1"/>
                </a:solidFill>
              </a:rPr>
              <a:t>Why start with Indoor Farms?</a:t>
            </a:r>
            <a:endParaRPr sz="3200" b="1" dirty="0">
              <a:solidFill>
                <a:schemeClr val="accent1"/>
              </a:solidFill>
            </a:endParaRPr>
          </a:p>
          <a:p>
            <a:endParaRPr sz="3200" dirty="0">
              <a:solidFill>
                <a:schemeClr val="bg2"/>
              </a:solidFill>
            </a:endParaRPr>
          </a:p>
          <a:p>
            <a:pPr marL="609585" indent="-507987">
              <a:buSzPts val="2400"/>
              <a:buAutoNum type="arabicPeriod"/>
            </a:pPr>
            <a:r>
              <a:rPr lang="en-GB" sz="3200" dirty="0">
                <a:solidFill>
                  <a:schemeClr val="bg1"/>
                </a:solidFill>
              </a:rPr>
              <a:t>Vertical Farming is a new and rapidly growing industry.</a:t>
            </a:r>
            <a:endParaRPr sz="3200" dirty="0">
              <a:solidFill>
                <a:schemeClr val="bg1"/>
              </a:solidFill>
            </a:endParaRPr>
          </a:p>
          <a:p>
            <a:pPr marL="1123935" indent="-514350">
              <a:buFont typeface="+mj-lt"/>
              <a:buAutoNum type="arabicPeriod"/>
            </a:pPr>
            <a:endParaRPr sz="3200" dirty="0">
              <a:solidFill>
                <a:schemeClr val="bg1"/>
              </a:solidFill>
            </a:endParaRPr>
          </a:p>
          <a:p>
            <a:pPr marL="609585" indent="-507987">
              <a:buSzPts val="2400"/>
              <a:buAutoNum type="arabicPeriod"/>
            </a:pPr>
            <a:r>
              <a:rPr lang="en-GB" sz="3200" dirty="0">
                <a:solidFill>
                  <a:schemeClr val="bg1"/>
                </a:solidFill>
              </a:rPr>
              <a:t>The potential market that can be addressed is greater than $1B.</a:t>
            </a:r>
            <a:endParaRPr sz="3200" dirty="0">
              <a:solidFill>
                <a:schemeClr val="bg1"/>
              </a:solidFill>
            </a:endParaRPr>
          </a:p>
          <a:p>
            <a:pPr marL="1123935" indent="-514350">
              <a:buFont typeface="+mj-lt"/>
              <a:buAutoNum type="arabicPeriod"/>
            </a:pPr>
            <a:endParaRPr sz="3200" dirty="0">
              <a:solidFill>
                <a:schemeClr val="bg2"/>
              </a:solidFill>
            </a:endParaRPr>
          </a:p>
          <a:p>
            <a:pPr marL="609585" indent="-507987">
              <a:buSzPts val="2400"/>
              <a:buAutoNum type="arabicPeriod"/>
            </a:pPr>
            <a:r>
              <a:rPr lang="en-GB" sz="3200" dirty="0">
                <a:solidFill>
                  <a:schemeClr val="bg2"/>
                </a:solidFill>
              </a:rPr>
              <a:t>Market is underserved and we have received indication of interest for this type of solution.</a:t>
            </a:r>
            <a:endParaRPr sz="3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TextBox 1103">
            <a:extLst>
              <a:ext uri="{FF2B5EF4-FFF2-40B4-BE49-F238E27FC236}">
                <a16:creationId xmlns:a16="http://schemas.microsoft.com/office/drawing/2014/main" id="{E47514FA-4071-4E6D-95E5-017A4B39940B}"/>
              </a:ext>
            </a:extLst>
          </p:cNvPr>
          <p:cNvSpPr txBox="1"/>
          <p:nvPr/>
        </p:nvSpPr>
        <p:spPr>
          <a:xfrm>
            <a:off x="6756851" y="1330209"/>
            <a:ext cx="4541638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Cantarell" panose="02000603000000000000" pitchFamily="2" charset="0"/>
                <a:cs typeface="Poppins Black" panose="00000A00000000000000" pitchFamily="2" charset="0"/>
              </a:rPr>
              <a:t>Solution</a:t>
            </a:r>
            <a:br>
              <a:rPr lang="en-US" sz="3200" b="1" dirty="0">
                <a:solidFill>
                  <a:schemeClr val="bg1"/>
                </a:solidFill>
                <a:latin typeface="Cantarell" panose="02000603000000000000" pitchFamily="2" charset="0"/>
                <a:cs typeface="Poppins Black" panose="00000A00000000000000" pitchFamily="2" charset="0"/>
              </a:rPr>
            </a:br>
            <a:r>
              <a:rPr lang="en-US" sz="3200" b="1" dirty="0">
                <a:solidFill>
                  <a:schemeClr val="bg1"/>
                </a:solidFill>
                <a:latin typeface="Cantarell bold" panose="02000803000000000000" pitchFamily="2" charset="0"/>
                <a:cs typeface="Poppins Black" panose="00000A00000000000000" pitchFamily="2" charset="0"/>
              </a:rPr>
              <a:t>4-Part Tech Stack</a:t>
            </a:r>
            <a:endParaRPr lang="ar-LY" sz="3200" b="1" dirty="0">
              <a:solidFill>
                <a:schemeClr val="bg1"/>
              </a:solidFill>
              <a:latin typeface="Cantarell bold" panose="02000803000000000000" pitchFamily="2" charset="0"/>
            </a:endParaRPr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147A7B42-8B34-4172-8A1B-5B8827FF98F3}"/>
              </a:ext>
            </a:extLst>
          </p:cNvPr>
          <p:cNvSpPr txBox="1"/>
          <p:nvPr/>
        </p:nvSpPr>
        <p:spPr>
          <a:xfrm>
            <a:off x="6791143" y="2403145"/>
            <a:ext cx="4264792" cy="6924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300" dirty="0">
                <a:solidFill>
                  <a:schemeClr val="bg1"/>
                </a:solidFill>
                <a:latin typeface="Cantarell" panose="02000603000000000000" pitchFamily="2" charset="0"/>
                <a:cs typeface="Poppins Black" panose="00000A00000000000000" pitchFamily="2" charset="0"/>
              </a:rPr>
              <a:t>Add Ambient Sensors, [Team member], and Controller to the exiting equipment in order to provide an additional layer of intelligence for building optimization.</a:t>
            </a:r>
          </a:p>
        </p:txBody>
      </p:sp>
      <p:grpSp>
        <p:nvGrpSpPr>
          <p:cNvPr id="1178" name="Group 1177">
            <a:extLst>
              <a:ext uri="{FF2B5EF4-FFF2-40B4-BE49-F238E27FC236}">
                <a16:creationId xmlns:a16="http://schemas.microsoft.com/office/drawing/2014/main" id="{D896E129-3A77-41A4-A3C5-6B3BD2C30964}"/>
              </a:ext>
            </a:extLst>
          </p:cNvPr>
          <p:cNvGrpSpPr/>
          <p:nvPr/>
        </p:nvGrpSpPr>
        <p:grpSpPr>
          <a:xfrm>
            <a:off x="6785426" y="3344851"/>
            <a:ext cx="4715927" cy="922855"/>
            <a:chOff x="6995462" y="3658040"/>
            <a:chExt cx="4715927" cy="922855"/>
          </a:xfrm>
        </p:grpSpPr>
        <p:grpSp>
          <p:nvGrpSpPr>
            <p:cNvPr id="1123" name="Group 1122">
              <a:extLst>
                <a:ext uri="{FF2B5EF4-FFF2-40B4-BE49-F238E27FC236}">
                  <a16:creationId xmlns:a16="http://schemas.microsoft.com/office/drawing/2014/main" id="{27CFE7D0-0A45-4DD3-A502-C931CF289AF7}"/>
                </a:ext>
              </a:extLst>
            </p:cNvPr>
            <p:cNvGrpSpPr/>
            <p:nvPr/>
          </p:nvGrpSpPr>
          <p:grpSpPr>
            <a:xfrm>
              <a:off x="6995462" y="3686342"/>
              <a:ext cx="2137799" cy="894553"/>
              <a:chOff x="7081187" y="3903691"/>
              <a:chExt cx="2137799" cy="894553"/>
            </a:xfrm>
          </p:grpSpPr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3F161317-9273-4092-A754-88648CD127F4}"/>
                  </a:ext>
                </a:extLst>
              </p:cNvPr>
              <p:cNvSpPr txBox="1"/>
              <p:nvPr/>
            </p:nvSpPr>
            <p:spPr>
              <a:xfrm>
                <a:off x="7081187" y="4221163"/>
                <a:ext cx="2137799" cy="57708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1050" dirty="0">
                    <a:solidFill>
                      <a:schemeClr val="bg1"/>
                    </a:solidFill>
                    <a:latin typeface="Cantarell" panose="02000603000000000000" pitchFamily="2" charset="0"/>
                    <a:cs typeface="Poppins Black" panose="00000A00000000000000" pitchFamily="2" charset="0"/>
                  </a:rPr>
                  <a:t>Lorem ipsum dolor sit amet, [Third party], sed do eiusmod</a:t>
                </a:r>
                <a:endParaRPr lang="ar-LY" sz="1050" dirty="0">
                  <a:solidFill>
                    <a:schemeClr val="bg1"/>
                  </a:solidFill>
                  <a:latin typeface="Cantarell bold" panose="02000803000000000000" pitchFamily="2" charset="0"/>
                </a:endParaRPr>
              </a:p>
            </p:txBody>
          </p:sp>
          <p:sp>
            <p:nvSpPr>
              <p:cNvPr id="1116" name="TextBox 1115">
                <a:extLst>
                  <a:ext uri="{FF2B5EF4-FFF2-40B4-BE49-F238E27FC236}">
                    <a16:creationId xmlns:a16="http://schemas.microsoft.com/office/drawing/2014/main" id="{31B97B55-0303-42D5-8527-E314E7A4F019}"/>
                  </a:ext>
                </a:extLst>
              </p:cNvPr>
              <p:cNvSpPr txBox="1"/>
              <p:nvPr/>
            </p:nvSpPr>
            <p:spPr>
              <a:xfrm>
                <a:off x="7081187" y="3903691"/>
                <a:ext cx="2137799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b="1" dirty="0">
                    <a:solidFill>
                      <a:schemeClr val="accent2"/>
                    </a:solidFill>
                    <a:latin typeface="Cantarell" panose="02000603000000000000" pitchFamily="2" charset="0"/>
                    <a:cs typeface="Poppins Black" panose="00000A00000000000000" pitchFamily="2" charset="0"/>
                  </a:rPr>
                  <a:t>Connect</a:t>
                </a:r>
                <a:endParaRPr lang="ar-LY" b="1" dirty="0">
                  <a:solidFill>
                    <a:schemeClr val="accent2"/>
                  </a:solidFill>
                  <a:latin typeface="Cantarell bold" panose="02000803000000000000" pitchFamily="2" charset="0"/>
                </a:endParaRPr>
              </a:p>
            </p:txBody>
          </p:sp>
        </p:grpSp>
        <p:grpSp>
          <p:nvGrpSpPr>
            <p:cNvPr id="1125" name="Group 1124">
              <a:extLst>
                <a:ext uri="{FF2B5EF4-FFF2-40B4-BE49-F238E27FC236}">
                  <a16:creationId xmlns:a16="http://schemas.microsoft.com/office/drawing/2014/main" id="{05588BD8-DCB3-4DC7-BB32-E1F3E956BCF8}"/>
                </a:ext>
              </a:extLst>
            </p:cNvPr>
            <p:cNvGrpSpPr/>
            <p:nvPr/>
          </p:nvGrpSpPr>
          <p:grpSpPr>
            <a:xfrm>
              <a:off x="9573590" y="3658040"/>
              <a:ext cx="2137799" cy="894553"/>
              <a:chOff x="10001270" y="3931993"/>
              <a:chExt cx="2137799" cy="894553"/>
            </a:xfrm>
          </p:grpSpPr>
          <p:sp>
            <p:nvSpPr>
              <p:cNvPr id="1119" name="TextBox 1118">
                <a:extLst>
                  <a:ext uri="{FF2B5EF4-FFF2-40B4-BE49-F238E27FC236}">
                    <a16:creationId xmlns:a16="http://schemas.microsoft.com/office/drawing/2014/main" id="{9FFF2AAC-C642-460E-A36D-257E6D3515C7}"/>
                  </a:ext>
                </a:extLst>
              </p:cNvPr>
              <p:cNvSpPr txBox="1"/>
              <p:nvPr/>
            </p:nvSpPr>
            <p:spPr>
              <a:xfrm>
                <a:off x="10001270" y="4249465"/>
                <a:ext cx="2137799" cy="57708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1050" dirty="0">
                    <a:solidFill>
                      <a:schemeClr val="bg1"/>
                    </a:solidFill>
                    <a:latin typeface="Cantarell" panose="02000603000000000000" pitchFamily="2" charset="0"/>
                    <a:cs typeface="Poppins Black" panose="00000A00000000000000" pitchFamily="2" charset="0"/>
                  </a:rPr>
                  <a:t>Lorem ipsum dolor sit amet, [Third party], sed do eiusmod</a:t>
                </a:r>
                <a:endParaRPr lang="ar-LY" sz="1050" dirty="0">
                  <a:solidFill>
                    <a:schemeClr val="bg1"/>
                  </a:solidFill>
                  <a:latin typeface="Cantarell bold" panose="02000803000000000000" pitchFamily="2" charset="0"/>
                </a:endParaRPr>
              </a:p>
            </p:txBody>
          </p:sp>
          <p:sp>
            <p:nvSpPr>
              <p:cNvPr id="1120" name="TextBox 1119">
                <a:extLst>
                  <a:ext uri="{FF2B5EF4-FFF2-40B4-BE49-F238E27FC236}">
                    <a16:creationId xmlns:a16="http://schemas.microsoft.com/office/drawing/2014/main" id="{077CAB3F-F63A-45A3-9D04-D7092DBAAE31}"/>
                  </a:ext>
                </a:extLst>
              </p:cNvPr>
              <p:cNvSpPr txBox="1"/>
              <p:nvPr/>
            </p:nvSpPr>
            <p:spPr>
              <a:xfrm>
                <a:off x="10001270" y="3931993"/>
                <a:ext cx="2137799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b="1" dirty="0">
                    <a:solidFill>
                      <a:schemeClr val="accent4"/>
                    </a:solidFill>
                    <a:latin typeface="Cantarell" panose="02000603000000000000" pitchFamily="2" charset="0"/>
                  </a:rPr>
                  <a:t>Monitor</a:t>
                </a:r>
                <a:endParaRPr lang="ar-LY" b="1" dirty="0">
                  <a:solidFill>
                    <a:schemeClr val="accent4"/>
                  </a:solidFill>
                  <a:latin typeface="Cantarell bold" panose="02000803000000000000" pitchFamily="2" charset="0"/>
                </a:endParaRPr>
              </a:p>
            </p:txBody>
          </p:sp>
        </p:grpSp>
      </p:grpSp>
      <p:grpSp>
        <p:nvGrpSpPr>
          <p:cNvPr id="1179" name="Group 1178">
            <a:extLst>
              <a:ext uri="{FF2B5EF4-FFF2-40B4-BE49-F238E27FC236}">
                <a16:creationId xmlns:a16="http://schemas.microsoft.com/office/drawing/2014/main" id="{9B6590EF-89DA-4EFC-9CAA-4685A2B1A318}"/>
              </a:ext>
            </a:extLst>
          </p:cNvPr>
          <p:cNvGrpSpPr/>
          <p:nvPr/>
        </p:nvGrpSpPr>
        <p:grpSpPr>
          <a:xfrm>
            <a:off x="6770186" y="4947186"/>
            <a:ext cx="4715927" cy="894553"/>
            <a:chOff x="6995462" y="5260375"/>
            <a:chExt cx="4715927" cy="894553"/>
          </a:xfrm>
        </p:grpSpPr>
        <p:grpSp>
          <p:nvGrpSpPr>
            <p:cNvPr id="1124" name="Group 1123">
              <a:extLst>
                <a:ext uri="{FF2B5EF4-FFF2-40B4-BE49-F238E27FC236}">
                  <a16:creationId xmlns:a16="http://schemas.microsoft.com/office/drawing/2014/main" id="{186AFA60-E74E-4463-9424-969615AF598A}"/>
                </a:ext>
              </a:extLst>
            </p:cNvPr>
            <p:cNvGrpSpPr/>
            <p:nvPr/>
          </p:nvGrpSpPr>
          <p:grpSpPr>
            <a:xfrm>
              <a:off x="6995462" y="5260375"/>
              <a:ext cx="2137799" cy="894553"/>
              <a:chOff x="6995462" y="5491875"/>
              <a:chExt cx="2137799" cy="894553"/>
            </a:xfrm>
          </p:grpSpPr>
          <p:sp>
            <p:nvSpPr>
              <p:cNvPr id="1117" name="TextBox 1116">
                <a:extLst>
                  <a:ext uri="{FF2B5EF4-FFF2-40B4-BE49-F238E27FC236}">
                    <a16:creationId xmlns:a16="http://schemas.microsoft.com/office/drawing/2014/main" id="{7B3F4A6E-E070-43EE-8652-5E5A546477CE}"/>
                  </a:ext>
                </a:extLst>
              </p:cNvPr>
              <p:cNvSpPr txBox="1"/>
              <p:nvPr/>
            </p:nvSpPr>
            <p:spPr>
              <a:xfrm>
                <a:off x="6995462" y="5809347"/>
                <a:ext cx="2137799" cy="57708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1050" dirty="0">
                    <a:solidFill>
                      <a:schemeClr val="bg1"/>
                    </a:solidFill>
                    <a:latin typeface="Cantarell" panose="02000603000000000000" pitchFamily="2" charset="0"/>
                    <a:cs typeface="Poppins Black" panose="00000A00000000000000" pitchFamily="2" charset="0"/>
                  </a:rPr>
                  <a:t>Lorem ipsum dolor sit amet, [Third party], sed do eiusmod</a:t>
                </a:r>
                <a:endParaRPr lang="ar-LY" sz="1050" dirty="0">
                  <a:solidFill>
                    <a:schemeClr val="bg1"/>
                  </a:solidFill>
                  <a:latin typeface="Cantarell bold" panose="02000803000000000000" pitchFamily="2" charset="0"/>
                </a:endParaRPr>
              </a:p>
            </p:txBody>
          </p:sp>
          <p:sp>
            <p:nvSpPr>
              <p:cNvPr id="1118" name="TextBox 1117">
                <a:extLst>
                  <a:ext uri="{FF2B5EF4-FFF2-40B4-BE49-F238E27FC236}">
                    <a16:creationId xmlns:a16="http://schemas.microsoft.com/office/drawing/2014/main" id="{636D83DF-F216-4FDE-B03C-8F6E246A4908}"/>
                  </a:ext>
                </a:extLst>
              </p:cNvPr>
              <p:cNvSpPr txBox="1"/>
              <p:nvPr/>
            </p:nvSpPr>
            <p:spPr>
              <a:xfrm>
                <a:off x="6995462" y="5491875"/>
                <a:ext cx="2137799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b="1" dirty="0">
                    <a:solidFill>
                      <a:schemeClr val="accent3"/>
                    </a:solidFill>
                    <a:latin typeface="Cantarell" panose="02000603000000000000" pitchFamily="2" charset="0"/>
                    <a:cs typeface="Poppins Black" panose="00000A00000000000000" pitchFamily="2" charset="0"/>
                  </a:rPr>
                  <a:t>Control</a:t>
                </a:r>
                <a:endParaRPr lang="ar-LY" b="1" dirty="0">
                  <a:solidFill>
                    <a:schemeClr val="accent3"/>
                  </a:solidFill>
                  <a:latin typeface="Cantarell bold" panose="02000803000000000000" pitchFamily="2" charset="0"/>
                </a:endParaRPr>
              </a:p>
            </p:txBody>
          </p:sp>
        </p:grpSp>
        <p:grpSp>
          <p:nvGrpSpPr>
            <p:cNvPr id="1126" name="Group 1125">
              <a:extLst>
                <a:ext uri="{FF2B5EF4-FFF2-40B4-BE49-F238E27FC236}">
                  <a16:creationId xmlns:a16="http://schemas.microsoft.com/office/drawing/2014/main" id="{92B1912D-3E02-4179-B[redacted]C3C81}"/>
                </a:ext>
              </a:extLst>
            </p:cNvPr>
            <p:cNvGrpSpPr/>
            <p:nvPr/>
          </p:nvGrpSpPr>
          <p:grpSpPr>
            <a:xfrm>
              <a:off x="9573590" y="5260375"/>
              <a:ext cx="2137799" cy="894553"/>
              <a:chOff x="9915545" y="5520177"/>
              <a:chExt cx="2137799" cy="894553"/>
            </a:xfrm>
          </p:grpSpPr>
          <p:sp>
            <p:nvSpPr>
              <p:cNvPr id="1121" name="TextBox 1120">
                <a:extLst>
                  <a:ext uri="{FF2B5EF4-FFF2-40B4-BE49-F238E27FC236}">
                    <a16:creationId xmlns:a16="http://schemas.microsoft.com/office/drawing/2014/main" id="{BE61C158-6DE0-4DA6-A206-0D7422C50FA4}"/>
                  </a:ext>
                </a:extLst>
              </p:cNvPr>
              <p:cNvSpPr txBox="1"/>
              <p:nvPr/>
            </p:nvSpPr>
            <p:spPr>
              <a:xfrm>
                <a:off x="9915545" y="5837649"/>
                <a:ext cx="2137799" cy="57708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1050" dirty="0">
                    <a:solidFill>
                      <a:schemeClr val="bg1"/>
                    </a:solidFill>
                    <a:latin typeface="Cantarell" panose="02000603000000000000" pitchFamily="2" charset="0"/>
                    <a:cs typeface="Poppins Black" panose="00000A00000000000000" pitchFamily="2" charset="0"/>
                  </a:rPr>
                  <a:t>Lorem ipsum dolor sit amet, [Third party], sed do eiusmod</a:t>
                </a:r>
                <a:endParaRPr lang="ar-LY" sz="1050" dirty="0">
                  <a:solidFill>
                    <a:schemeClr val="bg1"/>
                  </a:solidFill>
                  <a:latin typeface="Cantarell bold" panose="02000803000000000000" pitchFamily="2" charset="0"/>
                </a:endParaRPr>
              </a:p>
            </p:txBody>
          </p:sp>
          <p:sp>
            <p:nvSpPr>
              <p:cNvPr id="1122" name="TextBox 1121">
                <a:extLst>
                  <a:ext uri="{FF2B5EF4-FFF2-40B4-BE49-F238E27FC236}">
                    <a16:creationId xmlns:a16="http://schemas.microsoft.com/office/drawing/2014/main" id="{82C01406-D3FF-4A5C-9985-29CA545AF54F}"/>
                  </a:ext>
                </a:extLst>
              </p:cNvPr>
              <p:cNvSpPr txBox="1"/>
              <p:nvPr/>
            </p:nvSpPr>
            <p:spPr>
              <a:xfrm>
                <a:off x="9915545" y="5520177"/>
                <a:ext cx="2137799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b="1" dirty="0">
                    <a:solidFill>
                      <a:schemeClr val="accent5"/>
                    </a:solidFill>
                    <a:latin typeface="Cantarell" panose="02000603000000000000" pitchFamily="2" charset="0"/>
                  </a:rPr>
                  <a:t>Learn</a:t>
                </a:r>
                <a:endParaRPr lang="ar-LY" b="1" dirty="0">
                  <a:solidFill>
                    <a:schemeClr val="accent5"/>
                  </a:solidFill>
                  <a:latin typeface="Cantarell bold" panose="02000803000000000000" pitchFamily="2" charset="0"/>
                </a:endParaRPr>
              </a:p>
            </p:txBody>
          </p:sp>
        </p:grpSp>
      </p:grp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95AB5A97-4CCF-C848-930F-A8155A084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0845" y="1066689"/>
            <a:ext cx="6308860" cy="535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57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D46A63-4E94-4AE9-9D95-AD4304F2FC10}"/>
              </a:ext>
            </a:extLst>
          </p:cNvPr>
          <p:cNvSpPr/>
          <p:nvPr/>
        </p:nvSpPr>
        <p:spPr>
          <a:xfrm>
            <a:off x="230981" y="227532"/>
            <a:ext cx="11730038" cy="4457700"/>
          </a:xfrm>
          <a:prstGeom prst="roundRect">
            <a:avLst>
              <a:gd name="adj" fmla="val 3782"/>
            </a:avLst>
          </a:prstGeom>
          <a:gradFill flip="none" rotWithShape="1">
            <a:gsLst>
              <a:gs pos="0">
                <a:schemeClr val="accent1">
                  <a:alpha val="70000"/>
                </a:schemeClr>
              </a:gs>
              <a:gs pos="100000">
                <a:schemeClr val="accent4">
                  <a:alpha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LY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1222F9B-7526-42EA-B115-B2ACC83773A1}"/>
              </a:ext>
            </a:extLst>
          </p:cNvPr>
          <p:cNvGrpSpPr/>
          <p:nvPr/>
        </p:nvGrpSpPr>
        <p:grpSpPr>
          <a:xfrm>
            <a:off x="7591719" y="1874408"/>
            <a:ext cx="4153407" cy="1536248"/>
            <a:chOff x="700948" y="1573522"/>
            <a:chExt cx="5074819" cy="1536248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459B1F3-1225-49D5-8231-1313FEBB7008}"/>
                </a:ext>
              </a:extLst>
            </p:cNvPr>
            <p:cNvSpPr txBox="1"/>
            <p:nvPr/>
          </p:nvSpPr>
          <p:spPr>
            <a:xfrm>
              <a:off x="700948" y="1573522"/>
              <a:ext cx="5074819" cy="58477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  <a:latin typeface="Cantarell" panose="02000603000000000000" pitchFamily="2" charset="0"/>
                  <a:cs typeface="Poppins Black" panose="00000A00000000000000" pitchFamily="2" charset="0"/>
                </a:rPr>
                <a:t>Ambient Platform</a:t>
              </a:r>
              <a:endParaRPr lang="ar-LY" sz="3200" b="1" dirty="0">
                <a:solidFill>
                  <a:schemeClr val="bg1"/>
                </a:solidFill>
                <a:latin typeface="Cantarell bold" panose="02000803000000000000" pitchFamily="2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979E82E-E95E-4116-B566-4CD31FFF63B4}"/>
                </a:ext>
              </a:extLst>
            </p:cNvPr>
            <p:cNvSpPr txBox="1"/>
            <p:nvPr/>
          </p:nvSpPr>
          <p:spPr>
            <a:xfrm>
              <a:off x="700948" y="2678883"/>
              <a:ext cx="5074819" cy="43088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Cantarell" panose="02000603000000000000" pitchFamily="2" charset="0"/>
                  <a:cs typeface="Poppins Black" panose="00000A00000000000000" pitchFamily="2" charset="0"/>
                </a:rPr>
                <a:t>Lorem ipsum dolor sit amet, [Third party], sed do eiusmod tempor incididunt ut labore et [Team member]. Ut enim ad minim veniam.</a:t>
              </a:r>
              <a:endParaRPr lang="ar-LY" sz="1100" dirty="0">
                <a:solidFill>
                  <a:schemeClr val="bg1"/>
                </a:solidFill>
                <a:latin typeface="Cantarell bold" panose="02000803000000000000" pitchFamily="2" charset="0"/>
              </a:endParaRPr>
            </a:p>
          </p:txBody>
        </p:sp>
      </p:grpSp>
      <p:pic>
        <p:nvPicPr>
          <p:cNvPr id="59" name="Picture 58">
            <a:extLst>
              <a:ext uri="{FF2B5EF4-FFF2-40B4-BE49-F238E27FC236}">
                <a16:creationId xmlns:a16="http://schemas.microsoft.com/office/drawing/2014/main" id="{44557717-AA78-481E-897A-EBD811D443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5199" y="872151"/>
            <a:ext cx="7192413" cy="4136802"/>
          </a:xfrm>
          <a:custGeom>
            <a:avLst/>
            <a:gdLst>
              <a:gd name="connsiteX0" fmla="*/ 0 w 6217918"/>
              <a:gd name="connsiteY0" fmla="*/ 0 h 3618626"/>
              <a:gd name="connsiteX1" fmla="*/ 6217918 w 6217918"/>
              <a:gd name="connsiteY1" fmla="*/ 0 h 3618626"/>
              <a:gd name="connsiteX2" fmla="*/ 6217918 w 6217918"/>
              <a:gd name="connsiteY2" fmla="*/ 3618626 h 3618626"/>
              <a:gd name="connsiteX3" fmla="*/ 0 w 6217918"/>
              <a:gd name="connsiteY3" fmla="*/ 3618626 h 3618626"/>
              <a:gd name="connsiteX4" fmla="*/ 0 w 6217918"/>
              <a:gd name="connsiteY4" fmla="*/ 0 h 3618626"/>
              <a:gd name="connsiteX5" fmla="*/ 810767 w 6217918"/>
              <a:gd name="connsiteY5" fmla="*/ 259070 h 3618626"/>
              <a:gd name="connsiteX6" fmla="*/ 810767 w 6217918"/>
              <a:gd name="connsiteY6" fmla="*/ 3036261 h 3618626"/>
              <a:gd name="connsiteX7" fmla="*/ 5401055 w 6217918"/>
              <a:gd name="connsiteY7" fmla="*/ 3036261 h 3618626"/>
              <a:gd name="connsiteX8" fmla="*/ 5401055 w 6217918"/>
              <a:gd name="connsiteY8" fmla="*/ 259070 h 3618626"/>
              <a:gd name="connsiteX9" fmla="*/ 810767 w 6217918"/>
              <a:gd name="connsiteY9" fmla="*/ 259070 h 3618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17918" h="3618626">
                <a:moveTo>
                  <a:pt x="0" y="0"/>
                </a:moveTo>
                <a:lnTo>
                  <a:pt x="6217918" y="0"/>
                </a:lnTo>
                <a:lnTo>
                  <a:pt x="6217918" y="3618626"/>
                </a:lnTo>
                <a:lnTo>
                  <a:pt x="0" y="3618626"/>
                </a:lnTo>
                <a:lnTo>
                  <a:pt x="0" y="0"/>
                </a:lnTo>
                <a:close/>
                <a:moveTo>
                  <a:pt x="810767" y="259070"/>
                </a:moveTo>
                <a:lnTo>
                  <a:pt x="810767" y="3036261"/>
                </a:lnTo>
                <a:lnTo>
                  <a:pt x="5401055" y="3036261"/>
                </a:lnTo>
                <a:lnTo>
                  <a:pt x="5401055" y="259070"/>
                </a:lnTo>
                <a:lnTo>
                  <a:pt x="810767" y="259070"/>
                </a:lnTo>
                <a:close/>
              </a:path>
            </a:pathLst>
          </a:cu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A3A9B559-AC8A-4B7C-A91D-E0F7678050B0}"/>
              </a:ext>
            </a:extLst>
          </p:cNvPr>
          <p:cNvGrpSpPr/>
          <p:nvPr/>
        </p:nvGrpSpPr>
        <p:grpSpPr>
          <a:xfrm>
            <a:off x="699752" y="5218165"/>
            <a:ext cx="3406175" cy="1015663"/>
            <a:chOff x="785709" y="5621864"/>
            <a:chExt cx="3406175" cy="1015663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689AC35-AF76-46C2-AAF1-1C309FACC2C9}"/>
                </a:ext>
              </a:extLst>
            </p:cNvPr>
            <p:cNvSpPr txBox="1"/>
            <p:nvPr/>
          </p:nvSpPr>
          <p:spPr>
            <a:xfrm>
              <a:off x="785709" y="5621864"/>
              <a:ext cx="1745428" cy="101566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6000" dirty="0">
                  <a:solidFill>
                    <a:schemeClr val="accent1">
                      <a:alpha val="88000"/>
                    </a:schemeClr>
                  </a:solidFill>
                </a:rPr>
                <a:t>01</a:t>
              </a:r>
              <a:endParaRPr lang="ar-LY" sz="6000" dirty="0">
                <a:solidFill>
                  <a:schemeClr val="accent1">
                    <a:alpha val="88000"/>
                  </a:schemeClr>
                </a:solidFill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54D7476-AAD8-4DA4-BFBF-076A3516ECB3}"/>
                </a:ext>
              </a:extLst>
            </p:cNvPr>
            <p:cNvGrpSpPr/>
            <p:nvPr/>
          </p:nvGrpSpPr>
          <p:grpSpPr>
            <a:xfrm>
              <a:off x="2245362" y="5770830"/>
              <a:ext cx="1946522" cy="717730"/>
              <a:chOff x="2245362" y="5884613"/>
              <a:chExt cx="1946522" cy="717730"/>
            </a:xfrm>
          </p:grpSpPr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C30A684-4120-4B77-B255-925341D4D896}"/>
                  </a:ext>
                </a:extLst>
              </p:cNvPr>
              <p:cNvSpPr txBox="1"/>
              <p:nvPr/>
            </p:nvSpPr>
            <p:spPr>
              <a:xfrm>
                <a:off x="2245362" y="6186845"/>
                <a:ext cx="1946522" cy="41549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1050" dirty="0">
                    <a:solidFill>
                      <a:schemeClr val="bg1"/>
                    </a:solidFill>
                    <a:latin typeface="Cantarell" panose="02000603000000000000" pitchFamily="2" charset="0"/>
                    <a:cs typeface="Poppins Black" panose="00000A00000000000000" pitchFamily="2" charset="0"/>
                  </a:rPr>
                  <a:t>Lorem ipsum dolor sit amet, consectetur adipiscing.</a:t>
                </a:r>
                <a:endParaRPr lang="ar-LY" sz="1050" dirty="0">
                  <a:solidFill>
                    <a:schemeClr val="bg1"/>
                  </a:solidFill>
                  <a:latin typeface="Cantarell bold" panose="02000803000000000000" pitchFamily="2" charset="0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F733AF1-878E-417C-88E3-AAB2BFA38B1F}"/>
                  </a:ext>
                </a:extLst>
              </p:cNvPr>
              <p:cNvSpPr txBox="1"/>
              <p:nvPr/>
            </p:nvSpPr>
            <p:spPr>
              <a:xfrm>
                <a:off x="2245362" y="5884613"/>
                <a:ext cx="1946522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1400" b="1" dirty="0">
                    <a:solidFill>
                      <a:schemeClr val="bg1"/>
                    </a:solidFill>
                    <a:latin typeface="Cantarell" panose="02000603000000000000" pitchFamily="2" charset="0"/>
                    <a:cs typeface="Poppins Black" panose="00000A00000000000000" pitchFamily="2" charset="0"/>
                  </a:rPr>
                  <a:t>Lorem ipsum </a:t>
                </a:r>
              </a:p>
            </p:txBody>
          </p:sp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220EA56-16BF-4049-85FA-D7583AD17405}"/>
              </a:ext>
            </a:extLst>
          </p:cNvPr>
          <p:cNvGrpSpPr/>
          <p:nvPr/>
        </p:nvGrpSpPr>
        <p:grpSpPr>
          <a:xfrm>
            <a:off x="4392913" y="5218165"/>
            <a:ext cx="3406175" cy="1015663"/>
            <a:chOff x="785709" y="5621864"/>
            <a:chExt cx="3406175" cy="1015663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451B2B2-09D9-4603-8AA8-655A661512D6}"/>
                </a:ext>
              </a:extLst>
            </p:cNvPr>
            <p:cNvSpPr txBox="1"/>
            <p:nvPr/>
          </p:nvSpPr>
          <p:spPr>
            <a:xfrm>
              <a:off x="785709" y="5621864"/>
              <a:ext cx="1745428" cy="101566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6000" dirty="0">
                  <a:solidFill>
                    <a:schemeClr val="accent2">
                      <a:alpha val="88000"/>
                    </a:schemeClr>
                  </a:solidFill>
                </a:rPr>
                <a:t>02</a:t>
              </a:r>
              <a:endParaRPr lang="ar-LY" sz="6000" dirty="0">
                <a:solidFill>
                  <a:schemeClr val="accent2">
                    <a:alpha val="88000"/>
                  </a:schemeClr>
                </a:solidFill>
              </a:endParaRP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2E8A053-DA03-4F6C-8902-9EF6BCE4B2A2}"/>
                </a:ext>
              </a:extLst>
            </p:cNvPr>
            <p:cNvGrpSpPr/>
            <p:nvPr/>
          </p:nvGrpSpPr>
          <p:grpSpPr>
            <a:xfrm>
              <a:off x="2245362" y="5770830"/>
              <a:ext cx="1946522" cy="717730"/>
              <a:chOff x="2245362" y="5884613"/>
              <a:chExt cx="1946522" cy="717730"/>
            </a:xfrm>
          </p:grpSpPr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D6291DF-2C2A-4C4E-8869-E6A652CB54C1}"/>
                  </a:ext>
                </a:extLst>
              </p:cNvPr>
              <p:cNvSpPr txBox="1"/>
              <p:nvPr/>
            </p:nvSpPr>
            <p:spPr>
              <a:xfrm>
                <a:off x="2245362" y="6186845"/>
                <a:ext cx="1946522" cy="41549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1050" dirty="0">
                    <a:solidFill>
                      <a:schemeClr val="bg1"/>
                    </a:solidFill>
                    <a:latin typeface="Cantarell" panose="02000603000000000000" pitchFamily="2" charset="0"/>
                    <a:cs typeface="Poppins Black" panose="00000A00000000000000" pitchFamily="2" charset="0"/>
                  </a:rPr>
                  <a:t>Lorem ipsum dolor sit amet, consectetur adipiscing.</a:t>
                </a:r>
                <a:endParaRPr lang="ar-LY" sz="1050" dirty="0">
                  <a:solidFill>
                    <a:schemeClr val="bg1"/>
                  </a:solidFill>
                  <a:latin typeface="Cantarell bold" panose="02000803000000000000" pitchFamily="2" charset="0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160D073-BD79-4D1D-90DA-273DFEDED3CB}"/>
                  </a:ext>
                </a:extLst>
              </p:cNvPr>
              <p:cNvSpPr txBox="1"/>
              <p:nvPr/>
            </p:nvSpPr>
            <p:spPr>
              <a:xfrm>
                <a:off x="2245362" y="5884613"/>
                <a:ext cx="1946522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1400" b="1" dirty="0">
                    <a:solidFill>
                      <a:schemeClr val="bg1"/>
                    </a:solidFill>
                    <a:latin typeface="Cantarell" panose="02000603000000000000" pitchFamily="2" charset="0"/>
                    <a:cs typeface="Poppins Black" panose="00000A00000000000000" pitchFamily="2" charset="0"/>
                  </a:rPr>
                  <a:t>Lorem ipsum </a:t>
                </a:r>
              </a:p>
            </p:txBody>
          </p: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6D63B00-289C-4CD5-89D9-B020C1E8227F}"/>
              </a:ext>
            </a:extLst>
          </p:cNvPr>
          <p:cNvGrpSpPr/>
          <p:nvPr/>
        </p:nvGrpSpPr>
        <p:grpSpPr>
          <a:xfrm>
            <a:off x="8086073" y="5218165"/>
            <a:ext cx="3406175" cy="1015663"/>
            <a:chOff x="785709" y="5621864"/>
            <a:chExt cx="3406175" cy="1015663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B89FE6A-AC5A-4511-9DC3-B9D03D4531AA}"/>
                </a:ext>
              </a:extLst>
            </p:cNvPr>
            <p:cNvSpPr txBox="1"/>
            <p:nvPr/>
          </p:nvSpPr>
          <p:spPr>
            <a:xfrm>
              <a:off x="785709" y="5621864"/>
              <a:ext cx="1745428" cy="1015663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6000" dirty="0">
                  <a:solidFill>
                    <a:schemeClr val="accent3">
                      <a:alpha val="88000"/>
                    </a:schemeClr>
                  </a:solidFill>
                </a:rPr>
                <a:t>03</a:t>
              </a:r>
              <a:endParaRPr lang="ar-LY" sz="6000" dirty="0">
                <a:solidFill>
                  <a:schemeClr val="accent3">
                    <a:alpha val="88000"/>
                  </a:schemeClr>
                </a:solidFill>
              </a:endParaRP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44379DEB-F594-47FB-9C50-FF7116C8BF5F}"/>
                </a:ext>
              </a:extLst>
            </p:cNvPr>
            <p:cNvGrpSpPr/>
            <p:nvPr/>
          </p:nvGrpSpPr>
          <p:grpSpPr>
            <a:xfrm>
              <a:off x="2245362" y="5770830"/>
              <a:ext cx="1946522" cy="717730"/>
              <a:chOff x="2245362" y="5884613"/>
              <a:chExt cx="1946522" cy="717730"/>
            </a:xfrm>
          </p:grpSpPr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DE4CA8B-7749-485A-BEE0-22E0E6D771E0}"/>
                  </a:ext>
                </a:extLst>
              </p:cNvPr>
              <p:cNvSpPr txBox="1"/>
              <p:nvPr/>
            </p:nvSpPr>
            <p:spPr>
              <a:xfrm>
                <a:off x="2245362" y="6186845"/>
                <a:ext cx="1946522" cy="41549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1050" dirty="0">
                    <a:solidFill>
                      <a:schemeClr val="bg1"/>
                    </a:solidFill>
                    <a:latin typeface="Cantarell" panose="02000603000000000000" pitchFamily="2" charset="0"/>
                    <a:cs typeface="Poppins Black" panose="00000A00000000000000" pitchFamily="2" charset="0"/>
                  </a:rPr>
                  <a:t>Lorem ipsum dolor sit amet, consectetur adipiscing.</a:t>
                </a:r>
                <a:endParaRPr lang="ar-LY" sz="1050" dirty="0">
                  <a:solidFill>
                    <a:schemeClr val="bg1"/>
                  </a:solidFill>
                  <a:latin typeface="Cantarell bold" panose="02000803000000000000" pitchFamily="2" charset="0"/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36AFE49-2D3D-4BB5-889A-25AD6052FF38}"/>
                  </a:ext>
                </a:extLst>
              </p:cNvPr>
              <p:cNvSpPr txBox="1"/>
              <p:nvPr/>
            </p:nvSpPr>
            <p:spPr>
              <a:xfrm>
                <a:off x="2245362" y="5884613"/>
                <a:ext cx="1946522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1400" b="1" dirty="0">
                    <a:solidFill>
                      <a:schemeClr val="bg1"/>
                    </a:solidFill>
                    <a:latin typeface="Cantarell" panose="02000603000000000000" pitchFamily="2" charset="0"/>
                    <a:cs typeface="Poppins Black" panose="00000A00000000000000" pitchFamily="2" charset="0"/>
                  </a:rPr>
                  <a:t>Lorem ipsum </a:t>
                </a:r>
              </a:p>
            </p:txBody>
          </p:sp>
        </p:grp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7D1EC07-2D4C-4801-BE71-1440CE669CFD}"/>
              </a:ext>
            </a:extLst>
          </p:cNvPr>
          <p:cNvCxnSpPr>
            <a:cxnSpLocks/>
          </p:cNvCxnSpPr>
          <p:nvPr/>
        </p:nvCxnSpPr>
        <p:spPr>
          <a:xfrm flipV="1">
            <a:off x="4249420" y="5344726"/>
            <a:ext cx="0" cy="762541"/>
          </a:xfrm>
          <a:prstGeom prst="line">
            <a:avLst/>
          </a:prstGeom>
          <a:ln w="50800"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2F0BBBE-50A4-45C2-A9C8-1F605C379C37}"/>
              </a:ext>
            </a:extLst>
          </p:cNvPr>
          <p:cNvCxnSpPr>
            <a:cxnSpLocks/>
          </p:cNvCxnSpPr>
          <p:nvPr/>
        </p:nvCxnSpPr>
        <p:spPr>
          <a:xfrm flipV="1">
            <a:off x="7942581" y="5344726"/>
            <a:ext cx="0" cy="762541"/>
          </a:xfrm>
          <a:prstGeom prst="line">
            <a:avLst/>
          </a:prstGeom>
          <a:ln w="50800"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2" name="Picture Placeholder 81">
            <a:extLst>
              <a:ext uri="{FF2B5EF4-FFF2-40B4-BE49-F238E27FC236}">
                <a16:creationId xmlns:a16="http://schemas.microsoft.com/office/drawing/2014/main" id="{CE6442E0-A2C0-447A-9A06-C06FFA2B4D4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58" r="658"/>
          <a:stretch/>
        </p:blipFill>
        <p:spPr>
          <a:xfrm>
            <a:off x="1426570" y="1028073"/>
            <a:ext cx="5566533" cy="3525472"/>
          </a:xfrm>
        </p:spPr>
      </p:pic>
    </p:spTree>
    <p:extLst>
      <p:ext uri="{BB962C8B-B14F-4D97-AF65-F5344CB8AC3E}">
        <p14:creationId xmlns:p14="http://schemas.microsoft.com/office/powerpoint/2010/main" val="119853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/>
          <p:nvPr/>
        </p:nvSpPr>
        <p:spPr>
          <a:xfrm>
            <a:off x="10073724" y="1653385"/>
            <a:ext cx="1357600" cy="45188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58" name="Google Shape;258;p33"/>
          <p:cNvSpPr/>
          <p:nvPr/>
        </p:nvSpPr>
        <p:spPr>
          <a:xfrm>
            <a:off x="8716057" y="1653385"/>
            <a:ext cx="1357600" cy="4518800"/>
          </a:xfrm>
          <a:prstGeom prst="rect">
            <a:avLst/>
          </a:prstGeom>
          <a:solidFill>
            <a:srgbClr val="F2F2F2">
              <a:alpha val="34902"/>
            </a:srgbClr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59" name="Google Shape;259;p33"/>
          <p:cNvSpPr/>
          <p:nvPr/>
        </p:nvSpPr>
        <p:spPr>
          <a:xfrm>
            <a:off x="7358391" y="1653385"/>
            <a:ext cx="1357600" cy="45188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60" name="Google Shape;260;p33"/>
          <p:cNvSpPr/>
          <p:nvPr/>
        </p:nvSpPr>
        <p:spPr>
          <a:xfrm>
            <a:off x="6000725" y="1653385"/>
            <a:ext cx="1357600" cy="4518800"/>
          </a:xfrm>
          <a:prstGeom prst="rect">
            <a:avLst/>
          </a:prstGeom>
          <a:solidFill>
            <a:srgbClr val="F2F2F2">
              <a:alpha val="34902"/>
            </a:srgbClr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61" name="Google Shape;261;p33"/>
          <p:cNvSpPr/>
          <p:nvPr/>
        </p:nvSpPr>
        <p:spPr>
          <a:xfrm>
            <a:off x="4643059" y="1653385"/>
            <a:ext cx="1357600" cy="45188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62" name="Google Shape;262;p33"/>
          <p:cNvSpPr/>
          <p:nvPr/>
        </p:nvSpPr>
        <p:spPr>
          <a:xfrm>
            <a:off x="3285393" y="1653385"/>
            <a:ext cx="1357600" cy="4518800"/>
          </a:xfrm>
          <a:prstGeom prst="rect">
            <a:avLst/>
          </a:prstGeom>
          <a:solidFill>
            <a:srgbClr val="F2F2F2">
              <a:alpha val="34902"/>
            </a:srgbClr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63" name="Google Shape;263;p33"/>
          <p:cNvSpPr txBox="1"/>
          <p:nvPr/>
        </p:nvSpPr>
        <p:spPr>
          <a:xfrm>
            <a:off x="3522200" y="353700"/>
            <a:ext cx="4957200" cy="5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t" anchorCtr="0">
            <a:noAutofit/>
          </a:bodyPr>
          <a:lstStyle/>
          <a:p>
            <a:pPr algn="ctr"/>
            <a:r>
              <a:rPr lang="en-GB" sz="3067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PRODUCT ROADMAP</a:t>
            </a:r>
            <a:endParaRPr sz="667" dirty="0">
              <a:solidFill>
                <a:schemeClr val="bg1"/>
              </a:solidFill>
            </a:endParaRPr>
          </a:p>
        </p:txBody>
      </p:sp>
      <p:cxnSp>
        <p:nvCxnSpPr>
          <p:cNvPr id="264" name="Google Shape;264;p33"/>
          <p:cNvCxnSpPr/>
          <p:nvPr/>
        </p:nvCxnSpPr>
        <p:spPr>
          <a:xfrm>
            <a:off x="760611" y="3255619"/>
            <a:ext cx="10670800" cy="0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5" name="Google Shape;265;p33"/>
          <p:cNvCxnSpPr/>
          <p:nvPr/>
        </p:nvCxnSpPr>
        <p:spPr>
          <a:xfrm>
            <a:off x="760611" y="4727163"/>
            <a:ext cx="10670800" cy="0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6" name="Google Shape;266;p33"/>
          <p:cNvCxnSpPr/>
          <p:nvPr/>
        </p:nvCxnSpPr>
        <p:spPr>
          <a:xfrm>
            <a:off x="760611" y="1663700"/>
            <a:ext cx="10670800" cy="0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7" name="Google Shape;267;p33"/>
          <p:cNvSpPr/>
          <p:nvPr/>
        </p:nvSpPr>
        <p:spPr>
          <a:xfrm>
            <a:off x="3676432" y="1250251"/>
            <a:ext cx="575600" cy="575600"/>
          </a:xfrm>
          <a:prstGeom prst="ellipse">
            <a:avLst/>
          </a:prstGeom>
          <a:solidFill>
            <a:srgbClr val="980000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68" name="Google Shape;268;p33"/>
          <p:cNvSpPr txBox="1"/>
          <p:nvPr/>
        </p:nvSpPr>
        <p:spPr>
          <a:xfrm>
            <a:off x="3769731" y="1422552"/>
            <a:ext cx="389200" cy="2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r>
              <a:rPr lang="en-GB" sz="1067" b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Dec</a:t>
            </a:r>
            <a:endParaRPr sz="1067">
              <a:solidFill>
                <a:schemeClr val="bg1"/>
              </a:solidFill>
            </a:endParaRPr>
          </a:p>
        </p:txBody>
      </p:sp>
      <p:sp>
        <p:nvSpPr>
          <p:cNvPr id="269" name="Google Shape;269;p33"/>
          <p:cNvSpPr/>
          <p:nvPr/>
        </p:nvSpPr>
        <p:spPr>
          <a:xfrm>
            <a:off x="5034097" y="1250251"/>
            <a:ext cx="575600" cy="575600"/>
          </a:xfrm>
          <a:prstGeom prst="ellipse">
            <a:avLst/>
          </a:prstGeom>
          <a:solidFill>
            <a:srgbClr val="980000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70" name="Google Shape;270;p33"/>
          <p:cNvSpPr txBox="1"/>
          <p:nvPr/>
        </p:nvSpPr>
        <p:spPr>
          <a:xfrm>
            <a:off x="5134211" y="1422552"/>
            <a:ext cx="375200" cy="2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r>
              <a:rPr lang="en-GB" sz="1067" b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Jan</a:t>
            </a:r>
            <a:endParaRPr sz="533">
              <a:solidFill>
                <a:schemeClr val="bg1"/>
              </a:solidFill>
            </a:endParaRPr>
          </a:p>
        </p:txBody>
      </p:sp>
      <p:sp>
        <p:nvSpPr>
          <p:cNvPr id="271" name="Google Shape;271;p33"/>
          <p:cNvSpPr/>
          <p:nvPr/>
        </p:nvSpPr>
        <p:spPr>
          <a:xfrm>
            <a:off x="6391764" y="1250251"/>
            <a:ext cx="575600" cy="575600"/>
          </a:xfrm>
          <a:prstGeom prst="ellipse">
            <a:avLst/>
          </a:prstGeom>
          <a:solidFill>
            <a:srgbClr val="980000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72" name="Google Shape;272;p33"/>
          <p:cNvSpPr txBox="1"/>
          <p:nvPr/>
        </p:nvSpPr>
        <p:spPr>
          <a:xfrm>
            <a:off x="6477847" y="1422552"/>
            <a:ext cx="403600" cy="2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r>
              <a:rPr lang="en-GB" sz="1067" b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Feb</a:t>
            </a:r>
            <a:endParaRPr sz="1067">
              <a:solidFill>
                <a:schemeClr val="bg1"/>
              </a:solidFill>
            </a:endParaRPr>
          </a:p>
        </p:txBody>
      </p:sp>
      <p:sp>
        <p:nvSpPr>
          <p:cNvPr id="273" name="Google Shape;273;p33"/>
          <p:cNvSpPr/>
          <p:nvPr/>
        </p:nvSpPr>
        <p:spPr>
          <a:xfrm>
            <a:off x="7749429" y="1250251"/>
            <a:ext cx="575600" cy="575600"/>
          </a:xfrm>
          <a:prstGeom prst="ellipse">
            <a:avLst/>
          </a:prstGeom>
          <a:solidFill>
            <a:srgbClr val="980000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74" name="Google Shape;274;p33"/>
          <p:cNvSpPr txBox="1"/>
          <p:nvPr/>
        </p:nvSpPr>
        <p:spPr>
          <a:xfrm>
            <a:off x="7849141" y="1422552"/>
            <a:ext cx="376000" cy="2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r>
              <a:rPr lang="en-GB" sz="1067" b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Mar</a:t>
            </a:r>
            <a:endParaRPr sz="1067">
              <a:solidFill>
                <a:schemeClr val="bg1"/>
              </a:solidFill>
            </a:endParaRPr>
          </a:p>
        </p:txBody>
      </p:sp>
      <p:sp>
        <p:nvSpPr>
          <p:cNvPr id="275" name="Google Shape;275;p33"/>
          <p:cNvSpPr/>
          <p:nvPr/>
        </p:nvSpPr>
        <p:spPr>
          <a:xfrm>
            <a:off x="9107096" y="1250251"/>
            <a:ext cx="575600" cy="575600"/>
          </a:xfrm>
          <a:prstGeom prst="ellipse">
            <a:avLst/>
          </a:prstGeom>
          <a:solidFill>
            <a:srgbClr val="980000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76" name="Google Shape;276;p33"/>
          <p:cNvSpPr txBox="1"/>
          <p:nvPr/>
        </p:nvSpPr>
        <p:spPr>
          <a:xfrm>
            <a:off x="9177545" y="1422552"/>
            <a:ext cx="434800" cy="2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r>
              <a:rPr lang="en-GB" sz="1067" b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Apr</a:t>
            </a:r>
            <a:endParaRPr sz="1067">
              <a:solidFill>
                <a:schemeClr val="bg1"/>
              </a:solidFill>
            </a:endParaRPr>
          </a:p>
        </p:txBody>
      </p:sp>
      <p:sp>
        <p:nvSpPr>
          <p:cNvPr id="277" name="Google Shape;277;p33"/>
          <p:cNvSpPr/>
          <p:nvPr/>
        </p:nvSpPr>
        <p:spPr>
          <a:xfrm>
            <a:off x="10464761" y="1250251"/>
            <a:ext cx="575600" cy="575600"/>
          </a:xfrm>
          <a:prstGeom prst="ellipse">
            <a:avLst/>
          </a:prstGeom>
          <a:solidFill>
            <a:srgbClr val="980000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78" name="Google Shape;278;p33"/>
          <p:cNvSpPr txBox="1"/>
          <p:nvPr/>
        </p:nvSpPr>
        <p:spPr>
          <a:xfrm>
            <a:off x="10550761" y="1391851"/>
            <a:ext cx="403600" cy="2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/>
            <a:r>
              <a:rPr lang="en-GB" sz="1067" b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May</a:t>
            </a:r>
            <a:endParaRPr sz="1067">
              <a:solidFill>
                <a:schemeClr val="bg1"/>
              </a:solidFill>
            </a:endParaRPr>
          </a:p>
        </p:txBody>
      </p:sp>
      <p:sp>
        <p:nvSpPr>
          <p:cNvPr id="279" name="Google Shape;279;p33"/>
          <p:cNvSpPr txBox="1"/>
          <p:nvPr/>
        </p:nvSpPr>
        <p:spPr>
          <a:xfrm>
            <a:off x="1412033" y="2685479"/>
            <a:ext cx="1222000" cy="2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t" anchorCtr="0">
            <a:noAutofit/>
          </a:bodyPr>
          <a:lstStyle/>
          <a:p>
            <a:pPr algn="ctr"/>
            <a:r>
              <a:rPr lang="en-GB" sz="16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Software</a:t>
            </a:r>
            <a:endParaRPr sz="667">
              <a:solidFill>
                <a:schemeClr val="bg1"/>
              </a:solidFill>
            </a:endParaRPr>
          </a:p>
        </p:txBody>
      </p:sp>
      <p:sp>
        <p:nvSpPr>
          <p:cNvPr id="280" name="Google Shape;280;p33"/>
          <p:cNvSpPr txBox="1"/>
          <p:nvPr/>
        </p:nvSpPr>
        <p:spPr>
          <a:xfrm>
            <a:off x="1131033" y="5672103"/>
            <a:ext cx="1784000" cy="5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t" anchorCtr="0">
            <a:noAutofit/>
          </a:bodyPr>
          <a:lstStyle/>
          <a:p>
            <a:pPr algn="ctr"/>
            <a:r>
              <a:rPr lang="en-GB" sz="16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Machine Learning</a:t>
            </a:r>
            <a:endParaRPr sz="667">
              <a:solidFill>
                <a:schemeClr val="bg1"/>
              </a:solidFill>
            </a:endParaRPr>
          </a:p>
        </p:txBody>
      </p:sp>
      <p:sp>
        <p:nvSpPr>
          <p:cNvPr id="281" name="Google Shape;281;p33"/>
          <p:cNvSpPr txBox="1"/>
          <p:nvPr/>
        </p:nvSpPr>
        <p:spPr>
          <a:xfrm>
            <a:off x="1177633" y="4206484"/>
            <a:ext cx="1690800" cy="2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33" tIns="22867" rIns="45733" bIns="22867" anchor="t" anchorCtr="0">
            <a:noAutofit/>
          </a:bodyPr>
          <a:lstStyle/>
          <a:p>
            <a:pPr algn="ctr"/>
            <a:r>
              <a:rPr lang="en-GB" sz="16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Hardware</a:t>
            </a:r>
            <a:endParaRPr sz="667">
              <a:solidFill>
                <a:schemeClr val="bg1"/>
              </a:solidFill>
            </a:endParaRPr>
          </a:p>
        </p:txBody>
      </p:sp>
      <p:sp>
        <p:nvSpPr>
          <p:cNvPr id="282" name="Google Shape;282;p33"/>
          <p:cNvSpPr/>
          <p:nvPr/>
        </p:nvSpPr>
        <p:spPr>
          <a:xfrm>
            <a:off x="3322925" y="1919311"/>
            <a:ext cx="1282400" cy="33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UX/UI Design</a:t>
            </a:r>
            <a:endParaRPr sz="240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83" name="Google Shape;283;p33"/>
          <p:cNvSpPr/>
          <p:nvPr/>
        </p:nvSpPr>
        <p:spPr>
          <a:xfrm>
            <a:off x="7395923" y="2785095"/>
            <a:ext cx="1282400" cy="3392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User Login</a:t>
            </a:r>
            <a:endParaRPr sz="240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84" name="Google Shape;284;p33"/>
          <p:cNvSpPr/>
          <p:nvPr/>
        </p:nvSpPr>
        <p:spPr>
          <a:xfrm>
            <a:off x="3322925" y="3377439"/>
            <a:ext cx="1282400" cy="33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Specifications</a:t>
            </a:r>
            <a:endParaRPr sz="240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85" name="Google Shape;285;p33"/>
          <p:cNvSpPr/>
          <p:nvPr/>
        </p:nvSpPr>
        <p:spPr>
          <a:xfrm>
            <a:off x="4680500" y="3377433"/>
            <a:ext cx="1282400" cy="33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Clr>
                <a:schemeClr val="lt1"/>
              </a:buClr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Sourcing</a:t>
            </a:r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86" name="Google Shape;286;p33"/>
          <p:cNvSpPr/>
          <p:nvPr/>
        </p:nvSpPr>
        <p:spPr>
          <a:xfrm>
            <a:off x="3322925" y="4849885"/>
            <a:ext cx="1282400" cy="33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Database Design</a:t>
            </a:r>
            <a:endParaRPr sz="240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87" name="Google Shape;287;p33"/>
          <p:cNvSpPr/>
          <p:nvPr/>
        </p:nvSpPr>
        <p:spPr>
          <a:xfrm>
            <a:off x="3322723" y="2361565"/>
            <a:ext cx="2640400" cy="339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Front-end Dashboard </a:t>
            </a:r>
            <a:endParaRPr sz="24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88" name="Google Shape;288;p33"/>
          <p:cNvSpPr/>
          <p:nvPr/>
        </p:nvSpPr>
        <p:spPr>
          <a:xfrm>
            <a:off x="4680341" y="2785100"/>
            <a:ext cx="2640400" cy="3392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Cloud Configuration</a:t>
            </a:r>
            <a:endParaRPr sz="240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89" name="Google Shape;289;p33"/>
          <p:cNvSpPr/>
          <p:nvPr/>
        </p:nvSpPr>
        <p:spPr>
          <a:xfrm>
            <a:off x="7395923" y="2351987"/>
            <a:ext cx="2640800" cy="339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Feature #1 Development</a:t>
            </a:r>
            <a:endParaRPr sz="240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90" name="Google Shape;290;p33"/>
          <p:cNvSpPr/>
          <p:nvPr/>
        </p:nvSpPr>
        <p:spPr>
          <a:xfrm>
            <a:off x="10111256" y="2351987"/>
            <a:ext cx="1282400" cy="339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Feature #2</a:t>
            </a:r>
            <a:endParaRPr sz="240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91" name="Google Shape;291;p33"/>
          <p:cNvSpPr/>
          <p:nvPr/>
        </p:nvSpPr>
        <p:spPr>
          <a:xfrm>
            <a:off x="8753588" y="2785095"/>
            <a:ext cx="1282400" cy="3392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APIs</a:t>
            </a:r>
            <a:endParaRPr sz="240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92" name="Google Shape;292;p33"/>
          <p:cNvSpPr/>
          <p:nvPr/>
        </p:nvSpPr>
        <p:spPr>
          <a:xfrm>
            <a:off x="4680512" y="5284805"/>
            <a:ext cx="2640400" cy="339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Clr>
                <a:schemeClr val="dk2"/>
              </a:buClr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Model Development</a:t>
            </a:r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93" name="Google Shape;293;p33"/>
          <p:cNvSpPr/>
          <p:nvPr/>
        </p:nvSpPr>
        <p:spPr>
          <a:xfrm>
            <a:off x="6038301" y="4849885"/>
            <a:ext cx="5355600" cy="33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Data Collection</a:t>
            </a:r>
            <a:endParaRPr sz="240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294" name="Google Shape;294;p33"/>
          <p:cNvPicPr preferRelativeResize="0"/>
          <p:nvPr/>
        </p:nvPicPr>
        <p:blipFill>
          <a:blip r:embed="rId3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51033" y="3538779"/>
            <a:ext cx="744000" cy="733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3"/>
          <p:cNvPicPr preferRelativeResize="0"/>
          <p:nvPr/>
        </p:nvPicPr>
        <p:blipFill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51034" y="4924401"/>
            <a:ext cx="744001" cy="7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3"/>
          <p:cNvSpPr/>
          <p:nvPr/>
        </p:nvSpPr>
        <p:spPr>
          <a:xfrm>
            <a:off x="7395992" y="1919311"/>
            <a:ext cx="1282400" cy="33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UX Improvements</a:t>
            </a:r>
            <a:endParaRPr sz="240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97" name="Google Shape;297;p33"/>
          <p:cNvSpPr/>
          <p:nvPr/>
        </p:nvSpPr>
        <p:spPr>
          <a:xfrm>
            <a:off x="10111325" y="1919311"/>
            <a:ext cx="1282400" cy="33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UX Improvements</a:t>
            </a:r>
            <a:endParaRPr sz="1067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8" name="Google Shape;298;p33"/>
          <p:cNvSpPr/>
          <p:nvPr/>
        </p:nvSpPr>
        <p:spPr>
          <a:xfrm>
            <a:off x="6038155" y="5719700"/>
            <a:ext cx="5355600" cy="3392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Model Training</a:t>
            </a:r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99" name="Google Shape;299;p33"/>
          <p:cNvSpPr/>
          <p:nvPr/>
        </p:nvSpPr>
        <p:spPr>
          <a:xfrm>
            <a:off x="7395828" y="5284800"/>
            <a:ext cx="3994400" cy="339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Model Deployment</a:t>
            </a:r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00" name="Google Shape;300;p33"/>
          <p:cNvSpPr/>
          <p:nvPr/>
        </p:nvSpPr>
        <p:spPr>
          <a:xfrm>
            <a:off x="4680500" y="3821800"/>
            <a:ext cx="2640400" cy="339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Lab Assembly</a:t>
            </a:r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01" name="Google Shape;301;p33"/>
          <p:cNvSpPr/>
          <p:nvPr/>
        </p:nvSpPr>
        <p:spPr>
          <a:xfrm>
            <a:off x="6037967" y="4274484"/>
            <a:ext cx="2640800" cy="3392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On-site Assembly</a:t>
            </a:r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02" name="Google Shape;302;p33"/>
          <p:cNvSpPr/>
          <p:nvPr/>
        </p:nvSpPr>
        <p:spPr>
          <a:xfrm>
            <a:off x="7395845" y="3821811"/>
            <a:ext cx="2640400" cy="339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Lab Testing</a:t>
            </a:r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03" name="Google Shape;303;p33"/>
          <p:cNvSpPr/>
          <p:nvPr/>
        </p:nvSpPr>
        <p:spPr>
          <a:xfrm>
            <a:off x="8753612" y="4274495"/>
            <a:ext cx="2640400" cy="3392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45733" tIns="22867" rIns="45733" bIns="22867" anchor="ctr" anchorCtr="0">
            <a:noAutofit/>
          </a:bodyPr>
          <a:lstStyle/>
          <a:p>
            <a:pPr algn="ctr">
              <a:buSzPts val="800"/>
            </a:pPr>
            <a:r>
              <a:rPr lang="en-GB" sz="1067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On-site Testing</a:t>
            </a:r>
            <a:endParaRPr sz="1867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304" name="Google Shape;304;p33"/>
          <p:cNvPicPr preferRelativeResize="0"/>
          <p:nvPr/>
        </p:nvPicPr>
        <p:blipFill>
          <a:blip r:embed="rId5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51034" y="1941455"/>
            <a:ext cx="744001" cy="7440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669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C8FD2-2625-B84D-AA4C-8328E376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Market: Segmentation</a:t>
            </a:r>
          </a:p>
        </p:txBody>
      </p:sp>
      <p:pic>
        <p:nvPicPr>
          <p:cNvPr id="7" name="Picture 6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740EE88D-1A19-4642-923D-6AC4BFD31F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51018" y="1159270"/>
            <a:ext cx="6380898" cy="569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GB" dirty="0"/>
              <a:t>Market: Growth</a:t>
            </a:r>
            <a:endParaRPr dirty="0"/>
          </a:p>
        </p:txBody>
      </p:sp>
      <p:pic>
        <p:nvPicPr>
          <p:cNvPr id="144" name="Google Shape;144;p21"/>
          <p:cNvPicPr preferRelativeResize="0"/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2303"/>
          <a:stretch/>
        </p:blipFill>
        <p:spPr>
          <a:xfrm>
            <a:off x="1446201" y="1590400"/>
            <a:ext cx="9299567" cy="446613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1"/>
          <p:cNvSpPr txBox="1"/>
          <p:nvPr/>
        </p:nvSpPr>
        <p:spPr>
          <a:xfrm>
            <a:off x="8106726" y="6275275"/>
            <a:ext cx="3412800" cy="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-GB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Source: Statista</a:t>
            </a:r>
            <a:endParaRPr sz="2400" dirty="0">
              <a:solidFill>
                <a:schemeClr val="bg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46" name="Google Shape;146;p21"/>
          <p:cNvCxnSpPr/>
          <p:nvPr/>
        </p:nvCxnSpPr>
        <p:spPr>
          <a:xfrm rot="10800000" flipH="1">
            <a:off x="5386033" y="3094567"/>
            <a:ext cx="1589200" cy="1806400"/>
          </a:xfrm>
          <a:prstGeom prst="straightConnector1">
            <a:avLst/>
          </a:prstGeom>
          <a:noFill/>
          <a:ln w="19050" cap="flat" cmpd="sng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7" name="Google Shape;147;p21"/>
          <p:cNvSpPr txBox="1"/>
          <p:nvPr/>
        </p:nvSpPr>
        <p:spPr>
          <a:xfrm>
            <a:off x="5627584" y="2776600"/>
            <a:ext cx="936800" cy="6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1600" b="1">
                <a:solidFill>
                  <a:srgbClr val="98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CAGR 23.62%</a:t>
            </a:r>
            <a:endParaRPr sz="1600" b="1">
              <a:solidFill>
                <a:srgbClr val="98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493453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GB" dirty="0"/>
              <a:t>Market: Geography</a:t>
            </a:r>
            <a:endParaRPr dirty="0"/>
          </a:p>
        </p:txBody>
      </p:sp>
      <p:pic>
        <p:nvPicPr>
          <p:cNvPr id="153" name="Google Shape;15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7668" y="1248243"/>
            <a:ext cx="10156657" cy="502703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"/>
          <p:cNvSpPr txBox="1"/>
          <p:nvPr/>
        </p:nvSpPr>
        <p:spPr>
          <a:xfrm>
            <a:off x="6389800" y="2263275"/>
            <a:ext cx="1968137" cy="3880851"/>
          </a:xfrm>
          <a:prstGeom prst="rect">
            <a:avLst/>
          </a:prstGeom>
          <a:noFill/>
          <a:ln w="19050" cap="flat" cmpd="sng">
            <a:solidFill>
              <a:srgbClr val="98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24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" name="Google Shape;145;p21">
            <a:extLst>
              <a:ext uri="{FF2B5EF4-FFF2-40B4-BE49-F238E27FC236}">
                <a16:creationId xmlns:a16="http://schemas.microsoft.com/office/drawing/2014/main" id="{BECEE034-68B5-EB40-8A1F-5F055849E7E3}"/>
              </a:ext>
            </a:extLst>
          </p:cNvPr>
          <p:cNvSpPr txBox="1"/>
          <p:nvPr/>
        </p:nvSpPr>
        <p:spPr>
          <a:xfrm>
            <a:off x="8106726" y="6275275"/>
            <a:ext cx="3412800" cy="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-GB" sz="24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Source: Statista</a:t>
            </a:r>
            <a:endParaRPr sz="2400" dirty="0">
              <a:solidFill>
                <a:schemeClr val="bg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GB" dirty="0"/>
              <a:t>Growth: Beachhead market</a:t>
            </a:r>
            <a:endParaRPr dirty="0"/>
          </a:p>
        </p:txBody>
      </p:sp>
      <p:pic>
        <p:nvPicPr>
          <p:cNvPr id="5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EC5AE4AF-6D2F-1F47-84B0-75AE33F168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50532" y="1690688"/>
            <a:ext cx="8290935" cy="482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085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" name="Google Shape;179;p26"/>
          <p:cNvGraphicFramePr/>
          <p:nvPr>
            <p:extLst>
              <p:ext uri="{D42A27DB-BD31-4B8C-83A1-F6EECF244321}">
                <p14:modId xmlns:p14="http://schemas.microsoft.com/office/powerpoint/2010/main" val="1012379702"/>
              </p:ext>
            </p:extLst>
          </p:nvPr>
        </p:nvGraphicFramePr>
        <p:xfrm>
          <a:off x="444162" y="1308801"/>
          <a:ext cx="11360832" cy="51301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56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7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6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3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30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190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99524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 b="1" u="none" strike="noStrike" cap="none" dirty="0">
                          <a:solidFill>
                            <a:schemeClr val="bg1"/>
                          </a:solidFill>
                        </a:rPr>
                        <a:t>Key</a:t>
                      </a:r>
                      <a:endParaRPr sz="1300" b="1" u="none" strike="noStrike" cap="none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 b="1" u="none" strike="noStrike" cap="none" dirty="0">
                          <a:solidFill>
                            <a:schemeClr val="bg1"/>
                          </a:solidFill>
                        </a:rPr>
                        <a:t>Partners</a:t>
                      </a:r>
                      <a:endParaRPr sz="1300" b="1" u="none" strike="noStrike" cap="none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300" i="1" u="none" strike="noStrike" cap="none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dirty="0">
                          <a:solidFill>
                            <a:schemeClr val="bg1"/>
                          </a:solidFill>
                        </a:rPr>
                        <a:t>NUS GRIP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dirty="0">
                          <a:solidFill>
                            <a:schemeClr val="bg1"/>
                          </a:solidFill>
                        </a:rPr>
                        <a:t>Farm Operators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dirty="0">
                          <a:solidFill>
                            <a:schemeClr val="bg1"/>
                          </a:solidFill>
                        </a:rPr>
                        <a:t>Building Owners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u="none" strike="noStrike" cap="none" dirty="0">
                          <a:solidFill>
                            <a:schemeClr val="bg1"/>
                          </a:solidFill>
                        </a:rPr>
                        <a:t>HVAC </a:t>
                      </a:r>
                      <a:r>
                        <a:rPr lang="en-GB" sz="1300" dirty="0">
                          <a:solidFill>
                            <a:schemeClr val="bg1"/>
                          </a:solidFill>
                        </a:rPr>
                        <a:t>&amp; BMS</a:t>
                      </a:r>
                      <a:r>
                        <a:rPr lang="en-GB" sz="1300" u="none" strike="noStrike" cap="none" dirty="0">
                          <a:solidFill>
                            <a:schemeClr val="bg1"/>
                          </a:solidFill>
                        </a:rPr>
                        <a:t> Vendors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u="none" strike="noStrike" cap="none" dirty="0">
                          <a:solidFill>
                            <a:schemeClr val="bg1"/>
                          </a:solidFill>
                        </a:rPr>
                        <a:t>Government Agencies </a:t>
                      </a:r>
                      <a:endParaRPr sz="1300" u="none" strike="noStrike" cap="none" dirty="0">
                        <a:solidFill>
                          <a:schemeClr val="bg1"/>
                        </a:solidFill>
                      </a:endParaRPr>
                    </a:p>
                  </a:txBody>
                  <a:tcPr marL="121900" marR="121900" marT="121900" marB="1219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 b="1" u="none" strike="noStrike" cap="none">
                          <a:solidFill>
                            <a:schemeClr val="bg1"/>
                          </a:solidFill>
                        </a:rPr>
                        <a:t>Key </a:t>
                      </a:r>
                      <a:endParaRPr sz="1300" b="1" u="none" strike="noStrike" cap="none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 b="1" u="none" strike="noStrike" cap="none">
                          <a:solidFill>
                            <a:schemeClr val="bg1"/>
                          </a:solidFill>
                        </a:rPr>
                        <a:t>Activities</a:t>
                      </a:r>
                      <a:r>
                        <a:rPr lang="en-GB" sz="1300" u="none" strike="noStrike" cap="none">
                          <a:solidFill>
                            <a:schemeClr val="bg1"/>
                          </a:solidFill>
                        </a:rPr>
                        <a:t> </a:t>
                      </a:r>
                      <a:endParaRPr sz="1300" u="none" strike="noStrike" cap="none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>
                          <a:solidFill>
                            <a:schemeClr val="bg1"/>
                          </a:solidFill>
                        </a:rPr>
                        <a:t>Requirements Gathering</a:t>
                      </a:r>
                      <a:endParaRPr sz="1300" u="none" strike="noStrike" cap="none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 u="none" strike="noStrike" cap="none">
                          <a:solidFill>
                            <a:schemeClr val="bg1"/>
                          </a:solidFill>
                        </a:rPr>
                        <a:t>Platform Development</a:t>
                      </a:r>
                      <a:endParaRPr sz="130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 u="none" strike="noStrike" cap="none">
                          <a:solidFill>
                            <a:schemeClr val="bg1"/>
                          </a:solidFill>
                        </a:rPr>
                        <a:t>System </a:t>
                      </a:r>
                      <a:r>
                        <a:rPr lang="en-GB" sz="1300">
                          <a:solidFill>
                            <a:schemeClr val="bg1"/>
                          </a:solidFill>
                        </a:rPr>
                        <a:t>Installation</a:t>
                      </a:r>
                      <a:endParaRPr sz="130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>
                          <a:solidFill>
                            <a:schemeClr val="bg1"/>
                          </a:solidFill>
                        </a:rPr>
                        <a:t>ML model design, development, training, and tuning</a:t>
                      </a:r>
                      <a:endParaRPr sz="1300">
                        <a:solidFill>
                          <a:schemeClr val="bg1"/>
                        </a:solidFill>
                      </a:endParaRPr>
                    </a:p>
                  </a:txBody>
                  <a:tcPr marL="121900" marR="121900" marT="121900" marB="1219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 b="1" u="none" strike="noStrike" cap="none">
                          <a:solidFill>
                            <a:schemeClr val="bg1"/>
                          </a:solidFill>
                        </a:rPr>
                        <a:t>Value </a:t>
                      </a:r>
                      <a:endParaRPr sz="1300" b="1" u="none" strike="noStrike" cap="none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 b="1" u="none" strike="noStrike" cap="none">
                          <a:solidFill>
                            <a:schemeClr val="bg1"/>
                          </a:solidFill>
                        </a:rPr>
                        <a:t>Proposition</a:t>
                      </a:r>
                      <a:endParaRPr sz="130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 i="1" u="none" strike="noStrike" cap="none">
                          <a:solidFill>
                            <a:schemeClr val="bg1"/>
                          </a:solidFill>
                        </a:rPr>
                        <a:t> </a:t>
                      </a:r>
                      <a:endParaRPr sz="1300" i="1" u="none" strike="noStrike" cap="none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bg1"/>
                          </a:solidFill>
                        </a:rPr>
                        <a:t>Initial: Enable successful climate management of vertical farms by measuring key parameters and ensuring process repeatability for future harvests.</a:t>
                      </a:r>
                      <a:endParaRPr sz="130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bg1"/>
                          </a:solidFill>
                        </a:rPr>
                        <a:t>With data: increase yield, optimize energy use, and reduce labour costs.</a:t>
                      </a:r>
                      <a:endParaRPr sz="1300">
                        <a:solidFill>
                          <a:schemeClr val="bg1"/>
                        </a:solidFill>
                      </a:endParaRPr>
                    </a:p>
                  </a:txBody>
                  <a:tcPr marL="121900" marR="121900" marT="121900" marB="1219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 b="1" u="none" strike="noStrike" cap="none">
                          <a:solidFill>
                            <a:schemeClr val="bg1"/>
                          </a:solidFill>
                        </a:rPr>
                        <a:t>Customer</a:t>
                      </a:r>
                      <a:endParaRPr sz="130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 b="1" u="none" strike="noStrike" cap="none">
                          <a:solidFill>
                            <a:schemeClr val="bg1"/>
                          </a:solidFill>
                        </a:rPr>
                        <a:t>Relationships</a:t>
                      </a:r>
                      <a:endParaRPr sz="1300" b="1" u="none" strike="noStrike" cap="none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300" u="none" strike="noStrike" cap="none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>
                          <a:solidFill>
                            <a:schemeClr val="bg1"/>
                          </a:solidFill>
                        </a:rPr>
                        <a:t>Tailored Pricing</a:t>
                      </a:r>
                      <a:endParaRPr sz="130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>
                          <a:solidFill>
                            <a:schemeClr val="bg1"/>
                          </a:solidFill>
                        </a:rPr>
                        <a:t>Modern Digital Platform</a:t>
                      </a:r>
                      <a:endParaRPr sz="130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>
                          <a:solidFill>
                            <a:schemeClr val="bg1"/>
                          </a:solidFill>
                        </a:rPr>
                        <a:t>Personalized Support</a:t>
                      </a:r>
                      <a:endParaRPr sz="1300">
                        <a:solidFill>
                          <a:schemeClr val="bg1"/>
                        </a:solidFill>
                      </a:endParaRPr>
                    </a:p>
                  </a:txBody>
                  <a:tcPr marL="121900" marR="121900" marT="121900" marB="1219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 b="1" u="none" strike="noStrike" cap="none" dirty="0">
                          <a:solidFill>
                            <a:schemeClr val="bg1"/>
                          </a:solidFill>
                        </a:rPr>
                        <a:t>Customer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 b="1" u="none" strike="noStrike" cap="none" dirty="0">
                          <a:solidFill>
                            <a:schemeClr val="bg1"/>
                          </a:solidFill>
                        </a:rPr>
                        <a:t>Segments</a:t>
                      </a:r>
                      <a:endParaRPr sz="1300" b="1" u="none" strike="noStrike" cap="none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 u="none" strike="noStrike" cap="none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sz="1300" u="none" strike="noStrike" cap="none" dirty="0">
                        <a:solidFill>
                          <a:schemeClr val="bg1"/>
                        </a:solidFill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dirty="0">
                          <a:solidFill>
                            <a:schemeClr val="bg1"/>
                          </a:solidFill>
                        </a:rPr>
                        <a:t>Indoor Farms</a:t>
                      </a:r>
                      <a:endParaRPr sz="1300" u="sng" dirty="0">
                        <a:solidFill>
                          <a:schemeClr val="bg1"/>
                        </a:solidFill>
                      </a:endParaRPr>
                    </a:p>
                  </a:txBody>
                  <a:tcPr marL="121900" marR="121900" marT="121900" marB="1219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21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 b="1" u="none" strike="noStrike" cap="none">
                          <a:solidFill>
                            <a:schemeClr val="bg1"/>
                          </a:solidFill>
                        </a:rPr>
                        <a:t>Key </a:t>
                      </a:r>
                      <a:endParaRPr sz="1300" b="1" u="none" strike="noStrike" cap="none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 b="1" u="none" strike="noStrike" cap="none">
                          <a:solidFill>
                            <a:schemeClr val="bg1"/>
                          </a:solidFill>
                        </a:rPr>
                        <a:t>Resources</a:t>
                      </a:r>
                      <a:endParaRPr sz="130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300" u="none" strike="noStrike" cap="none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>
                          <a:solidFill>
                            <a:schemeClr val="bg1"/>
                          </a:solidFill>
                        </a:rPr>
                        <a:t>IP</a:t>
                      </a:r>
                      <a:endParaRPr sz="1300">
                        <a:solidFill>
                          <a:schemeClr val="bg1"/>
                        </a:solidFill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>
                          <a:solidFill>
                            <a:schemeClr val="bg1"/>
                          </a:solidFill>
                        </a:rPr>
                        <a:t>Platform</a:t>
                      </a:r>
                      <a:endParaRPr sz="130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>
                          <a:solidFill>
                            <a:schemeClr val="bg1"/>
                          </a:solidFill>
                        </a:rPr>
                        <a:t>ML Model</a:t>
                      </a:r>
                      <a:endParaRPr sz="1300">
                        <a:solidFill>
                          <a:schemeClr val="bg1"/>
                        </a:solidFill>
                      </a:endParaRPr>
                    </a:p>
                  </a:txBody>
                  <a:tcPr marL="121900" marR="121900" marT="121900" marB="1219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 b="1" u="none" strike="noStrike" cap="none">
                          <a:solidFill>
                            <a:schemeClr val="bg1"/>
                          </a:solidFill>
                        </a:rPr>
                        <a:t>Channels</a:t>
                      </a:r>
                      <a:endParaRPr sz="1300" u="none" strike="noStrike" cap="none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300" u="none" strike="noStrike" cap="none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>
                          <a:solidFill>
                            <a:schemeClr val="bg1"/>
                          </a:solidFill>
                        </a:rPr>
                        <a:t>Direct Outreach</a:t>
                      </a:r>
                      <a:endParaRPr sz="130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>
                          <a:solidFill>
                            <a:schemeClr val="bg1"/>
                          </a:solidFill>
                        </a:rPr>
                        <a:t>Equipment Suppliers</a:t>
                      </a:r>
                      <a:endParaRPr sz="130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>
                          <a:solidFill>
                            <a:schemeClr val="bg1"/>
                          </a:solidFill>
                        </a:rPr>
                        <a:t>Farmer Cooperatives</a:t>
                      </a:r>
                      <a:endParaRPr sz="1300">
                        <a:solidFill>
                          <a:schemeClr val="bg1"/>
                        </a:solidFill>
                      </a:endParaRPr>
                    </a:p>
                  </a:txBody>
                  <a:tcPr marL="121900" marR="121900" marT="121900" marB="1219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8484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 b="1" u="none" strike="noStrike" cap="none" dirty="0">
                          <a:solidFill>
                            <a:schemeClr val="bg1"/>
                          </a:solidFill>
                        </a:rPr>
                        <a:t>Cost Structure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300" i="1" u="none" strike="noStrike" cap="none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 u="none" strike="noStrike" cap="none" dirty="0">
                          <a:solidFill>
                            <a:schemeClr val="bg1"/>
                          </a:solidFill>
                        </a:rPr>
                        <a:t>CAPEX: </a:t>
                      </a:r>
                      <a:r>
                        <a:rPr lang="en-GB" sz="1300" dirty="0">
                          <a:solidFill>
                            <a:schemeClr val="bg1"/>
                          </a:solidFill>
                        </a:rPr>
                        <a:t>Requirements</a:t>
                      </a:r>
                      <a:r>
                        <a:rPr lang="en-GB" sz="1300" u="none" strike="noStrike" cap="none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GB" sz="1300" dirty="0">
                          <a:solidFill>
                            <a:schemeClr val="bg1"/>
                          </a:solidFill>
                        </a:rPr>
                        <a:t>Gathering</a:t>
                      </a:r>
                      <a:r>
                        <a:rPr lang="en-GB" sz="1300" u="none" strike="noStrike" cap="none" dirty="0">
                          <a:solidFill>
                            <a:schemeClr val="bg1"/>
                          </a:solidFill>
                        </a:rPr>
                        <a:t>, Solution Design</a:t>
                      </a:r>
                      <a:r>
                        <a:rPr lang="en-GB" sz="13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GB" sz="1300" u="none" strike="noStrike" cap="none" dirty="0">
                          <a:solidFill>
                            <a:schemeClr val="bg1"/>
                          </a:solidFill>
                        </a:rPr>
                        <a:t>and Development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 u="none" strike="noStrike" cap="none" dirty="0">
                          <a:solidFill>
                            <a:schemeClr val="bg1"/>
                          </a:solidFill>
                        </a:rPr>
                        <a:t>OPEX: User Acquisition, Software </a:t>
                      </a:r>
                      <a:r>
                        <a:rPr lang="en-GB" sz="1300" dirty="0">
                          <a:solidFill>
                            <a:schemeClr val="bg1"/>
                          </a:solidFill>
                        </a:rPr>
                        <a:t>Maintenance, </a:t>
                      </a:r>
                      <a:r>
                        <a:rPr lang="en-GB" sz="1300" u="none" strike="noStrike" cap="none" dirty="0">
                          <a:solidFill>
                            <a:schemeClr val="bg1"/>
                          </a:solidFill>
                        </a:rPr>
                        <a:t>System </a:t>
                      </a:r>
                      <a:r>
                        <a:rPr lang="en-GB" sz="1300" dirty="0">
                          <a:solidFill>
                            <a:schemeClr val="bg1"/>
                          </a:solidFill>
                        </a:rPr>
                        <a:t>Implementation, ML Model and Improvement 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121900" marR="121900" marT="121900" marB="1219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 b="1" u="none" strike="noStrike" cap="none" dirty="0">
                          <a:solidFill>
                            <a:schemeClr val="bg1"/>
                          </a:solidFill>
                        </a:rPr>
                        <a:t>Revenue Streams</a:t>
                      </a:r>
                      <a:endParaRPr sz="1300" b="1" u="none" strike="noStrike" cap="none" dirty="0">
                        <a:solidFill>
                          <a:schemeClr val="bg1"/>
                        </a:solidFill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Arial"/>
                        <a:buNone/>
                      </a:pPr>
                      <a:endParaRPr lang="en-GB" sz="1300" dirty="0">
                        <a:solidFill>
                          <a:schemeClr val="bg1"/>
                        </a:solidFill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 dirty="0">
                          <a:solidFill>
                            <a:schemeClr val="bg1"/>
                          </a:solidFill>
                        </a:rPr>
                        <a:t>Implementation Costs (Hardware, Installation, and Integration)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1300" dirty="0">
                          <a:solidFill>
                            <a:schemeClr val="bg1"/>
                          </a:solidFill>
                        </a:rPr>
                        <a:t>Value-sharing (Increased Yield or Reduced Energy Costs)</a:t>
                      </a:r>
                      <a:endParaRPr sz="1300" dirty="0">
                        <a:solidFill>
                          <a:schemeClr val="bg1"/>
                        </a:solidFill>
                      </a:endParaRPr>
                    </a:p>
                  </a:txBody>
                  <a:tcPr marL="121900" marR="121900" marT="121900" marB="1219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80" name="Google Shape;180;p26"/>
          <p:cNvPicPr preferRelativeResize="0"/>
          <p:nvPr/>
        </p:nvPicPr>
        <p:blipFill rotWithShape="1">
          <a:blip r:embed="rId3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124567" y="5027167"/>
            <a:ext cx="929367" cy="72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6"/>
          <p:cNvPicPr preferRelativeResize="0"/>
          <p:nvPr/>
        </p:nvPicPr>
        <p:blipFill rotWithShape="1"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444167" y="4974733"/>
            <a:ext cx="817300" cy="639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6"/>
          <p:cNvPicPr preferRelativeResize="0"/>
          <p:nvPr/>
        </p:nvPicPr>
        <p:blipFill rotWithShape="1">
          <a:blip r:embed="rId5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9659809" y="1331894"/>
            <a:ext cx="609600" cy="518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6"/>
          <p:cNvPicPr preferRelativeResize="0"/>
          <p:nvPr/>
        </p:nvPicPr>
        <p:blipFill rotWithShape="1"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502945" y="1381284"/>
            <a:ext cx="487681" cy="419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6"/>
          <p:cNvPicPr preferRelativeResize="0"/>
          <p:nvPr/>
        </p:nvPicPr>
        <p:blipFill rotWithShape="1">
          <a:blip r:embed="rId7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502937" y="3424950"/>
            <a:ext cx="609600" cy="528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6"/>
          <p:cNvPicPr preferRelativeResize="0"/>
          <p:nvPr/>
        </p:nvPicPr>
        <p:blipFill rotWithShape="1">
          <a:blip r:embed="rId8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444176" y="1329502"/>
            <a:ext cx="609600" cy="522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6"/>
          <p:cNvPicPr preferRelativeResize="0"/>
          <p:nvPr/>
        </p:nvPicPr>
        <p:blipFill rotWithShape="1">
          <a:blip r:embed="rId9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519860" y="1327869"/>
            <a:ext cx="609600" cy="526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6"/>
          <p:cNvPicPr preferRelativeResize="0"/>
          <p:nvPr/>
        </p:nvPicPr>
        <p:blipFill rotWithShape="1">
          <a:blip r:embed="rId10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519860" y="3428203"/>
            <a:ext cx="609600" cy="521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6"/>
          <p:cNvPicPr preferRelativeResize="0"/>
          <p:nvPr/>
        </p:nvPicPr>
        <p:blipFill rotWithShape="1">
          <a:blip r:embed="rId11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4942652" y="1326252"/>
            <a:ext cx="609600" cy="52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 txBox="1"/>
          <p:nvPr/>
        </p:nvSpPr>
        <p:spPr>
          <a:xfrm>
            <a:off x="2312200" y="243475"/>
            <a:ext cx="8708800" cy="10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r>
              <a:rPr lang="en-GB" sz="6000">
                <a:solidFill>
                  <a:schemeClr val="bg1"/>
                </a:solidFill>
                <a:latin typeface="Garamond"/>
                <a:ea typeface="Garamond"/>
                <a:cs typeface="Garamond"/>
                <a:sym typeface="Garamond"/>
              </a:rPr>
              <a:t>Business Model Canvas</a:t>
            </a:r>
            <a:endParaRPr sz="6000">
              <a:solidFill>
                <a:schemeClr val="bg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190" name="Google Shape;190;p26"/>
          <p:cNvCxnSpPr/>
          <p:nvPr/>
        </p:nvCxnSpPr>
        <p:spPr>
          <a:xfrm flipH="1">
            <a:off x="10001767" y="2422833"/>
            <a:ext cx="770800" cy="3033600"/>
          </a:xfrm>
          <a:prstGeom prst="straightConnector1">
            <a:avLst/>
          </a:prstGeom>
          <a:ln w="38100">
            <a:headEnd type="none" w="med" len="med"/>
            <a:tailEnd type="stealth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1" name="Google Shape;191;p26"/>
          <p:cNvCxnSpPr/>
          <p:nvPr/>
        </p:nvCxnSpPr>
        <p:spPr>
          <a:xfrm rot="10800000">
            <a:off x="6928300" y="3163600"/>
            <a:ext cx="520400" cy="2312800"/>
          </a:xfrm>
          <a:prstGeom prst="straightConnector1">
            <a:avLst/>
          </a:prstGeom>
          <a:ln w="38100">
            <a:headEnd type="none" w="med" len="med"/>
            <a:tailEnd type="stealth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2" name="Google Shape;192;p26"/>
          <p:cNvCxnSpPr/>
          <p:nvPr/>
        </p:nvCxnSpPr>
        <p:spPr>
          <a:xfrm flipH="1">
            <a:off x="4054867" y="3213733"/>
            <a:ext cx="1151200" cy="1542000"/>
          </a:xfrm>
          <a:prstGeom prst="straightConnector1">
            <a:avLst/>
          </a:prstGeom>
          <a:ln w="38100">
            <a:headEnd type="stealth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3" name="Google Shape;193;p26"/>
          <p:cNvCxnSpPr/>
          <p:nvPr/>
        </p:nvCxnSpPr>
        <p:spPr>
          <a:xfrm rot="10800000">
            <a:off x="1987667" y="1921967"/>
            <a:ext cx="1166000" cy="2843600"/>
          </a:xfrm>
          <a:prstGeom prst="straightConnector1">
            <a:avLst/>
          </a:prstGeom>
          <a:ln w="38100">
            <a:headEnd type="stealth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46D62-8B26-464B-98A4-A9F1724CA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Competitive Landscape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B3B5D68-9935-9D4F-97D5-E1AF4F193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3556" y="2576118"/>
            <a:ext cx="488594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[redacted]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aramond" panose="02020404030301010803" pitchFamily="18" charset="0"/>
              </a:rPr>
              <a:t>Ambient is positioned at the intersection of multiple segments in order to provide a tailored solution for the beachhead market: indoor farms.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      </a:t>
            </a:r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39C0BC7F-C1EB-D043-A720-82CBEF02846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2" b="7263"/>
          <a:stretch/>
        </p:blipFill>
        <p:spPr>
          <a:xfrm>
            <a:off x="662501" y="1604226"/>
            <a:ext cx="6130402" cy="498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804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7C4BC-0097-9F40-B994-EDD59FEAF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Competitive </a:t>
            </a:r>
            <a:r>
              <a:rPr lang="en-US" dirty="0"/>
              <a:t>Benchmark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32194B-66F2-9344-9045-71D3F235B2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[redacted]"/>
              </p:ext>
            </p:extLst>
          </p:nvPr>
        </p:nvGraphicFramePr>
        <p:xfrm>
          <a:off x="983672" y="1881585"/>
          <a:ext cx="10370128" cy="4145280"/>
        </p:xfrm>
        <a:graphic>
          <a:graphicData uri="http://schemas.openxmlformats.org/drawingml/2006/table">
            <a:tbl>
              <a:tblPr/>
              <a:tblGrid>
                <a:gridCol w="2720228">
                  <a:extLst>
                    <a:ext uri="{9D8B030D-6E8A-4147-A177-3AD203B41FA5}">
                      <a16:colId xmlns:a16="http://schemas.microsoft.com/office/drawing/2014/main" val="285793511"/>
                    </a:ext>
                  </a:extLst>
                </a:gridCol>
                <a:gridCol w="1912475">
                  <a:extLst>
                    <a:ext uri="{9D8B030D-6E8A-4147-A177-3AD203B41FA5}">
                      <a16:colId xmlns:a16="http://schemas.microsoft.com/office/drawing/2014/main" val="[redacted]"/>
                    </a:ext>
                  </a:extLst>
                </a:gridCol>
                <a:gridCol w="1912475">
                  <a:extLst>
                    <a:ext uri="{9D8B030D-6E8A-4147-A177-3AD203B41FA5}">
                      <a16:colId xmlns:a16="http://schemas.microsoft.com/office/drawing/2014/main" val="33867107"/>
                    </a:ext>
                  </a:extLst>
                </a:gridCol>
                <a:gridCol w="1912475">
                  <a:extLst>
                    <a:ext uri="{9D8B030D-6E8A-4147-A177-3AD203B41FA5}">
                      <a16:colId xmlns:a16="http://schemas.microsoft.com/office/drawing/2014/main" val="1904074191"/>
                    </a:ext>
                  </a:extLst>
                </a:gridCol>
                <a:gridCol w="1912475">
                  <a:extLst>
                    <a:ext uri="{9D8B030D-6E8A-4147-A177-3AD203B41FA5}">
                      <a16:colId xmlns:a16="http://schemas.microsoft.com/office/drawing/2014/main" val="660484743"/>
                    </a:ext>
                  </a:extLst>
                </a:gridCol>
              </a:tblGrid>
              <a:tr h="353086">
                <a:tc>
                  <a:txBody>
                    <a:bodyPr/>
                    <a:lstStyle/>
                    <a:p>
                      <a:pPr fontAlgn="ctr"/>
                      <a:r>
                        <a:rPr lang="en-CA" sz="16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Ambient</a:t>
                      </a:r>
                      <a:endParaRPr lang="en-CA" sz="16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Autogrow</a:t>
                      </a:r>
                      <a:endParaRPr lang="en-CA" sz="16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75F</a:t>
                      </a:r>
                      <a:endParaRPr lang="en-CA" sz="16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Johnson Controls</a:t>
                      </a:r>
                      <a:endParaRPr lang="en-CA" sz="16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[redacted]"/>
                  </a:ext>
                </a:extLst>
              </a:tr>
              <a:tr h="321348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Segment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Multiple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Indoor Farming Controller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Smart Buildings</a:t>
                      </a:r>
                      <a:endParaRPr lang="en-CA" sz="140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OEM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6544193"/>
                  </a:ext>
                </a:extLst>
              </a:tr>
              <a:tr h="379157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Proximity to Customer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(Low Logistics Cost)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Yes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No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No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Yes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[redacted]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Specific vs. Generic</a:t>
                      </a:r>
                      <a:endParaRPr lang="en-CA" sz="140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Indoor Farms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Indoor Farms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No</a:t>
                      </a:r>
                      <a:endParaRPr lang="en-CA" sz="140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No</a:t>
                      </a:r>
                      <a:endParaRPr lang="en-CA" sz="140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250515"/>
                  </a:ext>
                </a:extLst>
              </a:tr>
              <a:tr h="263611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Modern Web-based UI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Yes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No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Yes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Some</a:t>
                      </a:r>
                      <a:endParaRPr lang="en-CA" sz="140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7870103"/>
                  </a:ext>
                </a:extLst>
              </a:tr>
              <a:tr h="263611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Wireless IoT Network</a:t>
                      </a:r>
                      <a:endParaRPr lang="en-CA" sz="140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Yes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No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Yes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Yes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290102"/>
                  </a:ext>
                </a:extLst>
              </a:tr>
              <a:tr h="364035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Advanced Optimization Methods</a:t>
                      </a:r>
                      <a:endParaRPr lang="en-CA" sz="140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ML models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No</a:t>
                      </a:r>
                      <a:endParaRPr lang="en-CA" sz="140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Some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Some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[redacted]"/>
                  </a:ext>
                </a:extLst>
              </a:tr>
              <a:tr h="464458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Pricing</a:t>
                      </a:r>
                      <a:endParaRPr lang="en-CA" sz="140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Quotation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(based on area)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$3000 for one unit + Installation Fees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Quotation 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Quotation</a:t>
                      </a:r>
                      <a:endParaRPr lang="en-CA" sz="1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[redacted]"/>
                  </a:ext>
                </a:extLst>
              </a:tr>
            </a:tbl>
          </a:graphicData>
        </a:graphic>
      </p:graphicFrame>
      <p:pic>
        <p:nvPicPr>
          <p:cNvPr id="4" name="Google Shape;215;p29">
            <a:extLst>
              <a:ext uri="{FF2B5EF4-FFF2-40B4-BE49-F238E27FC236}">
                <a16:creationId xmlns:a16="http://schemas.microsoft.com/office/drawing/2014/main" id="{63E7D9BB-72F5-3641-8F1E-F7AE0FD18F0D}"/>
              </a:ext>
            </a:extLst>
          </p:cNvPr>
          <p:cNvPicPr preferRelativeResize="0"/>
          <p:nvPr/>
        </p:nvPicPr>
        <p:blipFill>
          <a:blip r:embed="rId3">
            <a:alphaModFix/>
            <a:lum bright="70000" contrast="-70000"/>
          </a:blip>
          <a:stretch>
            <a:fillRect/>
          </a:stretch>
        </p:blipFill>
        <p:spPr>
          <a:xfrm>
            <a:off x="3754304" y="3844834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9;p29">
            <a:extLst>
              <a:ext uri="{FF2B5EF4-FFF2-40B4-BE49-F238E27FC236}">
                <a16:creationId xmlns:a16="http://schemas.microsoft.com/office/drawing/2014/main" id="{26FD8721-D7E9-9846-BCF1-577F3733136E}"/>
              </a:ext>
            </a:extLst>
          </p:cNvPr>
          <p:cNvPicPr preferRelativeResize="0"/>
          <p:nvPr/>
        </p:nvPicPr>
        <p:blipFill>
          <a:blip r:embed="rId3">
            <a:alphaModFix/>
            <a:lum bright="70000" contrast="-70000"/>
          </a:blip>
          <a:stretch>
            <a:fillRect/>
          </a:stretch>
        </p:blipFill>
        <p:spPr>
          <a:xfrm>
            <a:off x="3754304" y="3337341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22;p29">
            <a:extLst>
              <a:ext uri="{FF2B5EF4-FFF2-40B4-BE49-F238E27FC236}">
                <a16:creationId xmlns:a16="http://schemas.microsoft.com/office/drawing/2014/main" id="{DBA6DAF4-CB0D-934B-935B-EEE8242964C9}"/>
              </a:ext>
            </a:extLst>
          </p:cNvPr>
          <p:cNvPicPr preferRelativeResize="0"/>
          <p:nvPr/>
        </p:nvPicPr>
        <p:blipFill>
          <a:blip r:embed="rId3">
            <a:alphaModFix/>
            <a:lum bright="70000" contrast="-70000"/>
          </a:blip>
          <a:stretch>
            <a:fillRect/>
          </a:stretch>
        </p:blipFill>
        <p:spPr>
          <a:xfrm>
            <a:off x="3754304" y="4267672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27;p29">
            <a:extLst>
              <a:ext uri="{FF2B5EF4-FFF2-40B4-BE49-F238E27FC236}">
                <a16:creationId xmlns:a16="http://schemas.microsoft.com/office/drawing/2014/main" id="{533F4CF7-9E93-6C48-9384-754D414EEB69}"/>
              </a:ext>
            </a:extLst>
          </p:cNvPr>
          <p:cNvPicPr preferRelativeResize="0"/>
          <p:nvPr/>
        </p:nvPicPr>
        <p:blipFill>
          <a:blip r:embed="rId3">
            <a:alphaModFix/>
            <a:lum bright="70000" contrast="-70000"/>
          </a:blip>
          <a:stretch>
            <a:fillRect/>
          </a:stretch>
        </p:blipFill>
        <p:spPr>
          <a:xfrm>
            <a:off x="3754304" y="4666235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30;p29">
            <a:extLst>
              <a:ext uri="{FF2B5EF4-FFF2-40B4-BE49-F238E27FC236}">
                <a16:creationId xmlns:a16="http://schemas.microsoft.com/office/drawing/2014/main" id="{7A6D2AB9-2C88-884B-8089-B5D365E4C5EE}"/>
              </a:ext>
            </a:extLst>
          </p:cNvPr>
          <p:cNvPicPr preferRelativeResize="0"/>
          <p:nvPr/>
        </p:nvPicPr>
        <p:blipFill>
          <a:blip r:embed="rId3">
            <a:alphaModFix/>
            <a:lum bright="70000" contrast="-70000"/>
          </a:blip>
          <a:stretch>
            <a:fillRect/>
          </a:stretch>
        </p:blipFill>
        <p:spPr>
          <a:xfrm>
            <a:off x="3754304" y="5055660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216;p29">
            <a:extLst>
              <a:ext uri="{FF2B5EF4-FFF2-40B4-BE49-F238E27FC236}">
                <a16:creationId xmlns:a16="http://schemas.microsoft.com/office/drawing/2014/main" id="{C209BF39-F140-944B-9A10-7675C9A93A47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14312" y="3337341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216;p29">
            <a:extLst>
              <a:ext uri="{FF2B5EF4-FFF2-40B4-BE49-F238E27FC236}">
                <a16:creationId xmlns:a16="http://schemas.microsoft.com/office/drawing/2014/main" id="{B7668DFF-EFCE-964C-9725-6E59FF010C17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14312" y="4267672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16;p29">
            <a:extLst>
              <a:ext uri="{FF2B5EF4-FFF2-40B4-BE49-F238E27FC236}">
                <a16:creationId xmlns:a16="http://schemas.microsoft.com/office/drawing/2014/main" id="{4F40A6B9-0732-B242-9985-FDD91B03428C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14312" y="4666235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216;p29">
            <a:extLst>
              <a:ext uri="{FF2B5EF4-FFF2-40B4-BE49-F238E27FC236}">
                <a16:creationId xmlns:a16="http://schemas.microsoft.com/office/drawing/2014/main" id="{F2B4A95F-6EBD-DA41-A5FD-E5ACBB6E4C6D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14312" y="5055660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215;p29">
            <a:extLst>
              <a:ext uri="{FF2B5EF4-FFF2-40B4-BE49-F238E27FC236}">
                <a16:creationId xmlns:a16="http://schemas.microsoft.com/office/drawing/2014/main" id="{85591DDA-D7E0-3C44-B4CF-FF[redacted]}"/>
              </a:ext>
            </a:extLst>
          </p:cNvPr>
          <p:cNvPicPr preferRelativeResize="0"/>
          <p:nvPr/>
        </p:nvPicPr>
        <p:blipFill>
          <a:blip r:embed="rId3">
            <a:alphaModFix/>
            <a:lum bright="70000" contrast="-70000"/>
          </a:blip>
          <a:stretch>
            <a:fillRect/>
          </a:stretch>
        </p:blipFill>
        <p:spPr>
          <a:xfrm>
            <a:off x="5714312" y="3856843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15;p29">
            <a:extLst>
              <a:ext uri="{FF2B5EF4-FFF2-40B4-BE49-F238E27FC236}">
                <a16:creationId xmlns:a16="http://schemas.microsoft.com/office/drawing/2014/main" id="{F6C4814F-C657-7041-8DF1-2918C9F18327}"/>
              </a:ext>
            </a:extLst>
          </p:cNvPr>
          <p:cNvPicPr preferRelativeResize="0"/>
          <p:nvPr/>
        </p:nvPicPr>
        <p:blipFill>
          <a:blip r:embed="rId3">
            <a:alphaModFix/>
            <a:lum bright="70000" contrast="-70000"/>
          </a:blip>
          <a:stretch>
            <a:fillRect/>
          </a:stretch>
        </p:blipFill>
        <p:spPr>
          <a:xfrm>
            <a:off x="7674320" y="4246898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15;p29">
            <a:extLst>
              <a:ext uri="{FF2B5EF4-FFF2-40B4-BE49-F238E27FC236}">
                <a16:creationId xmlns:a16="http://schemas.microsoft.com/office/drawing/2014/main" id="{D7D24DD2-C5F8-954A-A48B-38D1653D8003}"/>
              </a:ext>
            </a:extLst>
          </p:cNvPr>
          <p:cNvPicPr preferRelativeResize="0"/>
          <p:nvPr/>
        </p:nvPicPr>
        <p:blipFill>
          <a:blip r:embed="rId3">
            <a:alphaModFix/>
            <a:lum bright="70000" contrast="-70000"/>
          </a:blip>
          <a:stretch>
            <a:fillRect/>
          </a:stretch>
        </p:blipFill>
        <p:spPr>
          <a:xfrm>
            <a:off x="7674320" y="4655847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6;p29">
            <a:extLst>
              <a:ext uri="{FF2B5EF4-FFF2-40B4-BE49-F238E27FC236}">
                <a16:creationId xmlns:a16="http://schemas.microsoft.com/office/drawing/2014/main" id="{148AD170-3314-1C4C-9537-FE95A6AC749F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74320" y="3337341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16;p29">
            <a:extLst>
              <a:ext uri="{FF2B5EF4-FFF2-40B4-BE49-F238E27FC236}">
                <a16:creationId xmlns:a16="http://schemas.microsoft.com/office/drawing/2014/main" id="{940BC61D-DFBD-A342-AE7D-8FF6C63C0C44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74320" y="3837949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16;p29">
            <a:extLst>
              <a:ext uri="{FF2B5EF4-FFF2-40B4-BE49-F238E27FC236}">
                <a16:creationId xmlns:a16="http://schemas.microsoft.com/office/drawing/2014/main" id="{54A182E0-8AB9-454A-9065-8CA6BA1C5E5C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74320" y="5055660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16;p29">
            <a:extLst>
              <a:ext uri="{FF2B5EF4-FFF2-40B4-BE49-F238E27FC236}">
                <a16:creationId xmlns:a16="http://schemas.microsoft.com/office/drawing/2014/main" id="{746E86D1-9C90-7B40-BD3D-4BE691DEF2AC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83059" y="5055660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16;p29">
            <a:extLst>
              <a:ext uri="{FF2B5EF4-FFF2-40B4-BE49-F238E27FC236}">
                <a16:creationId xmlns:a16="http://schemas.microsoft.com/office/drawing/2014/main" id="{65EC56A0-E2B5-4941-B455-CD1CB03D4F1A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83059" y="3786902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16;p29">
            <a:extLst>
              <a:ext uri="{FF2B5EF4-FFF2-40B4-BE49-F238E27FC236}">
                <a16:creationId xmlns:a16="http://schemas.microsoft.com/office/drawing/2014/main" id="{5002CCD6-A3D9-7346-964A-AFC700DD330B}"/>
              </a:ext>
            </a:extLst>
          </p:cNvPr>
          <p:cNvPicPr preferRelativeResize="0"/>
          <p:nvPr/>
        </p:nvPicPr>
        <p:blipFill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83059" y="4213208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15;p29">
            <a:extLst>
              <a:ext uri="{FF2B5EF4-FFF2-40B4-BE49-F238E27FC236}">
                <a16:creationId xmlns:a16="http://schemas.microsoft.com/office/drawing/2014/main" id="{A0E7BF37-27D5-3741-ADE8-E469B1041A12}"/>
              </a:ext>
            </a:extLst>
          </p:cNvPr>
          <p:cNvPicPr preferRelativeResize="0"/>
          <p:nvPr/>
        </p:nvPicPr>
        <p:blipFill>
          <a:blip r:embed="rId3">
            <a:alphaModFix/>
            <a:lum bright="70000" contrast="-70000"/>
          </a:blip>
          <a:stretch>
            <a:fillRect/>
          </a:stretch>
        </p:blipFill>
        <p:spPr>
          <a:xfrm>
            <a:off x="9583059" y="3337341"/>
            <a:ext cx="305350" cy="3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15;p29">
            <a:extLst>
              <a:ext uri="{FF2B5EF4-FFF2-40B4-BE49-F238E27FC236}">
                <a16:creationId xmlns:a16="http://schemas.microsoft.com/office/drawing/2014/main" id="{60444719-8585-2D47-BBCC-93CB2E9C81B5}"/>
              </a:ext>
            </a:extLst>
          </p:cNvPr>
          <p:cNvPicPr preferRelativeResize="0"/>
          <p:nvPr/>
        </p:nvPicPr>
        <p:blipFill>
          <a:blip r:embed="rId3">
            <a:alphaModFix/>
            <a:lum bright="70000" contrast="-70000"/>
          </a:blip>
          <a:stretch>
            <a:fillRect/>
          </a:stretch>
        </p:blipFill>
        <p:spPr>
          <a:xfrm>
            <a:off x="9583059" y="4639514"/>
            <a:ext cx="305350" cy="305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83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Financials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3552ED-780B-BF4D-926D-55232410A9EC}"/>
              </a:ext>
            </a:extLst>
          </p:cNvPr>
          <p:cNvSpPr txBox="1"/>
          <p:nvPr/>
        </p:nvSpPr>
        <p:spPr>
          <a:xfrm>
            <a:off x="8713694" y="-2"/>
            <a:ext cx="3478307" cy="1039908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WIP – [Team member], Funding Gap, Valuation</a:t>
            </a:r>
          </a:p>
        </p:txBody>
      </p:sp>
    </p:spTree>
    <p:extLst>
      <p:ext uri="{BB962C8B-B14F-4D97-AF65-F5344CB8AC3E}">
        <p14:creationId xmlns:p14="http://schemas.microsoft.com/office/powerpoint/2010/main" val="427404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FD03B60-5809-4256-B314-B8A7C4B1E0E3}"/>
              </a:ext>
            </a:extLst>
          </p:cNvPr>
          <p:cNvGrpSpPr/>
          <p:nvPr/>
        </p:nvGrpSpPr>
        <p:grpSpPr>
          <a:xfrm>
            <a:off x="2921540" y="571446"/>
            <a:ext cx="6348920" cy="1110473"/>
            <a:chOff x="2921540" y="1515999"/>
            <a:chExt cx="6348920" cy="111047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8F5DB2B-E0FE-4170-B5DC-D1A3081F238B}"/>
                </a:ext>
              </a:extLst>
            </p:cNvPr>
            <p:cNvSpPr txBox="1"/>
            <p:nvPr/>
          </p:nvSpPr>
          <p:spPr>
            <a:xfrm>
              <a:off x="2921540" y="1515999"/>
              <a:ext cx="6348920" cy="52322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antarell bold" panose="02000803000000000000" pitchFamily="2" charset="0"/>
                  <a:cs typeface="Poppins Black" panose="00000A00000000000000" pitchFamily="2" charset="0"/>
                </a:rPr>
                <a:t>Ambient </a:t>
              </a:r>
              <a:r>
                <a:rPr lang="en-US" sz="2800" b="1" dirty="0">
                  <a:solidFill>
                    <a:schemeClr val="bg2"/>
                  </a:solidFill>
                  <a:latin typeface="Cantarell bold" panose="02000803000000000000" pitchFamily="2" charset="0"/>
                  <a:cs typeface="Poppins Black" panose="00000A00000000000000" pitchFamily="2" charset="0"/>
                </a:rPr>
                <a:t>Milestones</a:t>
              </a:r>
              <a:endParaRPr lang="ar-LY" sz="2800" b="1" dirty="0">
                <a:solidFill>
                  <a:schemeClr val="bg2"/>
                </a:solidFill>
                <a:latin typeface="Cantarell bold" panose="02000803000000000000" pitchFamily="2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721704F-64D1-457E-9D68-63FDC300CF4B}"/>
                </a:ext>
              </a:extLst>
            </p:cNvPr>
            <p:cNvSpPr txBox="1"/>
            <p:nvPr/>
          </p:nvSpPr>
          <p:spPr>
            <a:xfrm>
              <a:off x="2921540" y="2049391"/>
              <a:ext cx="6348920" cy="57708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/>
                  </a:solidFill>
                  <a:latin typeface="Cantarell" panose="02000603000000000000" pitchFamily="2" charset="0"/>
                  <a:cs typeface="Poppins Black" panose="00000A00000000000000" pitchFamily="2" charset="0"/>
                </a:rPr>
                <a:t>Lorem ipsum dolor sit amet, [Third party], sed do eiusmod tempor incididunt ut labore et [Team member]. Ut enim ad minim veniam, quis nostrud exercitation ullamco [Team member] ut aliquip ex ea commodo consequat. </a:t>
              </a:r>
              <a:endParaRPr lang="ar-LY" sz="1050" dirty="0">
                <a:solidFill>
                  <a:schemeClr val="bg1"/>
                </a:solidFill>
                <a:latin typeface="Cantarell bold" panose="02000803000000000000" pitchFamily="2" charset="0"/>
              </a:endParaRPr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60BE8-FE5D-406A-8F69-F0771E5E6D42}"/>
              </a:ext>
            </a:extLst>
          </p:cNvPr>
          <p:cNvCxnSpPr/>
          <p:nvPr/>
        </p:nvCxnSpPr>
        <p:spPr>
          <a:xfrm>
            <a:off x="990600" y="4314306"/>
            <a:ext cx="10287000" cy="0"/>
          </a:xfrm>
          <a:prstGeom prst="line">
            <a:avLst/>
          </a:prstGeom>
          <a:ln w="50800"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0A15830-E090-422A-8D23-884558DFF052}"/>
              </a:ext>
            </a:extLst>
          </p:cNvPr>
          <p:cNvGrpSpPr/>
          <p:nvPr/>
        </p:nvGrpSpPr>
        <p:grpSpPr>
          <a:xfrm>
            <a:off x="773923" y="4063481"/>
            <a:ext cx="501650" cy="501650"/>
            <a:chOff x="6059156" y="973740"/>
            <a:chExt cx="411196" cy="411196"/>
          </a:xfrm>
          <a:solidFill>
            <a:schemeClr val="bg1">
              <a:alpha val="40000"/>
            </a:schemeClr>
          </a:solidFill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778CFF5-AA76-4472-B742-63B238CA3C6C}"/>
                </a:ext>
              </a:extLst>
            </p:cNvPr>
            <p:cNvSpPr/>
            <p:nvPr/>
          </p:nvSpPr>
          <p:spPr>
            <a:xfrm>
              <a:off x="6059156" y="973740"/>
              <a:ext cx="411196" cy="41119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6E2286E-8A3D-4F15-BFBC-29BD9CAB3691}"/>
                </a:ext>
              </a:extLst>
            </p:cNvPr>
            <p:cNvSpPr/>
            <p:nvPr/>
          </p:nvSpPr>
          <p:spPr>
            <a:xfrm>
              <a:off x="6098495" y="1013079"/>
              <a:ext cx="332518" cy="3325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90F6FD4-9908-4ECC-BDAA-B9074D5E5AC2}"/>
                </a:ext>
              </a:extLst>
            </p:cNvPr>
            <p:cNvSpPr/>
            <p:nvPr/>
          </p:nvSpPr>
          <p:spPr>
            <a:xfrm>
              <a:off x="6137928" y="1052512"/>
              <a:ext cx="253652" cy="25365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092A60A-DC24-4C2B-BA03-375B6E3A239D}"/>
                </a:ext>
              </a:extLst>
            </p:cNvPr>
            <p:cNvSpPr/>
            <p:nvPr/>
          </p:nvSpPr>
          <p:spPr>
            <a:xfrm>
              <a:off x="6179172" y="1093756"/>
              <a:ext cx="171164" cy="1711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EC0DD41-BF8B-45AE-8154-323BBE3AC370}"/>
              </a:ext>
            </a:extLst>
          </p:cNvPr>
          <p:cNvGrpSpPr/>
          <p:nvPr/>
        </p:nvGrpSpPr>
        <p:grpSpPr>
          <a:xfrm>
            <a:off x="10950575" y="4063481"/>
            <a:ext cx="501650" cy="501650"/>
            <a:chOff x="6059156" y="973740"/>
            <a:chExt cx="411196" cy="411196"/>
          </a:xfrm>
          <a:solidFill>
            <a:schemeClr val="bg1">
              <a:alpha val="40000"/>
            </a:schemeClr>
          </a:soli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6936198-18A6-4E94-B0E8-B2BE534CD2F1}"/>
                </a:ext>
              </a:extLst>
            </p:cNvPr>
            <p:cNvSpPr/>
            <p:nvPr/>
          </p:nvSpPr>
          <p:spPr>
            <a:xfrm>
              <a:off x="6059156" y="973740"/>
              <a:ext cx="411196" cy="41119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CC765DB-AE17-4004-AA4B-C3A3302E0778}"/>
                </a:ext>
              </a:extLst>
            </p:cNvPr>
            <p:cNvSpPr/>
            <p:nvPr/>
          </p:nvSpPr>
          <p:spPr>
            <a:xfrm>
              <a:off x="6098495" y="1013079"/>
              <a:ext cx="332518" cy="3325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328144D-926B-4935-8A5E-B4013CC33EFF}"/>
                </a:ext>
              </a:extLst>
            </p:cNvPr>
            <p:cNvSpPr/>
            <p:nvPr/>
          </p:nvSpPr>
          <p:spPr>
            <a:xfrm>
              <a:off x="6137928" y="1052512"/>
              <a:ext cx="253652" cy="25365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7D5A4A-D051-4012-A099-A5147B67BBE9}"/>
                </a:ext>
              </a:extLst>
            </p:cNvPr>
            <p:cNvSpPr/>
            <p:nvPr/>
          </p:nvSpPr>
          <p:spPr>
            <a:xfrm>
              <a:off x="6179172" y="1093756"/>
              <a:ext cx="171164" cy="1711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F54E37B-E761-437D-8D72-8EDB83338039}"/>
              </a:ext>
            </a:extLst>
          </p:cNvPr>
          <p:cNvGrpSpPr/>
          <p:nvPr/>
        </p:nvGrpSpPr>
        <p:grpSpPr>
          <a:xfrm>
            <a:off x="2632479" y="4177774"/>
            <a:ext cx="273064" cy="273064"/>
            <a:chOff x="6059156" y="973740"/>
            <a:chExt cx="411196" cy="411196"/>
          </a:xfrm>
          <a:solidFill>
            <a:schemeClr val="accent6">
              <a:alpha val="40000"/>
            </a:schemeClr>
          </a:solidFill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9F31581-BE5B-4021-B129-4225A981801D}"/>
                </a:ext>
              </a:extLst>
            </p:cNvPr>
            <p:cNvSpPr/>
            <p:nvPr/>
          </p:nvSpPr>
          <p:spPr>
            <a:xfrm>
              <a:off x="6059156" y="973740"/>
              <a:ext cx="411196" cy="41119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13BAF53-28C7-4468-A44A-9DFC365B4B76}"/>
                </a:ext>
              </a:extLst>
            </p:cNvPr>
            <p:cNvSpPr/>
            <p:nvPr/>
          </p:nvSpPr>
          <p:spPr>
            <a:xfrm>
              <a:off x="6098495" y="1013079"/>
              <a:ext cx="332518" cy="3325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EB8086A-6C84-4B9A-A6C8-9E43455F28D4}"/>
                </a:ext>
              </a:extLst>
            </p:cNvPr>
            <p:cNvSpPr/>
            <p:nvPr/>
          </p:nvSpPr>
          <p:spPr>
            <a:xfrm>
              <a:off x="6137928" y="1052512"/>
              <a:ext cx="253652" cy="25365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10B5776-AF50-4798-93F2-5381515F7064}"/>
                </a:ext>
              </a:extLst>
            </p:cNvPr>
            <p:cNvSpPr/>
            <p:nvPr/>
          </p:nvSpPr>
          <p:spPr>
            <a:xfrm>
              <a:off x="6179172" y="1093756"/>
              <a:ext cx="171164" cy="1711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454B6F0-02F6-464F-A4E2-BF450A083E94}"/>
              </a:ext>
            </a:extLst>
          </p:cNvPr>
          <p:cNvGrpSpPr/>
          <p:nvPr/>
        </p:nvGrpSpPr>
        <p:grpSpPr>
          <a:xfrm>
            <a:off x="4304511" y="4177774"/>
            <a:ext cx="273064" cy="273064"/>
            <a:chOff x="6059156" y="973740"/>
            <a:chExt cx="411196" cy="411196"/>
          </a:xfrm>
          <a:solidFill>
            <a:schemeClr val="accent6">
              <a:alpha val="40000"/>
            </a:schemeClr>
          </a:solidFill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E35C885-14EC-4EC4-A28B-E410B7CAD8DA}"/>
                </a:ext>
              </a:extLst>
            </p:cNvPr>
            <p:cNvSpPr/>
            <p:nvPr/>
          </p:nvSpPr>
          <p:spPr>
            <a:xfrm>
              <a:off x="6059156" y="973740"/>
              <a:ext cx="411196" cy="41119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91D8610-86BF-4EE9-8AC9-F7CAF878921D}"/>
                </a:ext>
              </a:extLst>
            </p:cNvPr>
            <p:cNvSpPr/>
            <p:nvPr/>
          </p:nvSpPr>
          <p:spPr>
            <a:xfrm>
              <a:off x="6098495" y="1013079"/>
              <a:ext cx="332518" cy="3325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10B5638-20D0-4E1D-88F2-D38342223E39}"/>
                </a:ext>
              </a:extLst>
            </p:cNvPr>
            <p:cNvSpPr/>
            <p:nvPr/>
          </p:nvSpPr>
          <p:spPr>
            <a:xfrm>
              <a:off x="6137928" y="1052512"/>
              <a:ext cx="253652" cy="25365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B369AA8-E830-4E62-93BC-C7502F0DBA33}"/>
                </a:ext>
              </a:extLst>
            </p:cNvPr>
            <p:cNvSpPr/>
            <p:nvPr/>
          </p:nvSpPr>
          <p:spPr>
            <a:xfrm>
              <a:off x="6179172" y="1093756"/>
              <a:ext cx="171164" cy="1711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31F78D6-6C34-4EC9-95FE-91847E98EA3F}"/>
              </a:ext>
            </a:extLst>
          </p:cNvPr>
          <p:cNvGrpSpPr/>
          <p:nvPr/>
        </p:nvGrpSpPr>
        <p:grpSpPr>
          <a:xfrm>
            <a:off x="5854780" y="4056011"/>
            <a:ext cx="516590" cy="516590"/>
            <a:chOff x="6059156" y="973740"/>
            <a:chExt cx="411196" cy="411196"/>
          </a:xfrm>
          <a:solidFill>
            <a:schemeClr val="accent1">
              <a:alpha val="40000"/>
            </a:schemeClr>
          </a:solidFill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D6E782C-183C-4520-B910-80789BB4644F}"/>
                </a:ext>
              </a:extLst>
            </p:cNvPr>
            <p:cNvSpPr/>
            <p:nvPr/>
          </p:nvSpPr>
          <p:spPr>
            <a:xfrm>
              <a:off x="6059156" y="973740"/>
              <a:ext cx="411196" cy="41119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FC16D52F-7640-4816-B5E0-6C00CD65F0C1}"/>
                </a:ext>
              </a:extLst>
            </p:cNvPr>
            <p:cNvSpPr/>
            <p:nvPr/>
          </p:nvSpPr>
          <p:spPr>
            <a:xfrm>
              <a:off x="6098495" y="1013079"/>
              <a:ext cx="332518" cy="3325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92F3F58-FEE3-4CB9-815A-C3FDC9FC28A0}"/>
                </a:ext>
              </a:extLst>
            </p:cNvPr>
            <p:cNvSpPr/>
            <p:nvPr/>
          </p:nvSpPr>
          <p:spPr>
            <a:xfrm>
              <a:off x="6137928" y="1052512"/>
              <a:ext cx="253652" cy="25365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CE66A30-402F-4096-A7EF-419C72A7F528}"/>
                </a:ext>
              </a:extLst>
            </p:cNvPr>
            <p:cNvSpPr/>
            <p:nvPr/>
          </p:nvSpPr>
          <p:spPr>
            <a:xfrm>
              <a:off x="6179172" y="1093756"/>
              <a:ext cx="171164" cy="1711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1147CD6-34F2-4672-AB27-41ED66523252}"/>
              </a:ext>
            </a:extLst>
          </p:cNvPr>
          <p:cNvGrpSpPr/>
          <p:nvPr/>
        </p:nvGrpSpPr>
        <p:grpSpPr>
          <a:xfrm>
            <a:off x="7648575" y="4177774"/>
            <a:ext cx="273064" cy="273064"/>
            <a:chOff x="6059156" y="973740"/>
            <a:chExt cx="411196" cy="411196"/>
          </a:xfrm>
          <a:solidFill>
            <a:schemeClr val="accent6">
              <a:alpha val="40000"/>
            </a:schemeClr>
          </a:solidFill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A02E82C-A103-4CD5-A5FF-167052CDE133}"/>
                </a:ext>
              </a:extLst>
            </p:cNvPr>
            <p:cNvSpPr/>
            <p:nvPr/>
          </p:nvSpPr>
          <p:spPr>
            <a:xfrm>
              <a:off x="6059156" y="973740"/>
              <a:ext cx="411196" cy="41119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CD4DEFD-59F7-4CE1-8AC9-81C18CD5C2FC}"/>
                </a:ext>
              </a:extLst>
            </p:cNvPr>
            <p:cNvSpPr/>
            <p:nvPr/>
          </p:nvSpPr>
          <p:spPr>
            <a:xfrm>
              <a:off x="6098495" y="1013079"/>
              <a:ext cx="332518" cy="3325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91261A7-2539-402C-A7D6-8EF44EE48ADB}"/>
                </a:ext>
              </a:extLst>
            </p:cNvPr>
            <p:cNvSpPr/>
            <p:nvPr/>
          </p:nvSpPr>
          <p:spPr>
            <a:xfrm>
              <a:off x="6137928" y="1052512"/>
              <a:ext cx="253652" cy="25365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C5150E5-0D6E-41DA-A33E-324CB9C1E3C5}"/>
                </a:ext>
              </a:extLst>
            </p:cNvPr>
            <p:cNvSpPr/>
            <p:nvPr/>
          </p:nvSpPr>
          <p:spPr>
            <a:xfrm>
              <a:off x="6179172" y="1093756"/>
              <a:ext cx="171164" cy="1711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36F86C1-3DD2-4CD9-8077-4D1FE133788F}"/>
              </a:ext>
            </a:extLst>
          </p:cNvPr>
          <p:cNvGrpSpPr/>
          <p:nvPr/>
        </p:nvGrpSpPr>
        <p:grpSpPr>
          <a:xfrm>
            <a:off x="9320607" y="4177774"/>
            <a:ext cx="273064" cy="273064"/>
            <a:chOff x="6059156" y="973740"/>
            <a:chExt cx="411196" cy="411196"/>
          </a:xfrm>
          <a:solidFill>
            <a:schemeClr val="accent6">
              <a:alpha val="40000"/>
            </a:schemeClr>
          </a:solidFill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41E43F5-FC41-4E24-A1C9-38018D564EDB}"/>
                </a:ext>
              </a:extLst>
            </p:cNvPr>
            <p:cNvSpPr/>
            <p:nvPr/>
          </p:nvSpPr>
          <p:spPr>
            <a:xfrm>
              <a:off x="6059156" y="973740"/>
              <a:ext cx="411196" cy="41119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9514FB2-73DA-4117-8F66-E4D2929C1313}"/>
                </a:ext>
              </a:extLst>
            </p:cNvPr>
            <p:cNvSpPr/>
            <p:nvPr/>
          </p:nvSpPr>
          <p:spPr>
            <a:xfrm>
              <a:off x="6098495" y="1013079"/>
              <a:ext cx="332518" cy="3325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BE3FDBB1-7296-4E1E-8C43-F41DFD68A226}"/>
                </a:ext>
              </a:extLst>
            </p:cNvPr>
            <p:cNvSpPr/>
            <p:nvPr/>
          </p:nvSpPr>
          <p:spPr>
            <a:xfrm>
              <a:off x="6137928" y="1052512"/>
              <a:ext cx="253652" cy="25365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78DA34DA-0E4E-4CFD-8C91-C9B469B3852A}"/>
                </a:ext>
              </a:extLst>
            </p:cNvPr>
            <p:cNvSpPr/>
            <p:nvPr/>
          </p:nvSpPr>
          <p:spPr>
            <a:xfrm>
              <a:off x="6179172" y="1093756"/>
              <a:ext cx="171164" cy="1711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LY" dirty="0"/>
            </a:p>
          </p:txBody>
        </p:sp>
      </p:grp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1BAC93E4-24AD-4A22-A7E5-61C45D9BC691}"/>
              </a:ext>
            </a:extLst>
          </p:cNvPr>
          <p:cNvSpPr/>
          <p:nvPr/>
        </p:nvSpPr>
        <p:spPr>
          <a:xfrm>
            <a:off x="5029198" y="4699559"/>
            <a:ext cx="2133603" cy="877396"/>
          </a:xfrm>
          <a:custGeom>
            <a:avLst/>
            <a:gdLst>
              <a:gd name="connsiteX0" fmla="*/ 0 w 2133603"/>
              <a:gd name="connsiteY0" fmla="*/ 589636 h 877396"/>
              <a:gd name="connsiteX1" fmla="*/ 0 w 2133603"/>
              <a:gd name="connsiteY1" fmla="*/ 589637 h 877396"/>
              <a:gd name="connsiteX2" fmla="*/ 0 w 2133603"/>
              <a:gd name="connsiteY2" fmla="*/ 589637 h 877396"/>
              <a:gd name="connsiteX3" fmla="*/ 1067431 w 2133603"/>
              <a:gd name="connsiteY3" fmla="*/ 0 h 877396"/>
              <a:gd name="connsiteX4" fmla="*/ 1097121 w 2133603"/>
              <a:gd name="connsiteY4" fmla="*/ 17145 h 877396"/>
              <a:gd name="connsiteX5" fmla="*/ 1247457 w 2133603"/>
              <a:gd name="connsiteY5" fmla="*/ 277523 h 877396"/>
              <a:gd name="connsiteX6" fmla="*/ 1247466 w 2133603"/>
              <a:gd name="connsiteY6" fmla="*/ 301878 h 877396"/>
              <a:gd name="connsiteX7" fmla="*/ 1845844 w 2133603"/>
              <a:gd name="connsiteY7" fmla="*/ 301878 h 877396"/>
              <a:gd name="connsiteX8" fmla="*/ 2133603 w 2133603"/>
              <a:gd name="connsiteY8" fmla="*/ 589637 h 877396"/>
              <a:gd name="connsiteX9" fmla="*/ 2133602 w 2133603"/>
              <a:gd name="connsiteY9" fmla="*/ 589637 h 877396"/>
              <a:gd name="connsiteX10" fmla="*/ 1845843 w 2133603"/>
              <a:gd name="connsiteY10" fmla="*/ 877396 h 877396"/>
              <a:gd name="connsiteX11" fmla="*/ 287759 w 2133603"/>
              <a:gd name="connsiteY11" fmla="*/ 877395 h 877396"/>
              <a:gd name="connsiteX12" fmla="*/ 22614 w 2133603"/>
              <a:gd name="connsiteY12" fmla="*/ 701645 h 877396"/>
              <a:gd name="connsiteX13" fmla="*/ 0 w 2133603"/>
              <a:gd name="connsiteY13" fmla="*/ 589637 h 877396"/>
              <a:gd name="connsiteX14" fmla="*/ 22614 w 2133603"/>
              <a:gd name="connsiteY14" fmla="*/ 477628 h 877396"/>
              <a:gd name="connsiteX15" fmla="*/ 287759 w 2133603"/>
              <a:gd name="connsiteY15" fmla="*/ 301878 h 877396"/>
              <a:gd name="connsiteX16" fmla="*/ 887397 w 2133603"/>
              <a:gd name="connsiteY16" fmla="*/ 301878 h 877396"/>
              <a:gd name="connsiteX17" fmla="*/ 887405 w 2133603"/>
              <a:gd name="connsiteY17" fmla="*/ 277523 h 877396"/>
              <a:gd name="connsiteX18" fmla="*/ 1037742 w 2133603"/>
              <a:gd name="connsiteY18" fmla="*/ 17145 h 877396"/>
              <a:gd name="connsiteX19" fmla="*/ 1067431 w 2133603"/>
              <a:gd name="connsiteY19" fmla="*/ 0 h 87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133603" h="877396">
                <a:moveTo>
                  <a:pt x="0" y="589636"/>
                </a:moveTo>
                <a:lnTo>
                  <a:pt x="0" y="589637"/>
                </a:lnTo>
                <a:lnTo>
                  <a:pt x="0" y="589637"/>
                </a:lnTo>
                <a:close/>
                <a:moveTo>
                  <a:pt x="1067431" y="0"/>
                </a:moveTo>
                <a:cubicBezTo>
                  <a:pt x="1078983" y="0"/>
                  <a:pt x="1090534" y="5715"/>
                  <a:pt x="1097121" y="17145"/>
                </a:cubicBezTo>
                <a:lnTo>
                  <a:pt x="1247457" y="277523"/>
                </a:lnTo>
                <a:lnTo>
                  <a:pt x="1247466" y="301878"/>
                </a:lnTo>
                <a:lnTo>
                  <a:pt x="1845844" y="301878"/>
                </a:lnTo>
                <a:cubicBezTo>
                  <a:pt x="2004769" y="301878"/>
                  <a:pt x="2133603" y="430712"/>
                  <a:pt x="2133603" y="589637"/>
                </a:cubicBezTo>
                <a:lnTo>
                  <a:pt x="2133602" y="589637"/>
                </a:lnTo>
                <a:cubicBezTo>
                  <a:pt x="2133602" y="748562"/>
                  <a:pt x="2004768" y="877396"/>
                  <a:pt x="1845843" y="877396"/>
                </a:cubicBezTo>
                <a:lnTo>
                  <a:pt x="287759" y="877395"/>
                </a:lnTo>
                <a:cubicBezTo>
                  <a:pt x="168566" y="877395"/>
                  <a:pt x="66298" y="804926"/>
                  <a:pt x="22614" y="701645"/>
                </a:cubicBezTo>
                <a:lnTo>
                  <a:pt x="0" y="589637"/>
                </a:lnTo>
                <a:lnTo>
                  <a:pt x="22614" y="477628"/>
                </a:lnTo>
                <a:cubicBezTo>
                  <a:pt x="66298" y="374347"/>
                  <a:pt x="168566" y="301878"/>
                  <a:pt x="287759" y="301878"/>
                </a:cubicBezTo>
                <a:lnTo>
                  <a:pt x="887397" y="301878"/>
                </a:lnTo>
                <a:lnTo>
                  <a:pt x="887405" y="277523"/>
                </a:lnTo>
                <a:lnTo>
                  <a:pt x="1037742" y="17145"/>
                </a:lnTo>
                <a:cubicBezTo>
                  <a:pt x="1044329" y="5715"/>
                  <a:pt x="1055880" y="0"/>
                  <a:pt x="1067431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60000"/>
                </a:schemeClr>
              </a:gs>
              <a:gs pos="100000">
                <a:schemeClr val="accent2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LY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A7528323-087E-4519-B70C-23F973D5C426}"/>
              </a:ext>
            </a:extLst>
          </p:cNvPr>
          <p:cNvSpPr/>
          <p:nvPr/>
        </p:nvSpPr>
        <p:spPr>
          <a:xfrm>
            <a:off x="8390337" y="4699559"/>
            <a:ext cx="2133603" cy="877396"/>
          </a:xfrm>
          <a:custGeom>
            <a:avLst/>
            <a:gdLst>
              <a:gd name="connsiteX0" fmla="*/ 0 w 2133603"/>
              <a:gd name="connsiteY0" fmla="*/ 589636 h 877396"/>
              <a:gd name="connsiteX1" fmla="*/ 0 w 2133603"/>
              <a:gd name="connsiteY1" fmla="*/ 589637 h 877396"/>
              <a:gd name="connsiteX2" fmla="*/ 0 w 2133603"/>
              <a:gd name="connsiteY2" fmla="*/ 589637 h 877396"/>
              <a:gd name="connsiteX3" fmla="*/ 1067431 w 2133603"/>
              <a:gd name="connsiteY3" fmla="*/ 0 h 877396"/>
              <a:gd name="connsiteX4" fmla="*/ 1097121 w 2133603"/>
              <a:gd name="connsiteY4" fmla="*/ 17145 h 877396"/>
              <a:gd name="connsiteX5" fmla="*/ 1247457 w 2133603"/>
              <a:gd name="connsiteY5" fmla="*/ 277523 h 877396"/>
              <a:gd name="connsiteX6" fmla="*/ 1247466 w 2133603"/>
              <a:gd name="connsiteY6" fmla="*/ 301878 h 877396"/>
              <a:gd name="connsiteX7" fmla="*/ 1845844 w 2133603"/>
              <a:gd name="connsiteY7" fmla="*/ 301878 h 877396"/>
              <a:gd name="connsiteX8" fmla="*/ 2133603 w 2133603"/>
              <a:gd name="connsiteY8" fmla="*/ 589637 h 877396"/>
              <a:gd name="connsiteX9" fmla="*/ 2133602 w 2133603"/>
              <a:gd name="connsiteY9" fmla="*/ 589637 h 877396"/>
              <a:gd name="connsiteX10" fmla="*/ 1845843 w 2133603"/>
              <a:gd name="connsiteY10" fmla="*/ 877396 h 877396"/>
              <a:gd name="connsiteX11" fmla="*/ 287759 w 2133603"/>
              <a:gd name="connsiteY11" fmla="*/ 877395 h 877396"/>
              <a:gd name="connsiteX12" fmla="*/ 22614 w 2133603"/>
              <a:gd name="connsiteY12" fmla="*/ 701645 h 877396"/>
              <a:gd name="connsiteX13" fmla="*/ 0 w 2133603"/>
              <a:gd name="connsiteY13" fmla="*/ 589637 h 877396"/>
              <a:gd name="connsiteX14" fmla="*/ 22614 w 2133603"/>
              <a:gd name="connsiteY14" fmla="*/ 477628 h 877396"/>
              <a:gd name="connsiteX15" fmla="*/ 287759 w 2133603"/>
              <a:gd name="connsiteY15" fmla="*/ 301878 h 877396"/>
              <a:gd name="connsiteX16" fmla="*/ 887397 w 2133603"/>
              <a:gd name="connsiteY16" fmla="*/ 301878 h 877396"/>
              <a:gd name="connsiteX17" fmla="*/ 887405 w 2133603"/>
              <a:gd name="connsiteY17" fmla="*/ 277523 h 877396"/>
              <a:gd name="connsiteX18" fmla="*/ 1037742 w 2133603"/>
              <a:gd name="connsiteY18" fmla="*/ 17145 h 877396"/>
              <a:gd name="connsiteX19" fmla="*/ 1067431 w 2133603"/>
              <a:gd name="connsiteY19" fmla="*/ 0 h 87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133603" h="877396">
                <a:moveTo>
                  <a:pt x="0" y="589636"/>
                </a:moveTo>
                <a:lnTo>
                  <a:pt x="0" y="589637"/>
                </a:lnTo>
                <a:lnTo>
                  <a:pt x="0" y="589637"/>
                </a:lnTo>
                <a:close/>
                <a:moveTo>
                  <a:pt x="1067431" y="0"/>
                </a:moveTo>
                <a:cubicBezTo>
                  <a:pt x="1078983" y="0"/>
                  <a:pt x="1090534" y="5715"/>
                  <a:pt x="1097121" y="17145"/>
                </a:cubicBezTo>
                <a:lnTo>
                  <a:pt x="1247457" y="277523"/>
                </a:lnTo>
                <a:lnTo>
                  <a:pt x="1247466" y="301878"/>
                </a:lnTo>
                <a:lnTo>
                  <a:pt x="1845844" y="301878"/>
                </a:lnTo>
                <a:cubicBezTo>
                  <a:pt x="2004769" y="301878"/>
                  <a:pt x="2133603" y="430712"/>
                  <a:pt x="2133603" y="589637"/>
                </a:cubicBezTo>
                <a:lnTo>
                  <a:pt x="2133602" y="589637"/>
                </a:lnTo>
                <a:cubicBezTo>
                  <a:pt x="2133602" y="748562"/>
                  <a:pt x="2004768" y="877396"/>
                  <a:pt x="1845843" y="877396"/>
                </a:cubicBezTo>
                <a:lnTo>
                  <a:pt x="287759" y="877395"/>
                </a:lnTo>
                <a:cubicBezTo>
                  <a:pt x="168565" y="877395"/>
                  <a:pt x="66298" y="804926"/>
                  <a:pt x="22614" y="701645"/>
                </a:cubicBezTo>
                <a:lnTo>
                  <a:pt x="0" y="589637"/>
                </a:lnTo>
                <a:lnTo>
                  <a:pt x="22614" y="477628"/>
                </a:lnTo>
                <a:cubicBezTo>
                  <a:pt x="66298" y="374347"/>
                  <a:pt x="168565" y="301878"/>
                  <a:pt x="287759" y="301878"/>
                </a:cubicBezTo>
                <a:lnTo>
                  <a:pt x="887397" y="301878"/>
                </a:lnTo>
                <a:lnTo>
                  <a:pt x="887405" y="277523"/>
                </a:lnTo>
                <a:lnTo>
                  <a:pt x="1037742" y="17145"/>
                </a:lnTo>
                <a:cubicBezTo>
                  <a:pt x="1044329" y="5715"/>
                  <a:pt x="1055880" y="0"/>
                  <a:pt x="106743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LY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5DDD217D-EA8E-4E82-82FA-E2B3DBD9C57D}"/>
              </a:ext>
            </a:extLst>
          </p:cNvPr>
          <p:cNvSpPr/>
          <p:nvPr/>
        </p:nvSpPr>
        <p:spPr>
          <a:xfrm>
            <a:off x="1702209" y="4699559"/>
            <a:ext cx="2133603" cy="877396"/>
          </a:xfrm>
          <a:custGeom>
            <a:avLst/>
            <a:gdLst>
              <a:gd name="connsiteX0" fmla="*/ 0 w 2133603"/>
              <a:gd name="connsiteY0" fmla="*/ 589636 h 877396"/>
              <a:gd name="connsiteX1" fmla="*/ 0 w 2133603"/>
              <a:gd name="connsiteY1" fmla="*/ 589637 h 877396"/>
              <a:gd name="connsiteX2" fmla="*/ 0 w 2133603"/>
              <a:gd name="connsiteY2" fmla="*/ 589637 h 877396"/>
              <a:gd name="connsiteX3" fmla="*/ 1071099 w 2133603"/>
              <a:gd name="connsiteY3" fmla="*/ 0 h 877396"/>
              <a:gd name="connsiteX4" fmla="*/ 1100789 w 2133603"/>
              <a:gd name="connsiteY4" fmla="*/ 17145 h 877396"/>
              <a:gd name="connsiteX5" fmla="*/ 1251125 w 2133603"/>
              <a:gd name="connsiteY5" fmla="*/ 277523 h 877396"/>
              <a:gd name="connsiteX6" fmla="*/ 1251134 w 2133603"/>
              <a:gd name="connsiteY6" fmla="*/ 301878 h 877396"/>
              <a:gd name="connsiteX7" fmla="*/ 1845844 w 2133603"/>
              <a:gd name="connsiteY7" fmla="*/ 301878 h 877396"/>
              <a:gd name="connsiteX8" fmla="*/ 2133603 w 2133603"/>
              <a:gd name="connsiteY8" fmla="*/ 589637 h 877396"/>
              <a:gd name="connsiteX9" fmla="*/ 2133602 w 2133603"/>
              <a:gd name="connsiteY9" fmla="*/ 589637 h 877396"/>
              <a:gd name="connsiteX10" fmla="*/ 1845843 w 2133603"/>
              <a:gd name="connsiteY10" fmla="*/ 877396 h 877396"/>
              <a:gd name="connsiteX11" fmla="*/ 287759 w 2133603"/>
              <a:gd name="connsiteY11" fmla="*/ 877395 h 877396"/>
              <a:gd name="connsiteX12" fmla="*/ 22614 w 2133603"/>
              <a:gd name="connsiteY12" fmla="*/ 701645 h 877396"/>
              <a:gd name="connsiteX13" fmla="*/ 0 w 2133603"/>
              <a:gd name="connsiteY13" fmla="*/ 589637 h 877396"/>
              <a:gd name="connsiteX14" fmla="*/ 22614 w 2133603"/>
              <a:gd name="connsiteY14" fmla="*/ 477628 h 877396"/>
              <a:gd name="connsiteX15" fmla="*/ 287759 w 2133603"/>
              <a:gd name="connsiteY15" fmla="*/ 301878 h 877396"/>
              <a:gd name="connsiteX16" fmla="*/ 891065 w 2133603"/>
              <a:gd name="connsiteY16" fmla="*/ 301878 h 877396"/>
              <a:gd name="connsiteX17" fmla="*/ 891073 w 2133603"/>
              <a:gd name="connsiteY17" fmla="*/ 277523 h 877396"/>
              <a:gd name="connsiteX18" fmla="*/ 1041410 w 2133603"/>
              <a:gd name="connsiteY18" fmla="*/ 17145 h 877396"/>
              <a:gd name="connsiteX19" fmla="*/ 1071099 w 2133603"/>
              <a:gd name="connsiteY19" fmla="*/ 0 h 87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133603" h="877396">
                <a:moveTo>
                  <a:pt x="0" y="589636"/>
                </a:moveTo>
                <a:lnTo>
                  <a:pt x="0" y="589637"/>
                </a:lnTo>
                <a:lnTo>
                  <a:pt x="0" y="589637"/>
                </a:lnTo>
                <a:close/>
                <a:moveTo>
                  <a:pt x="1071099" y="0"/>
                </a:moveTo>
                <a:cubicBezTo>
                  <a:pt x="1082651" y="0"/>
                  <a:pt x="1094202" y="5715"/>
                  <a:pt x="1100789" y="17145"/>
                </a:cubicBezTo>
                <a:lnTo>
                  <a:pt x="1251125" y="277523"/>
                </a:lnTo>
                <a:lnTo>
                  <a:pt x="1251134" y="301878"/>
                </a:lnTo>
                <a:lnTo>
                  <a:pt x="1845844" y="301878"/>
                </a:lnTo>
                <a:cubicBezTo>
                  <a:pt x="2004769" y="301878"/>
                  <a:pt x="2133603" y="430712"/>
                  <a:pt x="2133603" y="589637"/>
                </a:cubicBezTo>
                <a:lnTo>
                  <a:pt x="2133602" y="589637"/>
                </a:lnTo>
                <a:cubicBezTo>
                  <a:pt x="2133602" y="748562"/>
                  <a:pt x="2004768" y="877396"/>
                  <a:pt x="1845843" y="877396"/>
                </a:cubicBezTo>
                <a:lnTo>
                  <a:pt x="287759" y="877395"/>
                </a:lnTo>
                <a:cubicBezTo>
                  <a:pt x="168565" y="877395"/>
                  <a:pt x="66298" y="804926"/>
                  <a:pt x="22614" y="701645"/>
                </a:cubicBezTo>
                <a:lnTo>
                  <a:pt x="0" y="589637"/>
                </a:lnTo>
                <a:lnTo>
                  <a:pt x="22614" y="477628"/>
                </a:lnTo>
                <a:cubicBezTo>
                  <a:pt x="66298" y="374347"/>
                  <a:pt x="168565" y="301878"/>
                  <a:pt x="287759" y="301878"/>
                </a:cubicBezTo>
                <a:lnTo>
                  <a:pt x="891065" y="301878"/>
                </a:lnTo>
                <a:lnTo>
                  <a:pt x="891073" y="277523"/>
                </a:lnTo>
                <a:lnTo>
                  <a:pt x="1041410" y="17145"/>
                </a:lnTo>
                <a:cubicBezTo>
                  <a:pt x="1047997" y="5715"/>
                  <a:pt x="1059548" y="0"/>
                  <a:pt x="107109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LY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3FFEEFC0-A8DB-48DD-A224-AFD358BFD4E9}"/>
              </a:ext>
            </a:extLst>
          </p:cNvPr>
          <p:cNvSpPr/>
          <p:nvPr/>
        </p:nvSpPr>
        <p:spPr>
          <a:xfrm>
            <a:off x="6718305" y="3162429"/>
            <a:ext cx="2133603" cy="880652"/>
          </a:xfrm>
          <a:custGeom>
            <a:avLst/>
            <a:gdLst>
              <a:gd name="connsiteX0" fmla="*/ 0 w 2133603"/>
              <a:gd name="connsiteY0" fmla="*/ 287758 h 880652"/>
              <a:gd name="connsiteX1" fmla="*/ 0 w 2133603"/>
              <a:gd name="connsiteY1" fmla="*/ 287759 h 880652"/>
              <a:gd name="connsiteX2" fmla="*/ 0 w 2133603"/>
              <a:gd name="connsiteY2" fmla="*/ 287759 h 880652"/>
              <a:gd name="connsiteX3" fmla="*/ 287759 w 2133603"/>
              <a:gd name="connsiteY3" fmla="*/ 0 h 880652"/>
              <a:gd name="connsiteX4" fmla="*/ 1845844 w 2133603"/>
              <a:gd name="connsiteY4" fmla="*/ 0 h 880652"/>
              <a:gd name="connsiteX5" fmla="*/ 2133603 w 2133603"/>
              <a:gd name="connsiteY5" fmla="*/ 287759 h 880652"/>
              <a:gd name="connsiteX6" fmla="*/ 2133602 w 2133603"/>
              <a:gd name="connsiteY6" fmla="*/ 287759 h 880652"/>
              <a:gd name="connsiteX7" fmla="*/ 1845843 w 2133603"/>
              <a:gd name="connsiteY7" fmla="*/ 575518 h 880652"/>
              <a:gd name="connsiteX8" fmla="*/ 1246202 w 2133603"/>
              <a:gd name="connsiteY8" fmla="*/ 575518 h 880652"/>
              <a:gd name="connsiteX9" fmla="*/ 1246192 w 2133603"/>
              <a:gd name="connsiteY9" fmla="*/ 603129 h 880652"/>
              <a:gd name="connsiteX10" fmla="*/ 1095855 w 2133603"/>
              <a:gd name="connsiteY10" fmla="*/ 863507 h 880652"/>
              <a:gd name="connsiteX11" fmla="*/ 1036476 w 2133603"/>
              <a:gd name="connsiteY11" fmla="*/ 863507 h 880652"/>
              <a:gd name="connsiteX12" fmla="*/ 886140 w 2133603"/>
              <a:gd name="connsiteY12" fmla="*/ 603129 h 880652"/>
              <a:gd name="connsiteX13" fmla="*/ 886130 w 2133603"/>
              <a:gd name="connsiteY13" fmla="*/ 575518 h 880652"/>
              <a:gd name="connsiteX14" fmla="*/ 287759 w 2133603"/>
              <a:gd name="connsiteY14" fmla="*/ 575517 h 880652"/>
              <a:gd name="connsiteX15" fmla="*/ 22614 w 2133603"/>
              <a:gd name="connsiteY15" fmla="*/ 399767 h 880652"/>
              <a:gd name="connsiteX16" fmla="*/ 0 w 2133603"/>
              <a:gd name="connsiteY16" fmla="*/ 287759 h 880652"/>
              <a:gd name="connsiteX17" fmla="*/ 22614 w 2133603"/>
              <a:gd name="connsiteY17" fmla="*/ 175750 h 880652"/>
              <a:gd name="connsiteX18" fmla="*/ 287759 w 2133603"/>
              <a:gd name="connsiteY18" fmla="*/ 0 h 880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133603" h="880652">
                <a:moveTo>
                  <a:pt x="0" y="287758"/>
                </a:moveTo>
                <a:lnTo>
                  <a:pt x="0" y="287759"/>
                </a:lnTo>
                <a:lnTo>
                  <a:pt x="0" y="287759"/>
                </a:lnTo>
                <a:close/>
                <a:moveTo>
                  <a:pt x="287759" y="0"/>
                </a:moveTo>
                <a:lnTo>
                  <a:pt x="1845844" y="0"/>
                </a:lnTo>
                <a:cubicBezTo>
                  <a:pt x="2004769" y="0"/>
                  <a:pt x="2133603" y="128834"/>
                  <a:pt x="2133603" y="287759"/>
                </a:cubicBezTo>
                <a:lnTo>
                  <a:pt x="2133602" y="287759"/>
                </a:lnTo>
                <a:cubicBezTo>
                  <a:pt x="2133602" y="446684"/>
                  <a:pt x="2004768" y="575518"/>
                  <a:pt x="1845843" y="575518"/>
                </a:cubicBezTo>
                <a:lnTo>
                  <a:pt x="1246202" y="575518"/>
                </a:lnTo>
                <a:lnTo>
                  <a:pt x="1246192" y="603129"/>
                </a:lnTo>
                <a:lnTo>
                  <a:pt x="1095855" y="863507"/>
                </a:lnTo>
                <a:cubicBezTo>
                  <a:pt x="1082682" y="886367"/>
                  <a:pt x="1049650" y="886367"/>
                  <a:pt x="1036476" y="863507"/>
                </a:cubicBezTo>
                <a:lnTo>
                  <a:pt x="886140" y="603129"/>
                </a:lnTo>
                <a:lnTo>
                  <a:pt x="886130" y="575518"/>
                </a:lnTo>
                <a:lnTo>
                  <a:pt x="287759" y="575517"/>
                </a:lnTo>
                <a:cubicBezTo>
                  <a:pt x="168566" y="575517"/>
                  <a:pt x="66298" y="503048"/>
                  <a:pt x="22614" y="399767"/>
                </a:cubicBezTo>
                <a:lnTo>
                  <a:pt x="0" y="287759"/>
                </a:lnTo>
                <a:lnTo>
                  <a:pt x="22614" y="175750"/>
                </a:lnTo>
                <a:cubicBezTo>
                  <a:pt x="66298" y="72469"/>
                  <a:pt x="168566" y="0"/>
                  <a:pt x="28775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LY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90696196-FCD4-4BBD-8027-36B208157256}"/>
              </a:ext>
            </a:extLst>
          </p:cNvPr>
          <p:cNvSpPr/>
          <p:nvPr/>
        </p:nvSpPr>
        <p:spPr>
          <a:xfrm>
            <a:off x="3374241" y="3162430"/>
            <a:ext cx="2133603" cy="880651"/>
          </a:xfrm>
          <a:custGeom>
            <a:avLst/>
            <a:gdLst>
              <a:gd name="connsiteX0" fmla="*/ 0 w 2133603"/>
              <a:gd name="connsiteY0" fmla="*/ 287758 h 880651"/>
              <a:gd name="connsiteX1" fmla="*/ 0 w 2133603"/>
              <a:gd name="connsiteY1" fmla="*/ 287759 h 880651"/>
              <a:gd name="connsiteX2" fmla="*/ 0 w 2133603"/>
              <a:gd name="connsiteY2" fmla="*/ 287759 h 880651"/>
              <a:gd name="connsiteX3" fmla="*/ 287759 w 2133603"/>
              <a:gd name="connsiteY3" fmla="*/ 0 h 880651"/>
              <a:gd name="connsiteX4" fmla="*/ 1845844 w 2133603"/>
              <a:gd name="connsiteY4" fmla="*/ 0 h 880651"/>
              <a:gd name="connsiteX5" fmla="*/ 2133603 w 2133603"/>
              <a:gd name="connsiteY5" fmla="*/ 287759 h 880651"/>
              <a:gd name="connsiteX6" fmla="*/ 2133602 w 2133603"/>
              <a:gd name="connsiteY6" fmla="*/ 287759 h 880651"/>
              <a:gd name="connsiteX7" fmla="*/ 1845843 w 2133603"/>
              <a:gd name="connsiteY7" fmla="*/ 575518 h 880651"/>
              <a:gd name="connsiteX8" fmla="*/ 1246202 w 2133603"/>
              <a:gd name="connsiteY8" fmla="*/ 575518 h 880651"/>
              <a:gd name="connsiteX9" fmla="*/ 1246192 w 2133603"/>
              <a:gd name="connsiteY9" fmla="*/ 603128 h 880651"/>
              <a:gd name="connsiteX10" fmla="*/ 1095855 w 2133603"/>
              <a:gd name="connsiteY10" fmla="*/ 863506 h 880651"/>
              <a:gd name="connsiteX11" fmla="*/ 1036476 w 2133603"/>
              <a:gd name="connsiteY11" fmla="*/ 863506 h 880651"/>
              <a:gd name="connsiteX12" fmla="*/ 886140 w 2133603"/>
              <a:gd name="connsiteY12" fmla="*/ 603128 h 880651"/>
              <a:gd name="connsiteX13" fmla="*/ 886130 w 2133603"/>
              <a:gd name="connsiteY13" fmla="*/ 575518 h 880651"/>
              <a:gd name="connsiteX14" fmla="*/ 287759 w 2133603"/>
              <a:gd name="connsiteY14" fmla="*/ 575517 h 880651"/>
              <a:gd name="connsiteX15" fmla="*/ 22614 w 2133603"/>
              <a:gd name="connsiteY15" fmla="*/ 399767 h 880651"/>
              <a:gd name="connsiteX16" fmla="*/ 0 w 2133603"/>
              <a:gd name="connsiteY16" fmla="*/ 287759 h 880651"/>
              <a:gd name="connsiteX17" fmla="*/ 22614 w 2133603"/>
              <a:gd name="connsiteY17" fmla="*/ 175750 h 880651"/>
              <a:gd name="connsiteX18" fmla="*/ 287759 w 2133603"/>
              <a:gd name="connsiteY18" fmla="*/ 0 h 880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133603" h="880651">
                <a:moveTo>
                  <a:pt x="0" y="287758"/>
                </a:moveTo>
                <a:lnTo>
                  <a:pt x="0" y="287759"/>
                </a:lnTo>
                <a:lnTo>
                  <a:pt x="0" y="287759"/>
                </a:lnTo>
                <a:close/>
                <a:moveTo>
                  <a:pt x="287759" y="0"/>
                </a:moveTo>
                <a:lnTo>
                  <a:pt x="1845844" y="0"/>
                </a:lnTo>
                <a:cubicBezTo>
                  <a:pt x="2004769" y="0"/>
                  <a:pt x="2133603" y="128834"/>
                  <a:pt x="2133603" y="287759"/>
                </a:cubicBezTo>
                <a:lnTo>
                  <a:pt x="2133602" y="287759"/>
                </a:lnTo>
                <a:cubicBezTo>
                  <a:pt x="2133602" y="446684"/>
                  <a:pt x="2004768" y="575518"/>
                  <a:pt x="1845843" y="575518"/>
                </a:cubicBezTo>
                <a:lnTo>
                  <a:pt x="1246202" y="575518"/>
                </a:lnTo>
                <a:lnTo>
                  <a:pt x="1246192" y="603128"/>
                </a:lnTo>
                <a:lnTo>
                  <a:pt x="1095855" y="863506"/>
                </a:lnTo>
                <a:cubicBezTo>
                  <a:pt x="1082682" y="886366"/>
                  <a:pt x="1049650" y="886366"/>
                  <a:pt x="1036476" y="863506"/>
                </a:cubicBezTo>
                <a:lnTo>
                  <a:pt x="886140" y="603128"/>
                </a:lnTo>
                <a:lnTo>
                  <a:pt x="886130" y="575518"/>
                </a:lnTo>
                <a:lnTo>
                  <a:pt x="287759" y="575517"/>
                </a:lnTo>
                <a:cubicBezTo>
                  <a:pt x="168565" y="575517"/>
                  <a:pt x="66298" y="503048"/>
                  <a:pt x="22614" y="399767"/>
                </a:cubicBezTo>
                <a:lnTo>
                  <a:pt x="0" y="287759"/>
                </a:lnTo>
                <a:lnTo>
                  <a:pt x="22614" y="175750"/>
                </a:lnTo>
                <a:cubicBezTo>
                  <a:pt x="66298" y="72469"/>
                  <a:pt x="168565" y="0"/>
                  <a:pt x="28775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LY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BDEC4299-B4DB-4F91-8362-C3ED5143FF03}"/>
              </a:ext>
            </a:extLst>
          </p:cNvPr>
          <p:cNvGrpSpPr/>
          <p:nvPr/>
        </p:nvGrpSpPr>
        <p:grpSpPr>
          <a:xfrm>
            <a:off x="3682194" y="3242558"/>
            <a:ext cx="1517696" cy="413718"/>
            <a:chOff x="3616325" y="3238915"/>
            <a:chExt cx="1517696" cy="413718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42EFA15-FC5F-4153-B416-14FAE00DCD76}"/>
                </a:ext>
              </a:extLst>
            </p:cNvPr>
            <p:cNvSpPr txBox="1"/>
            <p:nvPr/>
          </p:nvSpPr>
          <p:spPr>
            <a:xfrm>
              <a:off x="3616325" y="3437189"/>
              <a:ext cx="1517696" cy="21544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Cantarell" panose="02000603000000000000" pitchFamily="2" charset="0"/>
                  <a:cs typeface="Poppins Black" panose="00000A00000000000000" pitchFamily="2" charset="0"/>
                </a:rPr>
                <a:t>Lorem ipsum dolor sit amet.</a:t>
              </a:r>
              <a:endParaRPr lang="ar-LY" sz="800" dirty="0">
                <a:solidFill>
                  <a:schemeClr val="bg1"/>
                </a:solidFill>
                <a:latin typeface="Cantarell bold" panose="02000803000000000000" pitchFamily="2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F616614-5BE9-45A8-8C62-296A72A9981C}"/>
                </a:ext>
              </a:extLst>
            </p:cNvPr>
            <p:cNvSpPr txBox="1"/>
            <p:nvPr/>
          </p:nvSpPr>
          <p:spPr>
            <a:xfrm>
              <a:off x="3616325" y="3238915"/>
              <a:ext cx="1517696" cy="26161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Cantarell" panose="02000603000000000000" pitchFamily="2" charset="0"/>
                  <a:cs typeface="Poppins Black" panose="00000A00000000000000" pitchFamily="2" charset="0"/>
                </a:rPr>
                <a:t>Lorem ipsum</a:t>
              </a:r>
              <a:endParaRPr lang="ar-LY" sz="1050" b="1" dirty="0">
                <a:solidFill>
                  <a:schemeClr val="accent1"/>
                </a:solidFill>
                <a:latin typeface="Cantarell bold" panose="02000803000000000000" pitchFamily="2" charset="0"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EE092FE-9057-4B0C-A6BB-FC61E3FBA920}"/>
              </a:ext>
            </a:extLst>
          </p:cNvPr>
          <p:cNvGrpSpPr/>
          <p:nvPr/>
        </p:nvGrpSpPr>
        <p:grpSpPr>
          <a:xfrm>
            <a:off x="2010162" y="5078951"/>
            <a:ext cx="1517696" cy="413718"/>
            <a:chOff x="3616325" y="3238915"/>
            <a:chExt cx="1517696" cy="413718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968CC31-ACC8-4776-8547-FEF6D67054EA}"/>
                </a:ext>
              </a:extLst>
            </p:cNvPr>
            <p:cNvSpPr txBox="1"/>
            <p:nvPr/>
          </p:nvSpPr>
          <p:spPr>
            <a:xfrm>
              <a:off x="3616325" y="3437189"/>
              <a:ext cx="1517696" cy="21544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Cantarell" panose="02000603000000000000" pitchFamily="2" charset="0"/>
                  <a:cs typeface="Poppins Black" panose="00000A00000000000000" pitchFamily="2" charset="0"/>
                </a:rPr>
                <a:t>Lorem ipsum dolor sit amet.</a:t>
              </a:r>
              <a:endParaRPr lang="ar-LY" sz="800" dirty="0">
                <a:solidFill>
                  <a:schemeClr val="bg1"/>
                </a:solidFill>
                <a:latin typeface="Cantarell bold" panose="02000803000000000000" pitchFamily="2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F252563-DBF3-4982-9F1B-818089F295A4}"/>
                </a:ext>
              </a:extLst>
            </p:cNvPr>
            <p:cNvSpPr txBox="1"/>
            <p:nvPr/>
          </p:nvSpPr>
          <p:spPr>
            <a:xfrm>
              <a:off x="3616325" y="3238915"/>
              <a:ext cx="1517696" cy="26161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Cantarell" panose="02000603000000000000" pitchFamily="2" charset="0"/>
                  <a:cs typeface="Poppins Black" panose="00000A00000000000000" pitchFamily="2" charset="0"/>
                </a:rPr>
                <a:t>Lorem ipsum</a:t>
              </a:r>
              <a:endParaRPr lang="ar-LY" sz="1050" b="1" dirty="0">
                <a:solidFill>
                  <a:schemeClr val="accent1"/>
                </a:solidFill>
                <a:latin typeface="Cantarell bold" panose="02000803000000000000" pitchFamily="2" charset="0"/>
              </a:endParaRP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F9AB3C06-AD4B-40BF-8B98-0119104671BF}"/>
              </a:ext>
            </a:extLst>
          </p:cNvPr>
          <p:cNvGrpSpPr/>
          <p:nvPr/>
        </p:nvGrpSpPr>
        <p:grpSpPr>
          <a:xfrm>
            <a:off x="7026258" y="3242558"/>
            <a:ext cx="1517696" cy="413718"/>
            <a:chOff x="3616325" y="3238915"/>
            <a:chExt cx="1517696" cy="413718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35CB149-6388-4789-8C94-17ADB7FF524C}"/>
                </a:ext>
              </a:extLst>
            </p:cNvPr>
            <p:cNvSpPr txBox="1"/>
            <p:nvPr/>
          </p:nvSpPr>
          <p:spPr>
            <a:xfrm>
              <a:off x="3616325" y="3437189"/>
              <a:ext cx="1517696" cy="21544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Cantarell" panose="02000603000000000000" pitchFamily="2" charset="0"/>
                  <a:cs typeface="Poppins Black" panose="00000A00000000000000" pitchFamily="2" charset="0"/>
                </a:rPr>
                <a:t>Lorem ipsum dolor sit amet.</a:t>
              </a:r>
              <a:endParaRPr lang="ar-LY" sz="800" dirty="0">
                <a:solidFill>
                  <a:schemeClr val="bg1"/>
                </a:solidFill>
                <a:latin typeface="Cantarell bold" panose="02000803000000000000" pitchFamily="2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9DE40FD-19E9-4E93-BB83-4BED153D0BED}"/>
                </a:ext>
              </a:extLst>
            </p:cNvPr>
            <p:cNvSpPr txBox="1"/>
            <p:nvPr/>
          </p:nvSpPr>
          <p:spPr>
            <a:xfrm>
              <a:off x="3616325" y="3238915"/>
              <a:ext cx="1517696" cy="26161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Cantarell" panose="02000603000000000000" pitchFamily="2" charset="0"/>
                  <a:cs typeface="Poppins Black" panose="00000A00000000000000" pitchFamily="2" charset="0"/>
                </a:rPr>
                <a:t>Lorem ipsum</a:t>
              </a:r>
              <a:endParaRPr lang="ar-LY" sz="1050" b="1" dirty="0">
                <a:solidFill>
                  <a:schemeClr val="accent1"/>
                </a:solidFill>
                <a:latin typeface="Cantarell bold" panose="02000803000000000000" pitchFamily="2" charset="0"/>
              </a:endParaRP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ACDFA8C-9509-4741-B76E-F84DDBD8CCDE}"/>
              </a:ext>
            </a:extLst>
          </p:cNvPr>
          <p:cNvGrpSpPr/>
          <p:nvPr/>
        </p:nvGrpSpPr>
        <p:grpSpPr>
          <a:xfrm>
            <a:off x="8698290" y="5078951"/>
            <a:ext cx="1517696" cy="413718"/>
            <a:chOff x="3616325" y="3238915"/>
            <a:chExt cx="1517696" cy="413718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607B3BF8-9DFE-4323-8535-DD33CEAB607B}"/>
                </a:ext>
              </a:extLst>
            </p:cNvPr>
            <p:cNvSpPr txBox="1"/>
            <p:nvPr/>
          </p:nvSpPr>
          <p:spPr>
            <a:xfrm>
              <a:off x="3616325" y="3437189"/>
              <a:ext cx="1517696" cy="21544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Cantarell" panose="02000603000000000000" pitchFamily="2" charset="0"/>
                  <a:cs typeface="Poppins Black" panose="00000A00000000000000" pitchFamily="2" charset="0"/>
                </a:rPr>
                <a:t>Lorem ipsum dolor sit amet.</a:t>
              </a:r>
              <a:endParaRPr lang="ar-LY" sz="800" dirty="0">
                <a:solidFill>
                  <a:schemeClr val="bg1"/>
                </a:solidFill>
                <a:latin typeface="Cantarell bold" panose="02000803000000000000" pitchFamily="2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97CC044-58F1-4C03-97E8-39F9316BC51B}"/>
                </a:ext>
              </a:extLst>
            </p:cNvPr>
            <p:cNvSpPr txBox="1"/>
            <p:nvPr/>
          </p:nvSpPr>
          <p:spPr>
            <a:xfrm>
              <a:off x="3616325" y="3238915"/>
              <a:ext cx="1517696" cy="26161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Cantarell" panose="02000603000000000000" pitchFamily="2" charset="0"/>
                  <a:cs typeface="Poppins Black" panose="00000A00000000000000" pitchFamily="2" charset="0"/>
                </a:rPr>
                <a:t>Lorem ipsum</a:t>
              </a:r>
              <a:endParaRPr lang="ar-LY" sz="1050" b="1" dirty="0">
                <a:solidFill>
                  <a:schemeClr val="accent1"/>
                </a:solidFill>
                <a:latin typeface="Cantarell bold" panose="02000803000000000000" pitchFamily="2" charset="0"/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EC2E2533-A04A-429E-8322-08D95FA6F9E6}"/>
              </a:ext>
            </a:extLst>
          </p:cNvPr>
          <p:cNvGrpSpPr/>
          <p:nvPr/>
        </p:nvGrpSpPr>
        <p:grpSpPr>
          <a:xfrm>
            <a:off x="5337151" y="5078951"/>
            <a:ext cx="1517696" cy="413718"/>
            <a:chOff x="3616325" y="3238915"/>
            <a:chExt cx="1517696" cy="413718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4B7AB44-E69D-4296-AA36-51A5E16F748B}"/>
                </a:ext>
              </a:extLst>
            </p:cNvPr>
            <p:cNvSpPr txBox="1"/>
            <p:nvPr/>
          </p:nvSpPr>
          <p:spPr>
            <a:xfrm>
              <a:off x="3616325" y="3437189"/>
              <a:ext cx="1517696" cy="21544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Cantarell" panose="02000603000000000000" pitchFamily="2" charset="0"/>
                  <a:cs typeface="Poppins Black" panose="00000A00000000000000" pitchFamily="2" charset="0"/>
                </a:rPr>
                <a:t>Lorem ipsum dolor sit amet.</a:t>
              </a:r>
              <a:endParaRPr lang="ar-LY" sz="800" dirty="0">
                <a:solidFill>
                  <a:schemeClr val="bg1"/>
                </a:solidFill>
                <a:latin typeface="Cantarell bold" panose="02000803000000000000" pitchFamily="2" charset="0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C750A4E0-C40C-4180-BEA2-13392946C67E}"/>
                </a:ext>
              </a:extLst>
            </p:cNvPr>
            <p:cNvSpPr txBox="1"/>
            <p:nvPr/>
          </p:nvSpPr>
          <p:spPr>
            <a:xfrm>
              <a:off x="3616325" y="3238915"/>
              <a:ext cx="1517696" cy="26161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bg1"/>
                  </a:solidFill>
                  <a:latin typeface="Cantarell" panose="02000603000000000000" pitchFamily="2" charset="0"/>
                  <a:cs typeface="Poppins Black" panose="00000A00000000000000" pitchFamily="2" charset="0"/>
                </a:rPr>
                <a:t>Lorem ipsum</a:t>
              </a:r>
              <a:endParaRPr lang="ar-LY" sz="1050" b="1" dirty="0">
                <a:solidFill>
                  <a:schemeClr val="bg1"/>
                </a:solidFill>
                <a:latin typeface="Cantarell bold" panose="02000803000000000000" pitchFamily="2" charset="0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76893147-D721-BD4A-AC23-0E8DA5FB5B8C}"/>
              </a:ext>
            </a:extLst>
          </p:cNvPr>
          <p:cNvSpPr txBox="1"/>
          <p:nvPr/>
        </p:nvSpPr>
        <p:spPr>
          <a:xfrm>
            <a:off x="8713694" y="-2"/>
            <a:ext cx="3478307" cy="1039908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WIP – [Team member]</a:t>
            </a:r>
          </a:p>
        </p:txBody>
      </p:sp>
    </p:spTree>
    <p:extLst>
      <p:ext uri="{BB962C8B-B14F-4D97-AF65-F5344CB8AC3E}">
        <p14:creationId xmlns:p14="http://schemas.microsoft.com/office/powerpoint/2010/main" val="1575612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511D-699A-DE4D-B307-03AF3B5E0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593801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7898059" y="6083489"/>
            <a:ext cx="3708365" cy="396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0960" tIns="30480" rIns="60960" bIns="30480">
            <a:spAutoFit/>
          </a:bodyPr>
          <a:lstStyle/>
          <a:p>
            <a:pPr algn="r" defTabSz="1450904"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  <a:latin typeface="Garamond" panose="02020404030301010803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Contact: </a:t>
            </a:r>
            <a:r>
              <a:rPr lang="en-US" sz="1600" dirty="0">
                <a:solidFill>
                  <a:schemeClr val="bg1"/>
                </a:solidFill>
                <a:latin typeface="Garamond" panose="02020404030301010803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ivan@ambientsystems.ai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9A674A-E934-41FC-A6B0-B25E4FB57122}"/>
              </a:ext>
            </a:extLst>
          </p:cNvPr>
          <p:cNvSpPr txBox="1"/>
          <p:nvPr/>
        </p:nvSpPr>
        <p:spPr>
          <a:xfrm>
            <a:off x="6761986" y="2543702"/>
            <a:ext cx="33686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spc="-150">
                <a:solidFill>
                  <a:schemeClr val="bg1"/>
                </a:solidFill>
                <a:latin typeface="Garamond" panose="02020404030301010803" pitchFamily="18" charset="0"/>
                <a:ea typeface="Montserrat" charset="0"/>
                <a:cs typeface="Montserrat" charset="0"/>
              </a:rPr>
              <a:t>Thank You</a:t>
            </a:r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07EFB5AD-E5F6-C14F-BA4C-304D7107331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email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84" b="99192" l="1573" r="99428">
                        <a14:foregroundMark x1="4804" y1="43937" x2="4804" y2="43937"/>
                        <a14:foregroundMark x1="6548" y1="48909" x2="6548" y2="48909"/>
                        <a14:foregroundMark x1="6548" y1="52829" x2="6548" y2="52829"/>
                        <a14:foregroundMark x1="6177" y1="34074" x2="6177" y2="78011"/>
                        <a14:foregroundMark x1="6177" y1="78011" x2="6177" y2="78011"/>
                        <a14:foregroundMark x1="1287" y1="26192" x2="1659" y2="87389"/>
                        <a14:foregroundMark x1="1659" y1="87389" x2="1659" y2="87389"/>
                        <a14:foregroundMark x1="94881" y1="87874" x2="94881" y2="42967"/>
                        <a14:foregroundMark x1="94881" y1="42967" x2="94881" y2="42967"/>
                        <a14:foregroundMark x1="94538" y1="37025" x2="94538" y2="37025"/>
                        <a14:foregroundMark x1="91393" y1="53314" x2="91393" y2="53314"/>
                        <a14:foregroundMark x1="79868" y1="64673" x2="92422" y2="87874"/>
                        <a14:foregroundMark x1="92422" y1="87874" x2="92422" y2="87874"/>
                        <a14:foregroundMark x1="944" y1="21746" x2="94166" y2="90340"/>
                        <a14:foregroundMark x1="94166" y1="90340" x2="94166" y2="90340"/>
                        <a14:foregroundMark x1="45296" y1="94301" x2="45296" y2="94301"/>
                        <a14:foregroundMark x1="57878" y1="93331" x2="57878" y2="93331"/>
                        <a14:foregroundMark x1="99428" y1="92320" x2="99428" y2="49879"/>
                        <a14:foregroundMark x1="99428" y1="49879" x2="99428" y2="49879"/>
                        <a14:foregroundMark x1="99428" y1="37551" x2="99428" y2="37551"/>
                        <a14:foregroundMark x1="99428" y1="72595" x2="99428" y2="72595"/>
                        <a14:foregroundMark x1="96626" y1="87389" x2="96626" y2="87389"/>
                        <a14:foregroundMark x1="57163" y1="94786" x2="57163" y2="94786"/>
                        <a14:foregroundMark x1="42494" y1="94786" x2="42494" y2="94786"/>
                        <a14:foregroundMark x1="2002" y1="97777" x2="2002" y2="97777"/>
                        <a14:foregroundMark x1="62396" y1="88884" x2="62396" y2="88884"/>
                        <a14:foregroundMark x1="45639" y1="99232" x2="45639" y2="99232"/>
                        <a14:foregroundMark x1="62053" y1="93331" x2="62053" y2="93331"/>
                        <a14:foregroundMark x1="49128" y1="94301" x2="49128" y2="94301"/>
                        <a14:foregroundMark x1="45982" y1="96766" x2="45982" y2="96766"/>
                        <a14:backgroundMark x1="35173" y1="17785" x2="35173" y2="177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-1887"/>
          <a:stretch/>
        </p:blipFill>
        <p:spPr>
          <a:xfrm>
            <a:off x="0" y="2500840"/>
            <a:ext cx="6045938" cy="4357160"/>
          </a:xfrm>
        </p:spPr>
      </p:pic>
    </p:spTree>
    <p:extLst>
      <p:ext uri="{BB962C8B-B14F-4D97-AF65-F5344CB8AC3E}">
        <p14:creationId xmlns:p14="http://schemas.microsoft.com/office/powerpoint/2010/main" val="[redacted]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ockchain 1 Dark">
      <a:dk1>
        <a:srgbClr val="010A1D"/>
      </a:dk1>
      <a:lt1>
        <a:srgbClr val="FFFFFF"/>
      </a:lt1>
      <a:dk2>
        <a:srgbClr val="02153C"/>
      </a:dk2>
      <a:lt2>
        <a:srgbClr val="F9F9F9"/>
      </a:lt2>
      <a:accent1>
        <a:srgbClr val="542EF6"/>
      </a:accent1>
      <a:accent2>
        <a:srgbClr val="6E67F9"/>
      </a:accent2>
      <a:accent3>
        <a:srgbClr val="5D89F8"/>
      </a:accent3>
      <a:accent4>
        <a:srgbClr val="3796F8"/>
      </a:accent4>
      <a:accent5>
        <a:srgbClr val="4BAAF8"/>
      </a:accent5>
      <a:accent6>
        <a:srgbClr val="28C8F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6747</TotalTime>
  <Words>860</Words>
  <Application>Microsoft Macintosh PowerPoint</Application>
  <PresentationFormat>Widescreen</PresentationFormat>
  <Paragraphs>212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Arial</vt:lpstr>
      <vt:lpstr>Calibri</vt:lpstr>
      <vt:lpstr>Calibri Light</vt:lpstr>
      <vt:lpstr>Cantarell</vt:lpstr>
      <vt:lpstr>Cantarell bold</vt:lpstr>
      <vt:lpstr>Garamond</vt:lpstr>
      <vt:lpstr>Lato</vt:lpstr>
      <vt:lpstr>Lato Light</vt:lpstr>
      <vt:lpstr>Poppins</vt:lpstr>
      <vt:lpstr>Poppins Medium</vt:lpstr>
      <vt:lpstr>Proxima Nova</vt:lpstr>
      <vt:lpstr>Source Sans Pro</vt:lpstr>
      <vt:lpstr>Office Theme</vt:lpstr>
      <vt:lpstr>PowerPoint Presentation</vt:lpstr>
      <vt:lpstr>PowerPoint Presentation</vt:lpstr>
      <vt:lpstr>PowerPoint Presentation</vt:lpstr>
      <vt:lpstr>Why start with Indoor Farms?  Vertical Farming is a new and rapidly growing industry.  The potential market that can be addressed is greater than $1B.  Market is underserved and we have received indication of interest for this type of solution.</vt:lpstr>
      <vt:lpstr>PowerPoint Presentation</vt:lpstr>
      <vt:lpstr>PowerPoint Presentation</vt:lpstr>
      <vt:lpstr>PowerPoint Presentation</vt:lpstr>
      <vt:lpstr>Market: Segmentation</vt:lpstr>
      <vt:lpstr>Market: Growth</vt:lpstr>
      <vt:lpstr>Market: Geography</vt:lpstr>
      <vt:lpstr>Growth: Beachhead market</vt:lpstr>
      <vt:lpstr>PowerPoint Presentation</vt:lpstr>
      <vt:lpstr>Competitive Landscape</vt:lpstr>
      <vt:lpstr>Competitive Benchmark</vt:lpstr>
      <vt:lpstr>Financials</vt:lpstr>
      <vt:lpstr>PowerPoint Presentation</vt:lpstr>
      <vt:lpstr>Team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ns0:coreProperties xmlns:ns0="http://schemas.openxmlformats.org/package/2006/metadata/core-properties" xmlns:ns1="http://purl.org/dc/terms/" xmlns:xsi="http://www.w3.org/2001/XMLSchema-instance">
  <ns0:revision>297</ns0:revision>
  <ns1:created xsi:type="dcterms:W3CDTF">2019-07-24T15:42:33Z</ns1:created>
  <ns1:modified xsi:type="dcterms:W3CDTF">2020-11-01T09:37:28Z</ns1:modified>
</ns0:coreProperties>
</file>