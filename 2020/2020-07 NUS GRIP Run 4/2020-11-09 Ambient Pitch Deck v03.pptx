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redacted]" r:id="rId1"/>
  </p:sldMasterIdLst>
  <p:notesMasterIdLst>
    <p:notesMasterId r:id="rId24"/>
  </p:notesMasterIdLst>
  <p:handoutMasterIdLst>
    <p:handoutMasterId r:id="rId25"/>
  </p:handoutMasterIdLst>
  <p:sldIdLst>
    <p:sldId id="256" r:id="rId2"/>
    <p:sldId id="260" r:id="rId3"/>
    <p:sldId id="257" r:id="rId4"/>
    <p:sldId id="351" r:id="rId5"/>
    <p:sldId id="316" r:id="rId6"/>
    <p:sldId id="315" r:id="rId7"/>
    <p:sldId id="275" r:id="rId8"/>
    <p:sldId id="350" r:id="rId9"/>
    <p:sldId id="352" r:id="rId10"/>
    <p:sldId id="301" r:id="rId11"/>
    <p:sldId id="302" r:id="rId12"/>
    <p:sldId id="344" r:id="rId13"/>
    <p:sldId id="286" r:id="rId14"/>
    <p:sldId id="345" r:id="rId15"/>
    <p:sldId id="346" r:id="rId16"/>
    <p:sldId id="349" r:id="rId17"/>
    <p:sldId id="304" r:id="rId18"/>
    <p:sldId id="339" r:id="rId19"/>
    <p:sldId id="348" r:id="rId20"/>
    <p:sldId id="347" r:id="rId21"/>
    <p:sldId id="340" r:id="rId22"/>
    <p:sldId id="308" r:id="rId23"/>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2F2"/>
    <a:srgbClr val="000000"/>
    <a:srgbClr val="374F62"/>
    <a:srgbClr val="0312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59" autoAdjust="0"/>
    <p:restoredTop sz="94653"/>
  </p:normalViewPr>
  <p:slideViewPr>
    <p:cSldViewPr snapToGrid="0">
      <p:cViewPr varScale="1">
        <p:scale>
          <a:sx n="113" d="100"/>
          <a:sy n="113" d="100"/>
        </p:scale>
        <p:origin x="200" y="896"/>
      </p:cViewPr>
      <p:guideLst/>
    </p:cSldViewPr>
  </p:slideViewPr>
  <p:notesTextViewPr>
    <p:cViewPr>
      <p:scale>
        <a:sx n="3" d="2"/>
        <a:sy n="3" d="2"/>
      </p:scale>
      <p:origin x="0" y="0"/>
    </p:cViewPr>
  </p:notesTextViewPr>
  <p:sorterViewPr>
    <p:cViewPr>
      <p:scale>
        <a:sx n="100" d="100"/>
        <a:sy n="100" d="100"/>
      </p:scale>
      <p:origin x="0" y="-10435"/>
    </p:cViewPr>
  </p:sorterViewPr>
  <p:notesViewPr>
    <p:cSldViewPr snapToGrid="0">
      <p:cViewPr varScale="1">
        <p:scale>
          <a:sx n="71" d="100"/>
          <a:sy n="71" d="100"/>
        </p:scale>
        <p:origin x="359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Damnjanovic" userId="ac64187cd8522d98" providerId="LiveId" clId="{A013129D-C1DA-AB43-9F7F-07AD05F299AB}"/>
    <pc:docChg chg="modSld">
      <pc:chgData name="Ivan Damnjanovic" userId="ac64187cd8522d98" providerId="LiveId" clId="{A013129D-C1DA-AB43-9F7F-07AD05F299AB}" dt="2020-11-06T05:30:38.238" v="9" actId="20577"/>
      <pc:docMkLst>
        <pc:docMk/>
      </pc:docMkLst>
      <pc:sldChg chg="modSp mod">
        <pc:chgData name="Ivan Damnjanovic" userId="ac64187cd8522d98" providerId="LiveId" clId="{A013129D-C1DA-AB43-9F7F-07AD05F299AB}" dt="2020-11-06T05:30:38.238" v="9" actId="20577"/>
        <pc:sldMkLst>
          <pc:docMk/>
          <pc:sldMk cId="1488476489" sldId="286"/>
        </pc:sldMkLst>
        <pc:spChg chg="mod">
          <ac:chgData name="Ivan Damnjanovic" userId="ac64187cd8522d98" providerId="LiveId" clId="{A013129D-C1DA-AB43-9F7F-07AD05F299AB}" dt="2020-11-06T05:30:38.238" v="9" actId="20577"/>
          <ac:spMkLst>
            <pc:docMk/>
            <pc:sldMk cId="1488476489" sldId="286"/>
            <ac:spMk id="302" creationId="{00000000-0000-0000-0000-000000000000}"/>
          </ac:spMkLst>
        </pc:spChg>
      </pc:sldChg>
    </pc:docChg>
  </pc:docChgLst>
  <pc:docChgLst>
    <pc:chgData name="Ivan Damnjanovic" userId="ac64187cd8522d98" providerId="LiveId" clId="{A640E968-E25A-7D40-AC3E-1CE9878CB1A3}"/>
    <pc:docChg chg="undo custSel modSld">
      <pc:chgData name="Ivan Damnjanovic" userId="ac64187cd8522d98" providerId="LiveId" clId="{A640E968-E25A-7D40-AC3E-1CE9878CB1A3}" dt="2020-11-10T10:33:08.085" v="2" actId="255"/>
      <pc:docMkLst>
        <pc:docMk/>
      </pc:docMkLst>
      <pc:sldChg chg="modSp mod">
        <pc:chgData name="Ivan Damnjanovic" userId="ac64187cd8522d98" providerId="LiveId" clId="{A640E968-E25A-7D40-AC3E-1CE9878CB1A3}" dt="2020-11-10T10:33:08.085" v="2" actId="255"/>
        <pc:sldMkLst>
          <pc:docMk/>
          <pc:sldMk cId="[redacted]" sldId="316"/>
        </pc:sldMkLst>
        <pc:spChg chg="mod">
          <ac:chgData name="Ivan Damnjanovic" userId="ac64187cd8522d98" providerId="LiveId" clId="{A640E968-E25A-7D40-AC3E-1CE9878CB1A3}" dt="2020-11-10T10:33:01.165" v="0" actId="255"/>
          <ac:spMkLst>
            <pc:docMk/>
            <pc:sldMk cId="[redacted]" sldId="316"/>
            <ac:spMk id="3" creationId="{96C91798-36A7-A745-AFAE-0D471968FB21}"/>
          </ac:spMkLst>
        </pc:spChg>
        <pc:spChg chg="mod">
          <ac:chgData name="Ivan Damnjanovic" userId="ac64187cd8522d98" providerId="LiveId" clId="{A640E968-E25A-7D40-AC3E-1CE9878CB1A3}" dt="2020-11-10T10:33:08.085" v="2" actId="255"/>
          <ac:spMkLst>
            <pc:docMk/>
            <pc:sldMk cId="[redacted]" sldId="316"/>
            <ac:spMk id="169" creationId="{00000000-0000-0000-0000-000000000000}"/>
          </ac:spMkLst>
        </pc:spChg>
      </pc:sldChg>
    </pc:docChg>
  </pc:docChgLst>
  <pc:docChgLst>
    <pc:chgData name="Ivan Damnjanovic" userId="ac64187cd8522d98" providerId="LiveId" clId="{EE58FB6E-C789-424E-B3E5-404F60AE9177}"/>
    <pc:docChg chg="undo custSel mod addSld delSld modSld sldOrd delMainMaster modMainMaster">
      <pc:chgData name="Ivan Damnjanovic" userId="ac64187cd8522d98" providerId="LiveId" clId="{EE58FB6E-C789-424E-B3E5-404F60AE9177}" dt="2020-11-01T09:37:27.015" v="1951" actId="1076"/>
      <pc:docMkLst>
        <pc:docMk/>
      </pc:docMkLst>
      <pc:sldChg chg="modSp mod">
        <pc:chgData name="Ivan Damnjanovic" userId="ac64187cd8522d98" providerId="LiveId" clId="{EE58FB6E-C789-424E-B3E5-404F60AE9177}" dt="2020-10-30T21:40:28.577" v="276" actId="1076"/>
        <pc:sldMkLst>
          <pc:docMk/>
          <pc:sldMk cId="[redacted]" sldId="256"/>
        </pc:sldMkLst>
        <pc:spChg chg="mod">
          <ac:chgData name="Ivan Damnjanovic" userId="ac64187cd8522d98" providerId="LiveId" clId="{EE58FB6E-C789-424E-B3E5-404F60AE9177}" dt="2020-10-30T21:40:16.182" v="272" actId="403"/>
          <ac:spMkLst>
            <pc:docMk/>
            <pc:sldMk cId="[redacted]" sldId="256"/>
            <ac:spMk id="309" creationId="{D5FC8BB6-F6FB-476D-B484-6B5D63DE65D3}"/>
          </ac:spMkLst>
        </pc:spChg>
        <pc:grpChg chg="mod">
          <ac:chgData name="Ivan Damnjanovic" userId="ac64187cd8522d98" providerId="LiveId" clId="{EE58FB6E-C789-424E-B3E5-404F60AE9177}" dt="2020-10-30T21:40:28.577" v="276" actId="1076"/>
          <ac:grpSpMkLst>
            <pc:docMk/>
            <pc:sldMk cId="[redacted]" sldId="256"/>
            <ac:grpSpMk id="261" creationId="{7D1081D1-3993-492A-A293-1F93C7739B71}"/>
          </ac:grpSpMkLst>
        </pc:grpChg>
      </pc:sldChg>
      <pc:sldChg chg="addSp delSp modSp mod">
        <pc:chgData name="Ivan Damnjanovic" userId="ac64187cd8522d98" providerId="LiveId" clId="{EE58FB6E-C789-424E-B3E5-404F60AE9177}" dt="2020-10-31T21:15:48.953" v="1939" actId="20577"/>
        <pc:sldMkLst>
          <pc:docMk/>
          <pc:sldMk cId="[redacted]" sldId="257"/>
        </pc:sldMkLst>
        <pc:spChg chg="mod">
          <ac:chgData name="Ivan Damnjanovic" userId="ac64187cd8522d98" providerId="LiveId" clId="{EE58FB6E-C789-424E-B3E5-404F60AE9177}" dt="2020-10-31T08:47:08.391" v="322" actId="20577"/>
          <ac:spMkLst>
            <pc:docMk/>
            <pc:sldMk cId="[redacted]" sldId="257"/>
            <ac:spMk id="2" creationId="{5348ABC3-8E8C-4FDD-AA32-797A4908BA56}"/>
          </ac:spMkLst>
        </pc:spChg>
        <pc:spChg chg="mod">
          <ac:chgData name="Ivan Damnjanovic" userId="ac64187cd8522d98" providerId="LiveId" clId="{EE58FB6E-C789-424E-B3E5-404F60AE9177}" dt="2020-10-31T21:15:48.953" v="1939" actId="20577"/>
          <ac:spMkLst>
            <pc:docMk/>
            <pc:sldMk cId="[redacted]" sldId="257"/>
            <ac:spMk id="6" creationId="{48B38AC8-6A13-48D8-A3E9-1B663F3239DA}"/>
          </ac:spMkLst>
        </pc:spChg>
        <pc:picChg chg="add mod">
          <ac:chgData name="Ivan Damnjanovic" userId="ac64187cd8522d98" providerId="LiveId" clId="{EE58FB6E-C789-424E-B3E5-404F60AE9177}" dt="2020-10-31T21:15:39.253" v="1935" actId="1076"/>
          <ac:picMkLst>
            <pc:docMk/>
            <pc:sldMk cId="[redacted]" sldId="257"/>
            <ac:picMk id="3" creationId="{BB9886C1-B585-C542-BEA5-4433035C5BCF}"/>
          </ac:picMkLst>
        </pc:picChg>
        <pc:picChg chg="del">
          <ac:chgData name="Ivan Damnjanovic" userId="ac64187cd8522d98" providerId="LiveId" clId="{EE58FB6E-C789-424E-B3E5-404F60AE9177}" dt="2020-10-31T21:14:57.326" v="1917" actId="478"/>
          <ac:picMkLst>
            <pc:docMk/>
            <pc:sldMk cId="[redacted]" sldId="257"/>
            <ac:picMk id="1026" creationId="{A0E558EC-19A4-9645-90FB-8C7FECEB57B9}"/>
          </ac:picMkLst>
        </pc:picChg>
        <pc:picChg chg="mod">
          <ac:chgData name="Ivan Damnjanovic" userId="ac64187cd8522d98" providerId="LiveId" clId="{EE58FB6E-C789-424E-B3E5-404F60AE9177}" dt="2020-10-31T21:15:39.253" v="1935" actId="1076"/>
          <ac:picMkLst>
            <pc:docMk/>
            <pc:sldMk cId="[redacted]" sldId="257"/>
            <ac:picMk id="1027" creationId="{695A43E0-6D70-DC4D-B04B-E0C23115E0B3}"/>
          </ac:picMkLst>
        </pc:picChg>
        <pc:picChg chg="del">
          <ac:chgData name="Ivan Damnjanovic" userId="ac64187cd8522d98" providerId="LiveId" clId="{EE58FB6E-C789-424E-B3E5-404F60AE9177}" dt="2020-10-31T21:14:57.326" v="1917" actId="478"/>
          <ac:picMkLst>
            <pc:docMk/>
            <pc:sldMk cId="[redacted]" sldId="257"/>
            <ac:picMk id="1028" creationId="{AC5C6B64-EA73-DD4F-B35E-E519322693DA}"/>
          </ac:picMkLst>
        </pc:picChg>
        <pc:picChg chg="mod">
          <ac:chgData name="Ivan Damnjanovic" userId="ac64187cd8522d98" providerId="LiveId" clId="{EE58FB6E-C789-424E-B3E5-404F60AE9177}" dt="2020-10-31T21:15:39.253" v="1935" actId="1076"/>
          <ac:picMkLst>
            <pc:docMk/>
            <pc:sldMk cId="[redacted]" sldId="257"/>
            <ac:picMk id="1029" creationId="{F05CB951-D72E-2E4B-ADBA-DCE50F027083}"/>
          </ac:picMkLst>
        </pc:picChg>
      </pc:sldChg>
      <pc:sldChg chg="del">
        <pc:chgData name="Ivan Damnjanovic" userId="ac64187cd8522d98" providerId="LiveId" clId="{EE58FB6E-C789-424E-B3E5-404F60AE9177}" dt="2020-10-31T19:27:36.103" v="1550" actId="2696"/>
        <pc:sldMkLst>
          <pc:docMk/>
          <pc:sldMk cId="[redacted]" sldId="258"/>
        </pc:sldMkLst>
      </pc:sldChg>
      <pc:sldChg chg="del">
        <pc:chgData name="Ivan Damnjanovic" userId="ac64187cd8522d98" providerId="LiveId" clId="{EE58FB6E-C789-424E-B3E5-404F60AE9177}" dt="2020-10-31T19:27:36.103" v="1550" actId="2696"/>
        <pc:sldMkLst>
          <pc:docMk/>
          <pc:sldMk cId="[redacted]" sldId="260"/>
        </pc:sldMkLst>
      </pc:sldChg>
      <pc:sldChg chg="del">
        <pc:chgData name="Ivan Damnjanovic" userId="ac64187cd8522d98" providerId="LiveId" clId="{EE58FB6E-C789-424E-B3E5-404F60AE9177}" dt="2020-10-31T19:27:33.574" v="1549" actId="2696"/>
        <pc:sldMkLst>
          <pc:docMk/>
          <pc:sldMk cId="600460300" sldId="261"/>
        </pc:sldMkLst>
      </pc:sldChg>
      <pc:sldChg chg="del">
        <pc:chgData name="Ivan Damnjanovic" userId="ac64187cd8522d98" providerId="LiveId" clId="{EE58FB6E-C789-424E-B3E5-404F60AE9177}" dt="2020-10-31T19:27:33.574" v="1549" actId="2696"/>
        <pc:sldMkLst>
          <pc:docMk/>
          <pc:sldMk cId="[redacted]" sldId="262"/>
        </pc:sldMkLst>
      </pc:sldChg>
      <pc:sldChg chg="del">
        <pc:chgData name="Ivan Damnjanovic" userId="ac64187cd8522d98" providerId="LiveId" clId="{EE58FB6E-C789-424E-B3E5-404F60AE9177}" dt="2020-10-31T19:27:33.574" v="1549" actId="2696"/>
        <pc:sldMkLst>
          <pc:docMk/>
          <pc:sldMk cId="[redacted]" sldId="263"/>
        </pc:sldMkLst>
      </pc:sldChg>
      <pc:sldChg chg="del">
        <pc:chgData name="Ivan Damnjanovic" userId="ac64187cd8522d98" providerId="LiveId" clId="{EE58FB6E-C789-424E-B3E5-404F60AE9177}" dt="2020-10-31T19:27:33.574" v="1549" actId="2696"/>
        <pc:sldMkLst>
          <pc:docMk/>
          <pc:sldMk cId="[redacted]" sldId="264"/>
        </pc:sldMkLst>
      </pc:sldChg>
      <pc:sldChg chg="del">
        <pc:chgData name="Ivan Damnjanovic" userId="ac64187cd8522d98" providerId="LiveId" clId="{EE58FB6E-C789-424E-B3E5-404F60AE9177}" dt="2020-10-31T19:27:33.574" v="1549" actId="2696"/>
        <pc:sldMkLst>
          <pc:docMk/>
          <pc:sldMk cId="[redacted]" sldId="265"/>
        </pc:sldMkLst>
      </pc:sldChg>
      <pc:sldChg chg="modSp add del mod modClrScheme chgLayout">
        <pc:chgData name="Ivan Damnjanovic" userId="ac64187cd8522d98" providerId="LiveId" clId="{EE58FB6E-C789-424E-B3E5-404F60AE9177}" dt="2020-10-31T21:02:04.540" v="1761" actId="2696"/>
        <pc:sldMkLst>
          <pc:docMk/>
          <pc:sldMk cId="157416024" sldId="266"/>
        </pc:sldMkLst>
        <pc:spChg chg="mod ord">
          <ac:chgData name="Ivan Damnjanovic" userId="ac64187cd8522d98" providerId="LiveId" clId="{EE58FB6E-C789-424E-B3E5-404F60AE9177}" dt="2020-10-31T09:23:45.097" v="1064" actId="20577"/>
          <ac:spMkLst>
            <pc:docMk/>
            <pc:sldMk cId="157416024" sldId="266"/>
            <ac:spMk id="125" creationId="{00000000-0000-0000-0000-000000000000}"/>
          </ac:spMkLst>
        </pc:spChg>
      </pc:sldChg>
      <pc:sldChg chg="modSp add del mod">
        <pc:chgData name="Ivan Damnjanovic" userId="ac64187cd8522d98" providerId="LiveId" clId="{EE58FB6E-C789-424E-B3E5-404F60AE9177}" dt="2020-10-31T09:07:36.410" v="637" actId="2696"/>
        <pc:sldMkLst>
          <pc:docMk/>
          <pc:sldMk cId="[redacted]" sldId="267"/>
        </pc:sldMkLst>
        <pc:picChg chg="mod">
          <ac:chgData name="Ivan Damnjanovic" userId="ac64187cd8522d98" providerId="LiveId" clId="{EE58FB6E-C789-424E-B3E5-404F60AE9177}" dt="2020-10-31T09:07:27.834" v="635" actId="14100"/>
          <ac:picMkLst>
            <pc:docMk/>
            <pc:sldMk cId="[redacted]" sldId="267"/>
            <ac:picMk id="136" creationId="{00000000-0000-0000-0000-000000000000}"/>
          </ac:picMkLst>
        </pc:picChg>
      </pc:sldChg>
      <pc:sldChg chg="del">
        <pc:chgData name="Ivan Damnjanovic" userId="ac64187cd8522d98" providerId="LiveId" clId="{EE58FB6E-C789-424E-B3E5-404F60AE9177}" dt="2020-10-31T19:27:33.574" v="1549" actId="2696"/>
        <pc:sldMkLst>
          <pc:docMk/>
          <pc:sldMk cId="[redacted]" sldId="268"/>
        </pc:sldMkLst>
      </pc:sldChg>
      <pc:sldChg chg="del">
        <pc:chgData name="Ivan Damnjanovic" userId="ac64187cd8522d98" providerId="LiveId" clId="{EE58FB6E-C789-424E-B3E5-404F60AE9177}" dt="2020-10-31T19:27:33.574" v="1549" actId="2696"/>
        <pc:sldMkLst>
          <pc:docMk/>
          <pc:sldMk cId="913704779" sldId="269"/>
        </pc:sldMkLst>
      </pc:sldChg>
      <pc:sldChg chg="del">
        <pc:chgData name="Ivan Damnjanovic" userId="ac64187cd8522d98" providerId="LiveId" clId="{EE58FB6E-C789-424E-B3E5-404F60AE9177}" dt="2020-10-31T19:27:33.574" v="1549" actId="2696"/>
        <pc:sldMkLst>
          <pc:docMk/>
          <pc:sldMk cId="181775479" sldId="270"/>
        </pc:sldMkLst>
      </pc:sldChg>
      <pc:sldChg chg="del">
        <pc:chgData name="Ivan Damnjanovic" userId="ac64187cd8522d98" providerId="LiveId" clId="{EE58FB6E-C789-424E-B3E5-404F60AE9177}" dt="2020-10-31T19:27:33.574" v="1549" actId="2696"/>
        <pc:sldMkLst>
          <pc:docMk/>
          <pc:sldMk cId="[redacted]" sldId="271"/>
        </pc:sldMkLst>
      </pc:sldChg>
      <pc:sldChg chg="del">
        <pc:chgData name="Ivan Damnjanovic" userId="ac64187cd8522d98" providerId="LiveId" clId="{EE58FB6E-C789-424E-B3E5-404F60AE9177}" dt="2020-10-31T19:27:33.574" v="1549" actId="2696"/>
        <pc:sldMkLst>
          <pc:docMk/>
          <pc:sldMk cId="1156899193" sldId="272"/>
        </pc:sldMkLst>
      </pc:sldChg>
      <pc:sldChg chg="del">
        <pc:chgData name="Ivan Damnjanovic" userId="ac64187cd8522d98" providerId="LiveId" clId="{EE58FB6E-C789-424E-B3E5-404F60AE9177}" dt="2020-10-31T19:27:33.574" v="1549" actId="2696"/>
        <pc:sldMkLst>
          <pc:docMk/>
          <pc:sldMk cId="1760573355" sldId="273"/>
        </pc:sldMkLst>
      </pc:sldChg>
      <pc:sldChg chg="del">
        <pc:chgData name="Ivan Damnjanovic" userId="ac64187cd8522d98" providerId="LiveId" clId="{EE58FB6E-C789-424E-B3E5-404F60AE9177}" dt="2020-10-31T19:27:33.574" v="1549" actId="2696"/>
        <pc:sldMkLst>
          <pc:docMk/>
          <pc:sldMk cId="[redacted]" sldId="274"/>
        </pc:sldMkLst>
      </pc:sldChg>
      <pc:sldChg chg="addSp delSp modSp mod">
        <pc:chgData name="Ivan Damnjanovic" userId="ac64187cd8522d98" providerId="LiveId" clId="{EE58FB6E-C789-424E-B3E5-404F60AE9177}" dt="2020-10-31T20:42:25.097" v="1751" actId="1076"/>
        <pc:sldMkLst>
          <pc:docMk/>
          <pc:sldMk cId="1938571380" sldId="275"/>
        </pc:sldMkLst>
        <pc:spChg chg="add del mod">
          <ac:chgData name="Ivan Damnjanovic" userId="ac64187cd8522d98" providerId="LiveId" clId="{EE58FB6E-C789-424E-B3E5-404F60AE9177}" dt="2020-10-31T19:13:58.028" v="1152" actId="478"/>
          <ac:spMkLst>
            <pc:docMk/>
            <pc:sldMk cId="1938571380" sldId="275"/>
            <ac:spMk id="1104" creationId="{E47514FA-4071-4E6D-95E5-017A4B39940B}"/>
          </ac:spMkLst>
        </pc:spChg>
        <pc:spChg chg="mod">
          <ac:chgData name="Ivan Damnjanovic" userId="ac64187cd8522d98" providerId="LiveId" clId="{EE58FB6E-C789-424E-B3E5-404F60AE9177}" dt="2020-10-31T19:22:59.532" v="1396" actId="20577"/>
          <ac:spMkLst>
            <pc:docMk/>
            <pc:sldMk cId="1938571380" sldId="275"/>
            <ac:spMk id="1105" creationId="{147A7B42-8B34-4172-8A1B-5B8827FF98F3}"/>
          </ac:spMkLst>
        </pc:spChg>
        <pc:spChg chg="mod">
          <ac:chgData name="Ivan Damnjanovic" userId="ac64187cd8522d98" providerId="LiveId" clId="{EE58FB6E-C789-424E-B3E5-404F60AE9177}" dt="2020-10-30T21:36:30.347" v="238" actId="20577"/>
          <ac:spMkLst>
            <pc:docMk/>
            <pc:sldMk cId="1938571380" sldId="275"/>
            <ac:spMk id="1116" creationId="{31B97B55-0303-42D5-8527-E314E7A4F019}"/>
          </ac:spMkLst>
        </pc:spChg>
        <pc:spChg chg="mod">
          <ac:chgData name="Ivan Damnjanovic" userId="ac64187cd8522d98" providerId="LiveId" clId="{EE58FB6E-C789-424E-B3E5-404F60AE9177}" dt="2020-10-31T19:48:27.350" v="1714" actId="20577"/>
          <ac:spMkLst>
            <pc:docMk/>
            <pc:sldMk cId="1938571380" sldId="275"/>
            <ac:spMk id="1118" creationId="{636D83DF-F216-4FDE-B03C-8F6E246A4908}"/>
          </ac:spMkLst>
        </pc:spChg>
        <pc:spChg chg="mod">
          <ac:chgData name="Ivan Damnjanovic" userId="ac64187cd8522d98" providerId="LiveId" clId="{EE58FB6E-C789-424E-B3E5-404F60AE9177}" dt="2020-10-30T21:36:33.412" v="251" actId="20577"/>
          <ac:spMkLst>
            <pc:docMk/>
            <pc:sldMk cId="1938571380" sldId="275"/>
            <ac:spMk id="1120" creationId="{077CAB3F-F63A-45A3-9D04-D7092DBAAE31}"/>
          </ac:spMkLst>
        </pc:spChg>
        <pc:spChg chg="mod">
          <ac:chgData name="Ivan Damnjanovic" userId="ac64187cd8522d98" providerId="LiveId" clId="{EE58FB6E-C789-424E-B3E5-404F60AE9177}" dt="2020-10-31T19:48:30.449" v="1719" actId="20577"/>
          <ac:spMkLst>
            <pc:docMk/>
            <pc:sldMk cId="1938571380" sldId="275"/>
            <ac:spMk id="1122" creationId="{82C01406-D3FF-4A5C-9985-29CA545AF54F}"/>
          </ac:spMkLst>
        </pc:spChg>
        <pc:picChg chg="add del mod">
          <ac:chgData name="Ivan Damnjanovic" userId="ac64187cd8522d98" providerId="LiveId" clId="{EE58FB6E-C789-424E-B3E5-404F60AE9177}" dt="2020-10-31T19:09:51.865" v="1133" actId="478"/>
          <ac:picMkLst>
            <pc:docMk/>
            <pc:sldMk cId="1938571380" sldId="275"/>
            <ac:picMk id="3" creationId="{9EF08D75-C960-474F-A10B-C96A35642B29}"/>
          </ac:picMkLst>
        </pc:picChg>
        <pc:picChg chg="add del mod">
          <ac:chgData name="Ivan Damnjanovic" userId="ac64187cd8522d98" providerId="LiveId" clId="{EE58FB6E-C789-424E-B3E5-404F60AE9177}" dt="2020-10-31T19:10:02.449" v="1142" actId="478"/>
          <ac:picMkLst>
            <pc:docMk/>
            <pc:sldMk cId="1938571380" sldId="275"/>
            <ac:picMk id="5" creationId="{3D721DB1-E3F3-5D48-8D6D-47421C8A22A5}"/>
          </ac:picMkLst>
        </pc:picChg>
        <pc:picChg chg="add del mod">
          <ac:chgData name="Ivan Damnjanovic" userId="ac64187cd8522d98" providerId="LiveId" clId="{EE58FB6E-C789-424E-B3E5-404F60AE9177}" dt="2020-10-31T19:13:59.481" v="1153" actId="478"/>
          <ac:picMkLst>
            <pc:docMk/>
            <pc:sldMk cId="1938571380" sldId="275"/>
            <ac:picMk id="7" creationId="{F929AD38-A15B-4D4D-88C1-1BF27F1E880C}"/>
          </ac:picMkLst>
        </pc:picChg>
        <pc:picChg chg="add del mod">
          <ac:chgData name="Ivan Damnjanovic" userId="ac64187cd8522d98" providerId="LiveId" clId="{EE58FB6E-C789-424E-B3E5-404F60AE9177}" dt="2020-10-31T20:42:16.378" v="1744" actId="478"/>
          <ac:picMkLst>
            <pc:docMk/>
            <pc:sldMk cId="1938571380" sldId="275"/>
            <ac:picMk id="9" creationId="{C76FD806-6A85-7945-90E3-6C41E88DC834}"/>
          </ac:picMkLst>
        </pc:picChg>
        <pc:picChg chg="add mod">
          <ac:chgData name="Ivan Damnjanovic" userId="ac64187cd8522d98" providerId="LiveId" clId="{EE58FB6E-C789-424E-B3E5-404F60AE9177}" dt="2020-10-31T20:42:25.097" v="1751" actId="1076"/>
          <ac:picMkLst>
            <pc:docMk/>
            <pc:sldMk cId="1938571380" sldId="275"/>
            <ac:picMk id="11" creationId="{95AB5A97-4CCF-C848-930F-A8155A084CA0}"/>
          </ac:picMkLst>
        </pc:picChg>
        <pc:picChg chg="add del mod">
          <ac:chgData name="Ivan Damnjanovic" userId="ac64187cd8522d98" providerId="LiveId" clId="{EE58FB6E-C789-424E-B3E5-404F60AE9177}" dt="2020-10-31T18:52:20.740" v="1123" actId="478"/>
          <ac:picMkLst>
            <pc:docMk/>
            <pc:sldMk cId="1938571380" sldId="275"/>
            <ac:picMk id="1026" creationId="{C89ED91D-9F3D-514E-B69F-812973B09C51}"/>
          </ac:picMkLst>
        </pc:picChg>
        <pc:picChg chg="add del">
          <ac:chgData name="Ivan Damnjanovic" userId="ac64187cd8522d98" providerId="LiveId" clId="{EE58FB6E-C789-424E-B3E5-404F60AE9177}" dt="2020-10-31T19:05:14.678" v="1128" actId="478"/>
          <ac:picMkLst>
            <pc:docMk/>
            <pc:sldMk cId="1938571380" sldId="275"/>
            <ac:picMk id="1028" creationId="{236ECE14-71FF-5D49-A8F4-933CD65ACE78}"/>
          </ac:picMkLst>
        </pc:picChg>
        <pc:picChg chg="add del mod">
          <ac:chgData name="Ivan Damnjanovic" userId="ac64187cd8522d98" providerId="LiveId" clId="{EE58FB6E-C789-424E-B3E5-404F60AE9177}" dt="2020-10-31T18:49:54.456" v="1120" actId="478"/>
          <ac:picMkLst>
            <pc:docMk/>
            <pc:sldMk cId="1938571380" sldId="275"/>
            <ac:picMk id="2050" creationId="{BFA7FBD5-BC4F-734C-B00B-DC04C7CAFC3E}"/>
          </ac:picMkLst>
        </pc:picChg>
      </pc:sldChg>
      <pc:sldChg chg="del">
        <pc:chgData name="Ivan Damnjanovic" userId="ac64187cd8522d98" providerId="LiveId" clId="{EE58FB6E-C789-424E-B3E5-404F60AE9177}" dt="2020-10-31T19:27:33.574" v="1549" actId="2696"/>
        <pc:sldMkLst>
          <pc:docMk/>
          <pc:sldMk cId="1244260264" sldId="276"/>
        </pc:sldMkLst>
      </pc:sldChg>
      <pc:sldChg chg="del">
        <pc:chgData name="Ivan Damnjanovic" userId="ac64187cd8522d98" providerId="LiveId" clId="{EE58FB6E-C789-424E-B3E5-404F60AE9177}" dt="2020-10-31T19:27:33.574" v="1549" actId="2696"/>
        <pc:sldMkLst>
          <pc:docMk/>
          <pc:sldMk cId="[redacted]" sldId="277"/>
        </pc:sldMkLst>
      </pc:sldChg>
      <pc:sldChg chg="del">
        <pc:chgData name="Ivan Damnjanovic" userId="ac64187cd8522d98" providerId="LiveId" clId="{EE58FB6E-C789-424E-B3E5-404F60AE9177}" dt="2020-10-31T19:27:33.574" v="1549" actId="2696"/>
        <pc:sldMkLst>
          <pc:docMk/>
          <pc:sldMk cId="645321871" sldId="278"/>
        </pc:sldMkLst>
      </pc:sldChg>
      <pc:sldChg chg="del">
        <pc:chgData name="Ivan Damnjanovic" userId="ac64187cd8522d98" providerId="LiveId" clId="{EE58FB6E-C789-424E-B3E5-404F60AE9177}" dt="2020-10-31T19:27:33.574" v="1549" actId="2696"/>
        <pc:sldMkLst>
          <pc:docMk/>
          <pc:sldMk cId="[redacted]" sldId="279"/>
        </pc:sldMkLst>
      </pc:sldChg>
      <pc:sldChg chg="del">
        <pc:chgData name="Ivan Damnjanovic" userId="ac64187cd8522d98" providerId="LiveId" clId="{EE58FB6E-C789-424E-B3E5-404F60AE9177}" dt="2020-10-31T19:27:33.574" v="1549" actId="2696"/>
        <pc:sldMkLst>
          <pc:docMk/>
          <pc:sldMk cId="[redacted]" sldId="280"/>
        </pc:sldMkLst>
      </pc:sldChg>
      <pc:sldChg chg="modSp del mod">
        <pc:chgData name="Ivan Damnjanovic" userId="ac64187cd8522d98" providerId="LiveId" clId="{EE58FB6E-C789-424E-B3E5-404F60AE9177}" dt="2020-10-31T19:27:33.574" v="1549" actId="2696"/>
        <pc:sldMkLst>
          <pc:docMk/>
          <pc:sldMk cId="[redacted]" sldId="281"/>
        </pc:sldMkLst>
        <pc:grpChg chg="mod">
          <ac:chgData name="Ivan Damnjanovic" userId="ac64187cd8522d98" providerId="LiveId" clId="{EE58FB6E-C789-424E-B3E5-404F60AE9177}" dt="2020-10-31T19:26:19.215" v="1525" actId="1076"/>
          <ac:grpSpMkLst>
            <pc:docMk/>
            <pc:sldMk cId="[redacted]" sldId="281"/>
            <ac:grpSpMk id="526" creationId="{5FA23EC5-1F66-449A-9312-0F433153A7A6}"/>
          </ac:grpSpMkLst>
        </pc:grpChg>
      </pc:sldChg>
      <pc:sldChg chg="del">
        <pc:chgData name="Ivan Damnjanovic" userId="ac64187cd8522d98" providerId="LiveId" clId="{EE58FB6E-C789-424E-B3E5-404F60AE9177}" dt="2020-10-31T19:27:33.574" v="1549" actId="2696"/>
        <pc:sldMkLst>
          <pc:docMk/>
          <pc:sldMk cId="1820275843" sldId="282"/>
        </pc:sldMkLst>
      </pc:sldChg>
      <pc:sldChg chg="del">
        <pc:chgData name="Ivan Damnjanovic" userId="ac64187cd8522d98" providerId="LiveId" clId="{EE58FB6E-C789-424E-B3E5-404F60AE9177}" dt="2020-10-31T19:27:33.574" v="1549" actId="2696"/>
        <pc:sldMkLst>
          <pc:docMk/>
          <pc:sldMk cId="[redacted]" sldId="283"/>
        </pc:sldMkLst>
      </pc:sldChg>
      <pc:sldChg chg="del">
        <pc:chgData name="Ivan Damnjanovic" userId="ac64187cd8522d98" providerId="LiveId" clId="{EE58FB6E-C789-424E-B3E5-404F60AE9177}" dt="2020-10-31T19:27:33.574" v="1549" actId="2696"/>
        <pc:sldMkLst>
          <pc:docMk/>
          <pc:sldMk cId="[redacted]" sldId="284"/>
        </pc:sldMkLst>
      </pc:sldChg>
      <pc:sldChg chg="del">
        <pc:chgData name="Ivan Damnjanovic" userId="ac64187cd8522d98" providerId="LiveId" clId="{EE58FB6E-C789-424E-B3E5-404F60AE9177}" dt="2020-10-31T19:27:33.574" v="1549" actId="2696"/>
        <pc:sldMkLst>
          <pc:docMk/>
          <pc:sldMk cId="[redacted]" sldId="285"/>
        </pc:sldMkLst>
      </pc:sldChg>
      <pc:sldChg chg="del">
        <pc:chgData name="Ivan Damnjanovic" userId="ac64187cd8522d98" providerId="LiveId" clId="{EE58FB6E-C789-424E-B3E5-404F60AE9177}" dt="2020-10-31T19:27:33.574" v="1549" actId="2696"/>
        <pc:sldMkLst>
          <pc:docMk/>
          <pc:sldMk cId="[redacted]" sldId="286"/>
        </pc:sldMkLst>
      </pc:sldChg>
      <pc:sldChg chg="del">
        <pc:chgData name="Ivan Damnjanovic" userId="ac64187cd8522d98" providerId="LiveId" clId="{EE58FB6E-C789-424E-B3E5-404F60AE9177}" dt="2020-10-31T19:27:33.574" v="1549" actId="2696"/>
        <pc:sldMkLst>
          <pc:docMk/>
          <pc:sldMk cId="[redacted]" sldId="287"/>
        </pc:sldMkLst>
      </pc:sldChg>
      <pc:sldChg chg="del">
        <pc:chgData name="Ivan Damnjanovic" userId="ac64187cd8522d98" providerId="LiveId" clId="{EE58FB6E-C789-424E-B3E5-404F60AE9177}" dt="2020-10-31T19:27:33.574" v="1549" actId="2696"/>
        <pc:sldMkLst>
          <pc:docMk/>
          <pc:sldMk cId="[redacted]" sldId="288"/>
        </pc:sldMkLst>
      </pc:sldChg>
      <pc:sldChg chg="del">
        <pc:chgData name="Ivan Damnjanovic" userId="ac64187cd8522d98" providerId="LiveId" clId="{EE58FB6E-C789-424E-B3E5-404F60AE9177}" dt="2020-10-31T19:27:33.574" v="1549" actId="2696"/>
        <pc:sldMkLst>
          <pc:docMk/>
          <pc:sldMk cId="1768841562" sldId="289"/>
        </pc:sldMkLst>
      </pc:sldChg>
      <pc:sldChg chg="del">
        <pc:chgData name="Ivan Damnjanovic" userId="ac64187cd8522d98" providerId="LiveId" clId="{EE58FB6E-C789-424E-B3E5-404F60AE9177}" dt="2020-10-31T19:27:33.574" v="1549" actId="2696"/>
        <pc:sldMkLst>
          <pc:docMk/>
          <pc:sldMk cId="367450157" sldId="290"/>
        </pc:sldMkLst>
      </pc:sldChg>
      <pc:sldChg chg="del">
        <pc:chgData name="Ivan Damnjanovic" userId="ac64187cd8522d98" providerId="LiveId" clId="{EE58FB6E-C789-424E-B3E5-404F60AE9177}" dt="2020-10-31T19:27:33.574" v="1549" actId="2696"/>
        <pc:sldMkLst>
          <pc:docMk/>
          <pc:sldMk cId="1100432711" sldId="291"/>
        </pc:sldMkLst>
      </pc:sldChg>
      <pc:sldChg chg="del">
        <pc:chgData name="Ivan Damnjanovic" userId="ac64187cd8522d98" providerId="LiveId" clId="{EE58FB6E-C789-424E-B3E5-404F60AE9177}" dt="2020-10-31T19:27:33.574" v="1549" actId="2696"/>
        <pc:sldMkLst>
          <pc:docMk/>
          <pc:sldMk cId="[redacted]" sldId="292"/>
        </pc:sldMkLst>
      </pc:sldChg>
      <pc:sldChg chg="del">
        <pc:chgData name="Ivan Damnjanovic" userId="ac64187cd8522d98" providerId="LiveId" clId="{EE58FB6E-C789-424E-B3E5-404F60AE9177}" dt="2020-10-31T19:27:33.574" v="1549" actId="2696"/>
        <pc:sldMkLst>
          <pc:docMk/>
          <pc:sldMk cId="1075923616" sldId="293"/>
        </pc:sldMkLst>
      </pc:sldChg>
      <pc:sldChg chg="del">
        <pc:chgData name="Ivan Damnjanovic" userId="ac64187cd8522d98" providerId="LiveId" clId="{EE58FB6E-C789-424E-B3E5-404F60AE9177}" dt="2020-10-31T19:27:33.574" v="1549" actId="2696"/>
        <pc:sldMkLst>
          <pc:docMk/>
          <pc:sldMk cId="[redacted]" sldId="295"/>
        </pc:sldMkLst>
      </pc:sldChg>
      <pc:sldChg chg="del">
        <pc:chgData name="Ivan Damnjanovic" userId="ac64187cd8522d98" providerId="LiveId" clId="{EE58FB6E-C789-424E-B3E5-404F60AE9177}" dt="2020-10-31T19:27:33.574" v="1549" actId="2696"/>
        <pc:sldMkLst>
          <pc:docMk/>
          <pc:sldMk cId="[redacted]" sldId="296"/>
        </pc:sldMkLst>
      </pc:sldChg>
      <pc:sldChg chg="del">
        <pc:chgData name="Ivan Damnjanovic" userId="ac64187cd8522d98" providerId="LiveId" clId="{EE58FB6E-C789-424E-B3E5-404F60AE9177}" dt="2020-10-31T19:27:33.574" v="1549" actId="2696"/>
        <pc:sldMkLst>
          <pc:docMk/>
          <pc:sldMk cId="[redacted]" sldId="297"/>
        </pc:sldMkLst>
      </pc:sldChg>
      <pc:sldChg chg="del">
        <pc:chgData name="Ivan Damnjanovic" userId="ac64187cd8522d98" providerId="LiveId" clId="{EE58FB6E-C789-424E-B3E5-404F60AE9177}" dt="2020-10-31T19:27:33.574" v="1549" actId="2696"/>
        <pc:sldMkLst>
          <pc:docMk/>
          <pc:sldMk cId="[redacted]" sldId="298"/>
        </pc:sldMkLst>
      </pc:sldChg>
      <pc:sldChg chg="addSp modSp new del mod modClrScheme chgLayout">
        <pc:chgData name="Ivan Damnjanovic" userId="ac64187cd8522d98" providerId="LiveId" clId="{EE58FB6E-C789-424E-B3E5-404F60AE9177}" dt="2020-10-30T21:29:48.043" v="150" actId="2696"/>
        <pc:sldMkLst>
          <pc:docMk/>
          <pc:sldMk cId="[redacted]" sldId="299"/>
        </pc:sldMkLst>
        <pc:spChg chg="add mod">
          <ac:chgData name="Ivan Damnjanovic" userId="ac64187cd8522d98" providerId="LiveId" clId="{EE58FB6E-C789-424E-B3E5-404F60AE9177}" dt="2020-10-30T21:29:46.925" v="149" actId="207"/>
          <ac:spMkLst>
            <pc:docMk/>
            <pc:sldMk cId="[redacted]" sldId="299"/>
            <ac:spMk id="2" creationId="{2A51092D-F09B-A24B-BC9A-2F2253E72F19}"/>
          </ac:spMkLst>
        </pc:spChg>
      </pc:sldChg>
      <pc:sldChg chg="modSp new del mod">
        <pc:chgData name="Ivan Damnjanovic" userId="ac64187cd8522d98" providerId="LiveId" clId="{EE58FB6E-C789-424E-B3E5-404F60AE9177}" dt="2020-10-31T08:49:10.907" v="323" actId="2696"/>
        <pc:sldMkLst>
          <pc:docMk/>
          <pc:sldMk cId="91150475" sldId="300"/>
        </pc:sldMkLst>
        <pc:spChg chg="mod">
          <ac:chgData name="Ivan Damnjanovic" userId="ac64187cd8522d98" providerId="LiveId" clId="{EE58FB6E-C789-424E-B3E5-404F60AE9177}" dt="2020-10-30T21:29:59.561" v="153" actId="20577"/>
          <ac:spMkLst>
            <pc:docMk/>
            <pc:sldMk cId="91150475" sldId="300"/>
            <ac:spMk id="2" creationId="{44E3AFCC-A3B7-DE4A-908D-49B251BF36E0}"/>
          </ac:spMkLst>
        </pc:spChg>
      </pc:sldChg>
      <pc:sldChg chg="addSp delSp modSp new mod">
        <pc:chgData name="Ivan Damnjanovic" userId="ac64187cd8522d98" providerId="LiveId" clId="{EE58FB6E-C789-424E-B3E5-404F60AE9177}" dt="2020-11-01T09:37:27.015" v="1951" actId="1076"/>
        <pc:sldMkLst>
          <pc:docMk/>
          <pc:sldMk cId="1106804064" sldId="301"/>
        </pc:sldMkLst>
        <pc:spChg chg="mod">
          <ac:chgData name="Ivan Damnjanovic" userId="ac64187cd8522d98" providerId="LiveId" clId="{EE58FB6E-C789-424E-B3E5-404F60AE9177}" dt="2020-10-31T09:02:58.611" v="531" actId="20577"/>
          <ac:spMkLst>
            <pc:docMk/>
            <pc:sldMk cId="1106804064" sldId="301"/>
            <ac:spMk id="2" creationId="{F9546D62-8B26-464B-98A4-A9F1724CA334}"/>
          </ac:spMkLst>
        </pc:spChg>
        <pc:spChg chg="add mod">
          <ac:chgData name="Ivan Damnjanovic" userId="ac64187cd8522d98" providerId="LiveId" clId="{EE58FB6E-C789-424E-B3E5-404F60AE9177}" dt="2020-10-31T19:47:57.869" v="1713" actId="20577"/>
          <ac:spMkLst>
            <pc:docMk/>
            <pc:sldMk cId="1106804064" sldId="301"/>
            <ac:spMk id="3" creationId="{2B3B5D68-9935-9D4F-97D5-E1AF4F19321A}"/>
          </ac:spMkLst>
        </pc:spChg>
        <pc:picChg chg="add mod modCrop">
          <ac:chgData name="Ivan Damnjanovic" userId="ac64187cd8522d98" providerId="LiveId" clId="{EE58FB6E-C789-424E-B3E5-404F60AE9177}" dt="2020-11-01T09:37:27.015" v="1951" actId="1076"/>
          <ac:picMkLst>
            <pc:docMk/>
            <pc:sldMk cId="1106804064" sldId="301"/>
            <ac:picMk id="5" creationId="{39C0BC7F-C1EB-D043-A720-82CBEF028463}"/>
          </ac:picMkLst>
        </pc:picChg>
        <pc:picChg chg="add del mod modCrop">
          <ac:chgData name="Ivan Damnjanovic" userId="ac64187cd8522d98" providerId="LiveId" clId="{EE58FB6E-C789-424E-B3E5-404F60AE9177}" dt="2020-10-31T19:47:24.846" v="1694" actId="478"/>
          <ac:picMkLst>
            <pc:docMk/>
            <pc:sldMk cId="1106804064" sldId="301"/>
            <ac:picMk id="5" creationId="{BC6FBF0A-7AF5-FA41-8EE0-F5BEF13C3CFD}"/>
          </ac:picMkLst>
        </pc:picChg>
        <pc:picChg chg="add del mod modCrop">
          <ac:chgData name="Ivan Damnjanovic" userId="ac64187cd8522d98" providerId="LiveId" clId="{EE58FB6E-C789-424E-B3E5-404F60AE9177}" dt="2020-11-01T09:36:56.168" v="1940" actId="478"/>
          <ac:picMkLst>
            <pc:docMk/>
            <pc:sldMk cId="1106804064" sldId="301"/>
            <ac:picMk id="7" creationId="{06405C5B-FD0F-AC49-AD88-113074F981E2}"/>
          </ac:picMkLst>
        </pc:picChg>
        <pc:picChg chg="add del mod">
          <ac:chgData name="Ivan Damnjanovic" userId="ac64187cd8522d98" providerId="LiveId" clId="{EE58FB6E-C789-424E-B3E5-404F60AE9177}" dt="2020-10-31T19:45:53.745" v="1684" actId="478"/>
          <ac:picMkLst>
            <pc:docMk/>
            <pc:sldMk cId="1106804064" sldId="301"/>
            <ac:picMk id="1026" creationId="{8BF889F4-A905-3443-BD77-6814D5EC4EC2}"/>
          </ac:picMkLst>
        </pc:picChg>
      </pc:sldChg>
      <pc:sldChg chg="addSp delSp modSp new mod setBg">
        <pc:chgData name="Ivan Damnjanovic" userId="ac64187cd8522d98" providerId="LiveId" clId="{EE58FB6E-C789-424E-B3E5-404F60AE9177}" dt="2020-10-31T19:52:08.620" v="1722" actId="207"/>
        <pc:sldMkLst>
          <pc:docMk/>
          <pc:sldMk cId="[redacted]" sldId="302"/>
        </pc:sldMkLst>
        <pc:spChg chg="mod">
          <ac:chgData name="Ivan Damnjanovic" userId="ac64187cd8522d98" providerId="LiveId" clId="{EE58FB6E-C789-424E-B3E5-404F60AE9177}" dt="2020-10-31T09:08:24.412" v="657" actId="20577"/>
          <ac:spMkLst>
            <pc:docMk/>
            <pc:sldMk cId="[redacted]" sldId="302"/>
            <ac:spMk id="2" creationId="{30D7C4BC-0097-9F40-B994-EDD59FEAF7BC}"/>
          </ac:spMkLst>
        </pc:spChg>
        <pc:spChg chg="add del">
          <ac:chgData name="Ivan Damnjanovic" userId="ac64187cd8522d98" providerId="LiveId" clId="{EE58FB6E-C789-424E-B3E5-404F60AE9177}" dt="2020-10-30T21:26:15.978" v="59" actId="26606"/>
          <ac:spMkLst>
            <pc:docMk/>
            <pc:sldMk cId="[redacted]" sldId="302"/>
            <ac:spMk id="8" creationId="{594D6AA1-A0E1-45F9-8E25-BAB8092293CC}"/>
          </ac:spMkLst>
        </pc:spChg>
        <pc:graphicFrameChg chg="add mod modGraphic">
          <ac:chgData name="Ivan Damnjanovic" userId="ac64187cd8522d98" providerId="LiveId" clId="{EE58FB6E-C789-424E-B3E5-404F60AE9177}" dt="2020-10-31T19:52:08.620" v="1722" actId="207"/>
          <ac:graphicFrameMkLst>
            <pc:docMk/>
            <pc:sldMk cId="[redacted]" sldId="302"/>
            <ac:graphicFrameMk id="3" creationId="{BE32194B-66F2-9344-9045-71D3F235B2D4}"/>
          </ac:graphicFrameMkLst>
        </pc:graphicFrameChg>
        <pc:picChg chg="add mod">
          <ac:chgData name="Ivan Damnjanovic" userId="ac64187cd8522d98" providerId="LiveId" clId="{EE58FB6E-C789-424E-B3E5-404F60AE9177}" dt="2020-10-31T19:31:24.507" v="1583" actId="1076"/>
          <ac:picMkLst>
            <pc:docMk/>
            <pc:sldMk cId="[redacted]" sldId="302"/>
            <ac:picMk id="4" creationId="{63E7D9BB-72F5-3641-8F1E-F7AE0FD18F0D}"/>
          </ac:picMkLst>
        </pc:picChg>
        <pc:picChg chg="add mod">
          <ac:chgData name="Ivan Damnjanovic" userId="ac64187cd8522d98" providerId="LiveId" clId="{EE58FB6E-C789-424E-B3E5-404F60AE9177}" dt="2020-10-31T19:40:00.827" v="1679" actId="12789"/>
          <ac:picMkLst>
            <pc:docMk/>
            <pc:sldMk cId="[redacted]" sldId="302"/>
            <ac:picMk id="5" creationId="{26FD8721-D7E9-9846-BCF1-577F3733136E}"/>
          </ac:picMkLst>
        </pc:picChg>
        <pc:picChg chg="add mod">
          <ac:chgData name="Ivan Damnjanovic" userId="ac64187cd8522d98" providerId="LiveId" clId="{EE58FB6E-C789-424E-B3E5-404F60AE9177}" dt="2020-10-31T19:31:26.041" v="1584" actId="1076"/>
          <ac:picMkLst>
            <pc:docMk/>
            <pc:sldMk cId="[redacted]" sldId="302"/>
            <ac:picMk id="6" creationId="{DBA6DAF4-CB0D-934B-935B-EEE8242964C9}"/>
          </ac:picMkLst>
        </pc:picChg>
        <pc:picChg chg="add mod">
          <ac:chgData name="Ivan Damnjanovic" userId="ac64187cd8522d98" providerId="LiveId" clId="{EE58FB6E-C789-424E-B3E5-404F60AE9177}" dt="2020-10-31T19:31:31.015" v="1585" actId="1076"/>
          <ac:picMkLst>
            <pc:docMk/>
            <pc:sldMk cId="[redacted]" sldId="302"/>
            <ac:picMk id="7" creationId="{533F4CF7-9E93-6C48-9384-754D414EEB69}"/>
          </ac:picMkLst>
        </pc:picChg>
        <pc:picChg chg="add mod">
          <ac:chgData name="Ivan Damnjanovic" userId="ac64187cd8522d98" providerId="LiveId" clId="{EE58FB6E-C789-424E-B3E5-404F60AE9177}" dt="2020-10-31T19:40:06.660" v="1680" actId="12789"/>
          <ac:picMkLst>
            <pc:docMk/>
            <pc:sldMk cId="[redacted]" sldId="302"/>
            <ac:picMk id="8" creationId="{7A6D2AB9-2C88-884B-8089-B5D365E4C5EE}"/>
          </ac:picMkLst>
        </pc:picChg>
        <pc:picChg chg="add del mod">
          <ac:chgData name="Ivan Damnjanovic" userId="ac64187cd8522d98" providerId="LiveId" clId="{EE58FB6E-C789-424E-B3E5-404F60AE9177}" dt="2020-10-31T19:38:32.883" v="1642"/>
          <ac:picMkLst>
            <pc:docMk/>
            <pc:sldMk cId="[redacted]" sldId="302"/>
            <ac:picMk id="9" creationId="{01B6565E-BD2B-8F42-A414-58B04CCB8CF5}"/>
          </ac:picMkLst>
        </pc:picChg>
        <pc:picChg chg="add del mod">
          <ac:chgData name="Ivan Damnjanovic" userId="ac64187cd8522d98" providerId="LiveId" clId="{EE58FB6E-C789-424E-B3E5-404F60AE9177}" dt="2020-10-31T19:38:32.883" v="1642"/>
          <ac:picMkLst>
            <pc:docMk/>
            <pc:sldMk cId="[redacted]" sldId="302"/>
            <ac:picMk id="10" creationId="{84BE4FC3-7C4D-3843-B0C3-DD2F9EA254D8}"/>
          </ac:picMkLst>
        </pc:picChg>
        <pc:picChg chg="add del mod">
          <ac:chgData name="Ivan Damnjanovic" userId="ac64187cd8522d98" providerId="LiveId" clId="{EE58FB6E-C789-424E-B3E5-404F60AE9177}" dt="2020-10-31T19:38:32.883" v="1642"/>
          <ac:picMkLst>
            <pc:docMk/>
            <pc:sldMk cId="[redacted]" sldId="302"/>
            <ac:picMk id="11" creationId="{64950B75-35B2-FB47-BC76-BE666204EA39}"/>
          </ac:picMkLst>
        </pc:picChg>
        <pc:picChg chg="add del mod">
          <ac:chgData name="Ivan Damnjanovic" userId="ac64187cd8522d98" providerId="LiveId" clId="{EE58FB6E-C789-424E-B3E5-404F60AE9177}" dt="2020-10-31T19:38:32.883" v="1642"/>
          <ac:picMkLst>
            <pc:docMk/>
            <pc:sldMk cId="[redacted]" sldId="302"/>
            <ac:picMk id="12" creationId="{F54D171D-0303-7F4D-A86C-80D76F710080}"/>
          </ac:picMkLst>
        </pc:picChg>
        <pc:picChg chg="add del mod">
          <ac:chgData name="Ivan Damnjanovic" userId="ac64187cd8522d98" providerId="LiveId" clId="{EE58FB6E-C789-424E-B3E5-404F60AE9177}" dt="2020-10-31T19:38:32.883" v="1642"/>
          <ac:picMkLst>
            <pc:docMk/>
            <pc:sldMk cId="[redacted]" sldId="302"/>
            <ac:picMk id="13" creationId="{A0F24DCA-DCB7-124E-836D-20688308CC79}"/>
          </ac:picMkLst>
        </pc:picChg>
        <pc:picChg chg="add mod">
          <ac:chgData name="Ivan Damnjanovic" userId="ac64187cd8522d98" providerId="LiveId" clId="{EE58FB6E-C789-424E-B3E5-404F60AE9177}" dt="2020-10-31T19:40:22.442" v="1682" actId="1076"/>
          <ac:picMkLst>
            <pc:docMk/>
            <pc:sldMk cId="[redacted]" sldId="302"/>
            <ac:picMk id="14" creationId="{C209BF39-F140-944B-9A10-7675C9A93A47}"/>
          </ac:picMkLst>
        </pc:picChg>
        <pc:picChg chg="add mod">
          <ac:chgData name="Ivan Damnjanovic" userId="ac64187cd8522d98" providerId="LiveId" clId="{EE58FB6E-C789-424E-B3E5-404F60AE9177}" dt="2020-10-31T19:40:22.442" v="1682" actId="1076"/>
          <ac:picMkLst>
            <pc:docMk/>
            <pc:sldMk cId="[redacted]" sldId="302"/>
            <ac:picMk id="15" creationId="{B7668DFF-EFCE-964C-9725-6E59FF010C17}"/>
          </ac:picMkLst>
        </pc:picChg>
        <pc:picChg chg="add mod">
          <ac:chgData name="Ivan Damnjanovic" userId="ac64187cd8522d98" providerId="LiveId" clId="{EE58FB6E-C789-424E-B3E5-404F60AE9177}" dt="2020-10-31T19:40:22.442" v="1682" actId="1076"/>
          <ac:picMkLst>
            <pc:docMk/>
            <pc:sldMk cId="[redacted]" sldId="302"/>
            <ac:picMk id="16" creationId="{4F40A6B9-0732-B242-9985-FDD91B03428C}"/>
          </ac:picMkLst>
        </pc:picChg>
        <pc:picChg chg="add mod">
          <ac:chgData name="Ivan Damnjanovic" userId="ac64187cd8522d98" providerId="LiveId" clId="{EE58FB6E-C789-424E-B3E5-404F60AE9177}" dt="2020-10-31T19:40:22.442" v="1682" actId="1076"/>
          <ac:picMkLst>
            <pc:docMk/>
            <pc:sldMk cId="[redacted]" sldId="302"/>
            <ac:picMk id="17" creationId="{F2B4A95F-6EBD-DA41-A5FD-E5ACBB6E4C6D}"/>
          </ac:picMkLst>
        </pc:picChg>
        <pc:picChg chg="add mod">
          <ac:chgData name="Ivan Damnjanovic" userId="ac64187cd8522d98" providerId="LiveId" clId="{EE58FB6E-C789-424E-B3E5-404F60AE9177}" dt="2020-10-31T19:40:22.442" v="1682" actId="1076"/>
          <ac:picMkLst>
            <pc:docMk/>
            <pc:sldMk cId="[redacted]" sldId="302"/>
            <ac:picMk id="18" creationId="{85591DDA-D7E0-3C44-B4CF-FF[redacted]}"/>
          </ac:picMkLst>
        </pc:picChg>
        <pc:picChg chg="add mod">
          <ac:chgData name="Ivan Damnjanovic" userId="ac64187cd8522d98" providerId="LiveId" clId="{EE58FB6E-C789-424E-B3E5-404F60AE9177}" dt="2020-10-31T19:40:30.448" v="1683" actId="12788"/>
          <ac:picMkLst>
            <pc:docMk/>
            <pc:sldMk cId="[redacted]" sldId="302"/>
            <ac:picMk id="19" creationId="{F6C4814F-C657-7041-8DF1-2918C9F18327}"/>
          </ac:picMkLst>
        </pc:picChg>
        <pc:picChg chg="add mod">
          <ac:chgData name="Ivan Damnjanovic" userId="ac64187cd8522d98" providerId="LiveId" clId="{EE58FB6E-C789-424E-B3E5-404F60AE9177}" dt="2020-10-31T19:40:30.448" v="1683" actId="12788"/>
          <ac:picMkLst>
            <pc:docMk/>
            <pc:sldMk cId="[redacted]" sldId="302"/>
            <ac:picMk id="20" creationId="{D7D24DD2-C5F8-954A-A48B-38D1653D8003}"/>
          </ac:picMkLst>
        </pc:picChg>
        <pc:picChg chg="add mod">
          <ac:chgData name="Ivan Damnjanovic" userId="ac64187cd8522d98" providerId="LiveId" clId="{EE58FB6E-C789-424E-B3E5-404F60AE9177}" dt="2020-10-31T19:40:30.448" v="1683" actId="12788"/>
          <ac:picMkLst>
            <pc:docMk/>
            <pc:sldMk cId="[redacted]" sldId="302"/>
            <ac:picMk id="21" creationId="{148AD170-3314-1C4C-9537-FE95A6AC749F}"/>
          </ac:picMkLst>
        </pc:picChg>
        <pc:picChg chg="add mod">
          <ac:chgData name="Ivan Damnjanovic" userId="ac64187cd8522d98" providerId="LiveId" clId="{EE58FB6E-C789-424E-B3E5-404F60AE9177}" dt="2020-10-31T19:40:30.448" v="1683" actId="12788"/>
          <ac:picMkLst>
            <pc:docMk/>
            <pc:sldMk cId="[redacted]" sldId="302"/>
            <ac:picMk id="22" creationId="{940BC61D-DFBD-A342-AE7D-8FF6C63C0C44}"/>
          </ac:picMkLst>
        </pc:picChg>
        <pc:picChg chg="add mod">
          <ac:chgData name="Ivan Damnjanovic" userId="ac64187cd8522d98" providerId="LiveId" clId="{EE58FB6E-C789-424E-B3E5-404F60AE9177}" dt="2020-10-31T19:40:30.448" v="1683" actId="12788"/>
          <ac:picMkLst>
            <pc:docMk/>
            <pc:sldMk cId="[redacted]" sldId="302"/>
            <ac:picMk id="23" creationId="{54A182E0-8AB9-454A-9065-8CA6BA1C5E5C}"/>
          </ac:picMkLst>
        </pc:picChg>
        <pc:picChg chg="add mod">
          <ac:chgData name="Ivan Damnjanovic" userId="ac64187cd8522d98" providerId="LiveId" clId="{EE58FB6E-C789-424E-B3E5-404F60AE9177}" dt="2020-10-31T19:40:06.660" v="1680" actId="12789"/>
          <ac:picMkLst>
            <pc:docMk/>
            <pc:sldMk cId="[redacted]" sldId="302"/>
            <ac:picMk id="24" creationId="{746E86D1-9C90-7B40-BD3D-4BE691DEF2AC}"/>
          </ac:picMkLst>
        </pc:picChg>
        <pc:picChg chg="add mod">
          <ac:chgData name="Ivan Damnjanovic" userId="ac64187cd8522d98" providerId="LiveId" clId="{EE58FB6E-C789-424E-B3E5-404F60AE9177}" dt="2020-10-31T19:39:40.665" v="1675" actId="12788"/>
          <ac:picMkLst>
            <pc:docMk/>
            <pc:sldMk cId="[redacted]" sldId="302"/>
            <ac:picMk id="25" creationId="{65EC56A0-E2B5-4941-B455-CD1CB03D4F1A}"/>
          </ac:picMkLst>
        </pc:picChg>
        <pc:picChg chg="add mod">
          <ac:chgData name="Ivan Damnjanovic" userId="ac64187cd8522d98" providerId="LiveId" clId="{EE58FB6E-C789-424E-B3E5-404F60AE9177}" dt="2020-10-31T19:39:40.665" v="1675" actId="12788"/>
          <ac:picMkLst>
            <pc:docMk/>
            <pc:sldMk cId="[redacted]" sldId="302"/>
            <ac:picMk id="26" creationId="{5002CCD6-A3D9-7346-964A-AFC700DD330B}"/>
          </ac:picMkLst>
        </pc:picChg>
        <pc:picChg chg="add mod">
          <ac:chgData name="Ivan Damnjanovic" userId="ac64187cd8522d98" providerId="LiveId" clId="{EE58FB6E-C789-424E-B3E5-404F60AE9177}" dt="2020-10-31T19:40:00.827" v="1679" actId="12789"/>
          <ac:picMkLst>
            <pc:docMk/>
            <pc:sldMk cId="[redacted]" sldId="302"/>
            <ac:picMk id="27" creationId="{A0E7BF37-27D5-3741-ADE8-E469B1041A12}"/>
          </ac:picMkLst>
        </pc:picChg>
        <pc:picChg chg="add mod">
          <ac:chgData name="Ivan Damnjanovic" userId="ac64187cd8522d98" providerId="LiveId" clId="{EE58FB6E-C789-424E-B3E5-404F60AE9177}" dt="2020-10-31T19:39:40.665" v="1675" actId="12788"/>
          <ac:picMkLst>
            <pc:docMk/>
            <pc:sldMk cId="[redacted]" sldId="302"/>
            <ac:picMk id="28" creationId="{60444719-8585-2D47-BBCC-93CB2E9C81B5}"/>
          </ac:picMkLst>
        </pc:picChg>
      </pc:sldChg>
      <pc:sldChg chg="modSp new del mod">
        <pc:chgData name="Ivan Damnjanovic" userId="ac64187cd8522d98" providerId="LiveId" clId="{EE58FB6E-C789-424E-B3E5-404F60AE9177}" dt="2020-10-31T08:49:41.034" v="343" actId="2696"/>
        <pc:sldMkLst>
          <pc:docMk/>
          <pc:sldMk cId="[redacted]" sldId="303"/>
        </pc:sldMkLst>
        <pc:spChg chg="mod">
          <ac:chgData name="Ivan Damnjanovic" userId="ac64187cd8522d98" providerId="LiveId" clId="{EE58FB6E-C789-424E-B3E5-404F60AE9177}" dt="2020-10-30T21:29:11.718" v="139" actId="207"/>
          <ac:spMkLst>
            <pc:docMk/>
            <pc:sldMk cId="[redacted]" sldId="303"/>
            <ac:spMk id="2" creationId="{C40B32B2-0C76-EC40-BD2B-0D635705A482}"/>
          </ac:spMkLst>
        </pc:spChg>
      </pc:sldChg>
      <pc:sldChg chg="modSp add mod">
        <pc:chgData name="Ivan Damnjanovic" userId="ac64187cd8522d98" providerId="LiveId" clId="{EE58FB6E-C789-424E-B3E5-404F60AE9177}" dt="2020-10-31T21:11:37.881" v="1916" actId="207"/>
        <pc:sldMkLst>
          <pc:docMk/>
          <pc:sldMk cId="193669708" sldId="304"/>
        </pc:sldMkLst>
        <pc:spChg chg="mod">
          <ac:chgData name="Ivan Damnjanovic" userId="ac64187cd8522d98" providerId="LiveId" clId="{EE58FB6E-C789-424E-B3E5-404F60AE9177}" dt="2020-10-31T21:11:15.695" v="1912" actId="207"/>
          <ac:spMkLst>
            <pc:docMk/>
            <pc:sldMk cId="193669708" sldId="304"/>
            <ac:spMk id="257" creationId="{00000000-0000-0000-0000-000000000000}"/>
          </ac:spMkLst>
        </pc:spChg>
        <pc:spChg chg="mod">
          <ac:chgData name="Ivan Damnjanovic" userId="ac64187cd8522d98" providerId="LiveId" clId="{EE58FB6E-C789-424E-B3E5-404F60AE9177}" dt="2020-10-31T21:11:11.614" v="1911" actId="207"/>
          <ac:spMkLst>
            <pc:docMk/>
            <pc:sldMk cId="193669708" sldId="304"/>
            <ac:spMk id="258" creationId="{00000000-0000-0000-0000-000000000000}"/>
          </ac:spMkLst>
        </pc:spChg>
        <pc:spChg chg="mod">
          <ac:chgData name="Ivan Damnjanovic" userId="ac64187cd8522d98" providerId="LiveId" clId="{EE58FB6E-C789-424E-B3E5-404F60AE9177}" dt="2020-10-31T21:11:07.897" v="1910" actId="207"/>
          <ac:spMkLst>
            <pc:docMk/>
            <pc:sldMk cId="193669708" sldId="304"/>
            <ac:spMk id="259" creationId="{00000000-0000-0000-0000-000000000000}"/>
          </ac:spMkLst>
        </pc:spChg>
        <pc:spChg chg="mod">
          <ac:chgData name="Ivan Damnjanovic" userId="ac64187cd8522d98" providerId="LiveId" clId="{EE58FB6E-C789-424E-B3E5-404F60AE9177}" dt="2020-10-31T21:11:02.882" v="1909" actId="207"/>
          <ac:spMkLst>
            <pc:docMk/>
            <pc:sldMk cId="193669708" sldId="304"/>
            <ac:spMk id="260" creationId="{00000000-0000-0000-0000-000000000000}"/>
          </ac:spMkLst>
        </pc:spChg>
        <pc:spChg chg="mod">
          <ac:chgData name="Ivan Damnjanovic" userId="ac64187cd8522d98" providerId="LiveId" clId="{EE58FB6E-C789-424E-B3E5-404F60AE9177}" dt="2020-10-31T21:10:42.375" v="1907" actId="207"/>
          <ac:spMkLst>
            <pc:docMk/>
            <pc:sldMk cId="193669708" sldId="304"/>
            <ac:spMk id="261" creationId="{00000000-0000-0000-0000-000000000000}"/>
          </ac:spMkLst>
        </pc:spChg>
        <pc:spChg chg="mod">
          <ac:chgData name="Ivan Damnjanovic" userId="ac64187cd8522d98" providerId="LiveId" clId="{EE58FB6E-C789-424E-B3E5-404F60AE9177}" dt="2020-10-31T21:10:58.418" v="1908" actId="207"/>
          <ac:spMkLst>
            <pc:docMk/>
            <pc:sldMk cId="193669708" sldId="304"/>
            <ac:spMk id="262" creationId="{00000000-0000-0000-0000-000000000000}"/>
          </ac:spMkLst>
        </pc:spChg>
        <pc:spChg chg="mod">
          <ac:chgData name="Ivan Damnjanovic" userId="ac64187cd8522d98" providerId="LiveId" clId="{EE58FB6E-C789-424E-B3E5-404F60AE9177}" dt="2020-10-30T21:33:47.349" v="167" actId="207"/>
          <ac:spMkLst>
            <pc:docMk/>
            <pc:sldMk cId="193669708" sldId="304"/>
            <ac:spMk id="263" creationId="{00000000-0000-0000-0000-000000000000}"/>
          </ac:spMkLst>
        </pc:spChg>
        <pc:spChg chg="mod">
          <ac:chgData name="Ivan Damnjanovic" userId="ac64187cd8522d98" providerId="LiveId" clId="{EE58FB6E-C789-424E-B3E5-404F60AE9177}" dt="2020-10-30T21:33:26.088" v="166" actId="207"/>
          <ac:spMkLst>
            <pc:docMk/>
            <pc:sldMk cId="193669708" sldId="304"/>
            <ac:spMk id="267" creationId="{00000000-0000-0000-0000-000000000000}"/>
          </ac:spMkLst>
        </pc:spChg>
        <pc:spChg chg="mod">
          <ac:chgData name="Ivan Damnjanovic" userId="ac64187cd8522d98" providerId="LiveId" clId="{EE58FB6E-C789-424E-B3E5-404F60AE9177}" dt="2020-10-30T21:33:26.088" v="166" actId="207"/>
          <ac:spMkLst>
            <pc:docMk/>
            <pc:sldMk cId="193669708" sldId="304"/>
            <ac:spMk id="268" creationId="{00000000-0000-0000-0000-000000000000}"/>
          </ac:spMkLst>
        </pc:spChg>
        <pc:spChg chg="mod">
          <ac:chgData name="Ivan Damnjanovic" userId="ac64187cd8522d98" providerId="LiveId" clId="{EE58FB6E-C789-424E-B3E5-404F60AE9177}" dt="2020-10-30T21:33:26.088" v="166" actId="207"/>
          <ac:spMkLst>
            <pc:docMk/>
            <pc:sldMk cId="193669708" sldId="304"/>
            <ac:spMk id="269" creationId="{00000000-0000-0000-0000-000000000000}"/>
          </ac:spMkLst>
        </pc:spChg>
        <pc:spChg chg="mod">
          <ac:chgData name="Ivan Damnjanovic" userId="ac64187cd8522d98" providerId="LiveId" clId="{EE58FB6E-C789-424E-B3E5-404F60AE9177}" dt="2020-10-30T21:33:26.088" v="166" actId="207"/>
          <ac:spMkLst>
            <pc:docMk/>
            <pc:sldMk cId="193669708" sldId="304"/>
            <ac:spMk id="270" creationId="{00000000-0000-0000-0000-000000000000}"/>
          </ac:spMkLst>
        </pc:spChg>
        <pc:spChg chg="mod">
          <ac:chgData name="Ivan Damnjanovic" userId="ac64187cd8522d98" providerId="LiveId" clId="{EE58FB6E-C789-424E-B3E5-404F60AE9177}" dt="2020-10-30T21:33:26.088" v="166" actId="207"/>
          <ac:spMkLst>
            <pc:docMk/>
            <pc:sldMk cId="193669708" sldId="304"/>
            <ac:spMk id="271" creationId="{00000000-0000-0000-0000-000000000000}"/>
          </ac:spMkLst>
        </pc:spChg>
        <pc:spChg chg="mod">
          <ac:chgData name="Ivan Damnjanovic" userId="ac64187cd8522d98" providerId="LiveId" clId="{EE58FB6E-C789-424E-B3E5-404F60AE9177}" dt="2020-10-30T21:33:26.088" v="166" actId="207"/>
          <ac:spMkLst>
            <pc:docMk/>
            <pc:sldMk cId="193669708" sldId="304"/>
            <ac:spMk id="272" creationId="{00000000-0000-0000-0000-000000000000}"/>
          </ac:spMkLst>
        </pc:spChg>
        <pc:spChg chg="mod">
          <ac:chgData name="Ivan Damnjanovic" userId="ac64187cd8522d98" providerId="LiveId" clId="{EE58FB6E-C789-424E-B3E5-404F60AE9177}" dt="2020-10-30T21:33:26.088" v="166" actId="207"/>
          <ac:spMkLst>
            <pc:docMk/>
            <pc:sldMk cId="193669708" sldId="304"/>
            <ac:spMk id="273" creationId="{00000000-0000-0000-0000-000000000000}"/>
          </ac:spMkLst>
        </pc:spChg>
        <pc:spChg chg="mod">
          <ac:chgData name="Ivan Damnjanovic" userId="ac64187cd8522d98" providerId="LiveId" clId="{EE58FB6E-C789-424E-B3E5-404F60AE9177}" dt="2020-10-30T21:33:26.088" v="166" actId="207"/>
          <ac:spMkLst>
            <pc:docMk/>
            <pc:sldMk cId="193669708" sldId="304"/>
            <ac:spMk id="274" creationId="{00000000-0000-0000-0000-000000000000}"/>
          </ac:spMkLst>
        </pc:spChg>
        <pc:spChg chg="mod">
          <ac:chgData name="Ivan Damnjanovic" userId="ac64187cd8522d98" providerId="LiveId" clId="{EE58FB6E-C789-424E-B3E5-404F60AE9177}" dt="2020-10-30T21:33:26.088" v="166" actId="207"/>
          <ac:spMkLst>
            <pc:docMk/>
            <pc:sldMk cId="193669708" sldId="304"/>
            <ac:spMk id="275" creationId="{00000000-0000-0000-0000-000000000000}"/>
          </ac:spMkLst>
        </pc:spChg>
        <pc:spChg chg="mod">
          <ac:chgData name="Ivan Damnjanovic" userId="ac64187cd8522d98" providerId="LiveId" clId="{EE58FB6E-C789-424E-B3E5-404F60AE9177}" dt="2020-10-30T21:33:26.088" v="166" actId="207"/>
          <ac:spMkLst>
            <pc:docMk/>
            <pc:sldMk cId="193669708" sldId="304"/>
            <ac:spMk id="276" creationId="{00000000-0000-0000-0000-000000000000}"/>
          </ac:spMkLst>
        </pc:spChg>
        <pc:spChg chg="mod">
          <ac:chgData name="Ivan Damnjanovic" userId="ac64187cd8522d98" providerId="LiveId" clId="{EE58FB6E-C789-424E-B3E5-404F60AE9177}" dt="2020-10-30T21:33:26.088" v="166" actId="207"/>
          <ac:spMkLst>
            <pc:docMk/>
            <pc:sldMk cId="193669708" sldId="304"/>
            <ac:spMk id="277" creationId="{00000000-0000-0000-0000-000000000000}"/>
          </ac:spMkLst>
        </pc:spChg>
        <pc:spChg chg="mod">
          <ac:chgData name="Ivan Damnjanovic" userId="ac64187cd8522d98" providerId="LiveId" clId="{EE58FB6E-C789-424E-B3E5-404F60AE9177}" dt="2020-10-30T21:33:26.088" v="166" actId="207"/>
          <ac:spMkLst>
            <pc:docMk/>
            <pc:sldMk cId="193669708" sldId="304"/>
            <ac:spMk id="278" creationId="{00000000-0000-0000-0000-000000000000}"/>
          </ac:spMkLst>
        </pc:spChg>
        <pc:spChg chg="mod">
          <ac:chgData name="Ivan Damnjanovic" userId="ac64187cd8522d98" providerId="LiveId" clId="{EE58FB6E-C789-424E-B3E5-404F60AE9177}" dt="2020-10-30T21:33:26.088" v="166" actId="207"/>
          <ac:spMkLst>
            <pc:docMk/>
            <pc:sldMk cId="193669708" sldId="304"/>
            <ac:spMk id="279" creationId="{00000000-0000-0000-0000-000000000000}"/>
          </ac:spMkLst>
        </pc:spChg>
        <pc:spChg chg="mod">
          <ac:chgData name="Ivan Damnjanovic" userId="ac64187cd8522d98" providerId="LiveId" clId="{EE58FB6E-C789-424E-B3E5-404F60AE9177}" dt="2020-10-30T21:33:26.088" v="166" actId="207"/>
          <ac:spMkLst>
            <pc:docMk/>
            <pc:sldMk cId="193669708" sldId="304"/>
            <ac:spMk id="280" creationId="{00000000-0000-0000-0000-000000000000}"/>
          </ac:spMkLst>
        </pc:spChg>
        <pc:spChg chg="mod">
          <ac:chgData name="Ivan Damnjanovic" userId="ac64187cd8522d98" providerId="LiveId" clId="{EE58FB6E-C789-424E-B3E5-404F60AE9177}" dt="2020-10-30T21:33:26.088" v="166" actId="207"/>
          <ac:spMkLst>
            <pc:docMk/>
            <pc:sldMk cId="193669708" sldId="304"/>
            <ac:spMk id="281" creationId="{00000000-0000-0000-0000-000000000000}"/>
          </ac:spMkLst>
        </pc:spChg>
        <pc:spChg chg="mod">
          <ac:chgData name="Ivan Damnjanovic" userId="ac64187cd8522d98" providerId="LiveId" clId="{EE58FB6E-C789-424E-B3E5-404F60AE9177}" dt="2020-10-30T21:33:26.088" v="166" actId="207"/>
          <ac:spMkLst>
            <pc:docMk/>
            <pc:sldMk cId="193669708" sldId="304"/>
            <ac:spMk id="282" creationId="{00000000-0000-0000-0000-000000000000}"/>
          </ac:spMkLst>
        </pc:spChg>
        <pc:spChg chg="mod">
          <ac:chgData name="Ivan Damnjanovic" userId="ac64187cd8522d98" providerId="LiveId" clId="{EE58FB6E-C789-424E-B3E5-404F60AE9177}" dt="2020-10-30T21:33:26.088" v="166" actId="207"/>
          <ac:spMkLst>
            <pc:docMk/>
            <pc:sldMk cId="193669708" sldId="304"/>
            <ac:spMk id="283" creationId="{00000000-0000-0000-0000-000000000000}"/>
          </ac:spMkLst>
        </pc:spChg>
        <pc:spChg chg="mod">
          <ac:chgData name="Ivan Damnjanovic" userId="ac64187cd8522d98" providerId="LiveId" clId="{EE58FB6E-C789-424E-B3E5-404F60AE9177}" dt="2020-10-30T21:33:26.088" v="166" actId="207"/>
          <ac:spMkLst>
            <pc:docMk/>
            <pc:sldMk cId="193669708" sldId="304"/>
            <ac:spMk id="284" creationId="{00000000-0000-0000-0000-000000000000}"/>
          </ac:spMkLst>
        </pc:spChg>
        <pc:spChg chg="mod">
          <ac:chgData name="Ivan Damnjanovic" userId="ac64187cd8522d98" providerId="LiveId" clId="{EE58FB6E-C789-424E-B3E5-404F60AE9177}" dt="2020-10-30T21:33:26.088" v="166" actId="207"/>
          <ac:spMkLst>
            <pc:docMk/>
            <pc:sldMk cId="193669708" sldId="304"/>
            <ac:spMk id="285" creationId="{00000000-0000-0000-0000-000000000000}"/>
          </ac:spMkLst>
        </pc:spChg>
        <pc:spChg chg="mod">
          <ac:chgData name="Ivan Damnjanovic" userId="ac64187cd8522d98" providerId="LiveId" clId="{EE58FB6E-C789-424E-B3E5-404F60AE9177}" dt="2020-10-30T21:33:26.088" v="166" actId="207"/>
          <ac:spMkLst>
            <pc:docMk/>
            <pc:sldMk cId="193669708" sldId="304"/>
            <ac:spMk id="286" creationId="{00000000-0000-0000-0000-000000000000}"/>
          </ac:spMkLst>
        </pc:spChg>
        <pc:spChg chg="mod">
          <ac:chgData name="Ivan Damnjanovic" userId="ac64187cd8522d98" providerId="LiveId" clId="{EE58FB6E-C789-424E-B3E5-404F60AE9177}" dt="2020-10-30T21:33:26.088" v="166" actId="207"/>
          <ac:spMkLst>
            <pc:docMk/>
            <pc:sldMk cId="193669708" sldId="304"/>
            <ac:spMk id="287" creationId="{00000000-0000-0000-0000-000000000000}"/>
          </ac:spMkLst>
        </pc:spChg>
        <pc:spChg chg="mod">
          <ac:chgData name="Ivan Damnjanovic" userId="ac64187cd8522d98" providerId="LiveId" clId="{EE58FB6E-C789-424E-B3E5-404F60AE9177}" dt="2020-10-30T21:33:26.088" v="166" actId="207"/>
          <ac:spMkLst>
            <pc:docMk/>
            <pc:sldMk cId="193669708" sldId="304"/>
            <ac:spMk id="288" creationId="{00000000-0000-0000-0000-000000000000}"/>
          </ac:spMkLst>
        </pc:spChg>
        <pc:spChg chg="mod">
          <ac:chgData name="Ivan Damnjanovic" userId="ac64187cd8522d98" providerId="LiveId" clId="{EE58FB6E-C789-424E-B3E5-404F60AE9177}" dt="2020-10-30T21:33:26.088" v="166" actId="207"/>
          <ac:spMkLst>
            <pc:docMk/>
            <pc:sldMk cId="193669708" sldId="304"/>
            <ac:spMk id="289" creationId="{00000000-0000-0000-0000-000000000000}"/>
          </ac:spMkLst>
        </pc:spChg>
        <pc:spChg chg="mod">
          <ac:chgData name="Ivan Damnjanovic" userId="ac64187cd8522d98" providerId="LiveId" clId="{EE58FB6E-C789-424E-B3E5-404F60AE9177}" dt="2020-10-30T21:33:26.088" v="166" actId="207"/>
          <ac:spMkLst>
            <pc:docMk/>
            <pc:sldMk cId="193669708" sldId="304"/>
            <ac:spMk id="290" creationId="{00000000-0000-0000-0000-000000000000}"/>
          </ac:spMkLst>
        </pc:spChg>
        <pc:spChg chg="mod">
          <ac:chgData name="Ivan Damnjanovic" userId="ac64187cd8522d98" providerId="LiveId" clId="{EE58FB6E-C789-424E-B3E5-404F60AE9177}" dt="2020-10-30T21:33:26.088" v="166" actId="207"/>
          <ac:spMkLst>
            <pc:docMk/>
            <pc:sldMk cId="193669708" sldId="304"/>
            <ac:spMk id="291" creationId="{00000000-0000-0000-0000-000000000000}"/>
          </ac:spMkLst>
        </pc:spChg>
        <pc:spChg chg="mod">
          <ac:chgData name="Ivan Damnjanovic" userId="ac64187cd8522d98" providerId="LiveId" clId="{EE58FB6E-C789-424E-B3E5-404F60AE9177}" dt="2020-10-30T21:33:26.088" v="166" actId="207"/>
          <ac:spMkLst>
            <pc:docMk/>
            <pc:sldMk cId="193669708" sldId="304"/>
            <ac:spMk id="292" creationId="{00000000-0000-0000-0000-000000000000}"/>
          </ac:spMkLst>
        </pc:spChg>
        <pc:spChg chg="mod">
          <ac:chgData name="Ivan Damnjanovic" userId="ac64187cd8522d98" providerId="LiveId" clId="{EE58FB6E-C789-424E-B3E5-404F60AE9177}" dt="2020-10-31T21:11:37.881" v="1916" actId="207"/>
          <ac:spMkLst>
            <pc:docMk/>
            <pc:sldMk cId="193669708" sldId="304"/>
            <ac:spMk id="293" creationId="{00000000-0000-0000-0000-000000000000}"/>
          </ac:spMkLst>
        </pc:spChg>
        <pc:spChg chg="mod">
          <ac:chgData name="Ivan Damnjanovic" userId="ac64187cd8522d98" providerId="LiveId" clId="{EE58FB6E-C789-424E-B3E5-404F60AE9177}" dt="2020-10-30T21:33:26.088" v="166" actId="207"/>
          <ac:spMkLst>
            <pc:docMk/>
            <pc:sldMk cId="193669708" sldId="304"/>
            <ac:spMk id="296" creationId="{00000000-0000-0000-0000-000000000000}"/>
          </ac:spMkLst>
        </pc:spChg>
        <pc:spChg chg="mod">
          <ac:chgData name="Ivan Damnjanovic" userId="ac64187cd8522d98" providerId="LiveId" clId="{EE58FB6E-C789-424E-B3E5-404F60AE9177}" dt="2020-10-30T21:33:26.088" v="166" actId="207"/>
          <ac:spMkLst>
            <pc:docMk/>
            <pc:sldMk cId="193669708" sldId="304"/>
            <ac:spMk id="297" creationId="{00000000-0000-0000-0000-000000000000}"/>
          </ac:spMkLst>
        </pc:spChg>
        <pc:spChg chg="mod">
          <ac:chgData name="Ivan Damnjanovic" userId="ac64187cd8522d98" providerId="LiveId" clId="{EE58FB6E-C789-424E-B3E5-404F60AE9177}" dt="2020-10-30T21:33:26.088" v="166" actId="207"/>
          <ac:spMkLst>
            <pc:docMk/>
            <pc:sldMk cId="193669708" sldId="304"/>
            <ac:spMk id="298" creationId="{00000000-0000-0000-0000-000000000000}"/>
          </ac:spMkLst>
        </pc:spChg>
        <pc:spChg chg="mod">
          <ac:chgData name="Ivan Damnjanovic" userId="ac64187cd8522d98" providerId="LiveId" clId="{EE58FB6E-C789-424E-B3E5-404F60AE9177}" dt="2020-10-30T21:33:26.088" v="166" actId="207"/>
          <ac:spMkLst>
            <pc:docMk/>
            <pc:sldMk cId="193669708" sldId="304"/>
            <ac:spMk id="299" creationId="{00000000-0000-0000-0000-000000000000}"/>
          </ac:spMkLst>
        </pc:spChg>
        <pc:spChg chg="mod">
          <ac:chgData name="Ivan Damnjanovic" userId="ac64187cd8522d98" providerId="LiveId" clId="{EE58FB6E-C789-424E-B3E5-404F60AE9177}" dt="2020-10-30T21:33:26.088" v="166" actId="207"/>
          <ac:spMkLst>
            <pc:docMk/>
            <pc:sldMk cId="193669708" sldId="304"/>
            <ac:spMk id="300" creationId="{00000000-0000-0000-0000-000000000000}"/>
          </ac:spMkLst>
        </pc:spChg>
        <pc:spChg chg="mod">
          <ac:chgData name="Ivan Damnjanovic" userId="ac64187cd8522d98" providerId="LiveId" clId="{EE58FB6E-C789-424E-B3E5-404F60AE9177}" dt="2020-10-30T21:33:26.088" v="166" actId="207"/>
          <ac:spMkLst>
            <pc:docMk/>
            <pc:sldMk cId="193669708" sldId="304"/>
            <ac:spMk id="301" creationId="{00000000-0000-0000-0000-000000000000}"/>
          </ac:spMkLst>
        </pc:spChg>
        <pc:spChg chg="mod">
          <ac:chgData name="Ivan Damnjanovic" userId="ac64187cd8522d98" providerId="LiveId" clId="{EE58FB6E-C789-424E-B3E5-404F60AE9177}" dt="2020-10-30T21:33:26.088" v="166" actId="207"/>
          <ac:spMkLst>
            <pc:docMk/>
            <pc:sldMk cId="193669708" sldId="304"/>
            <ac:spMk id="302" creationId="{00000000-0000-0000-0000-000000000000}"/>
          </ac:spMkLst>
        </pc:spChg>
        <pc:spChg chg="mod">
          <ac:chgData name="Ivan Damnjanovic" userId="ac64187cd8522d98" providerId="LiveId" clId="{EE58FB6E-C789-424E-B3E5-404F60AE9177}" dt="2020-10-30T21:33:26.088" v="166" actId="207"/>
          <ac:spMkLst>
            <pc:docMk/>
            <pc:sldMk cId="193669708" sldId="304"/>
            <ac:spMk id="303" creationId="{00000000-0000-0000-0000-000000000000}"/>
          </ac:spMkLst>
        </pc:spChg>
        <pc:picChg chg="mod">
          <ac:chgData name="Ivan Damnjanovic" userId="ac64187cd8522d98" providerId="LiveId" clId="{EE58FB6E-C789-424E-B3E5-404F60AE9177}" dt="2020-10-30T21:35:07.318" v="188"/>
          <ac:picMkLst>
            <pc:docMk/>
            <pc:sldMk cId="193669708" sldId="304"/>
            <ac:picMk id="294" creationId="{00000000-0000-0000-0000-000000000000}"/>
          </ac:picMkLst>
        </pc:picChg>
        <pc:picChg chg="mod">
          <ac:chgData name="Ivan Damnjanovic" userId="ac64187cd8522d98" providerId="LiveId" clId="{EE58FB6E-C789-424E-B3E5-404F60AE9177}" dt="2020-10-30T21:35:07.318" v="188"/>
          <ac:picMkLst>
            <pc:docMk/>
            <pc:sldMk cId="193669708" sldId="304"/>
            <ac:picMk id="295" creationId="{00000000-0000-0000-0000-000000000000}"/>
          </ac:picMkLst>
        </pc:picChg>
        <pc:picChg chg="mod">
          <ac:chgData name="Ivan Damnjanovic" userId="ac64187cd8522d98" providerId="LiveId" clId="{EE58FB6E-C789-424E-B3E5-404F60AE9177}" dt="2020-10-30T21:35:07.318" v="188"/>
          <ac:picMkLst>
            <pc:docMk/>
            <pc:sldMk cId="193669708" sldId="304"/>
            <ac:picMk id="304" creationId="{00000000-0000-0000-0000-000000000000}"/>
          </ac:picMkLst>
        </pc:picChg>
        <pc:cxnChg chg="mod">
          <ac:chgData name="Ivan Damnjanovic" userId="ac64187cd8522d98" providerId="LiveId" clId="{EE58FB6E-C789-424E-B3E5-404F60AE9177}" dt="2020-10-31T08:51:55.476" v="409" actId="208"/>
          <ac:cxnSpMkLst>
            <pc:docMk/>
            <pc:sldMk cId="193669708" sldId="304"/>
            <ac:cxnSpMk id="264" creationId="{00000000-0000-0000-0000-000000000000}"/>
          </ac:cxnSpMkLst>
        </pc:cxnChg>
        <pc:cxnChg chg="mod">
          <ac:chgData name="Ivan Damnjanovic" userId="ac64187cd8522d98" providerId="LiveId" clId="{EE58FB6E-C789-424E-B3E5-404F60AE9177}" dt="2020-10-31T08:51:55.476" v="409" actId="208"/>
          <ac:cxnSpMkLst>
            <pc:docMk/>
            <pc:sldMk cId="193669708" sldId="304"/>
            <ac:cxnSpMk id="265" creationId="{00000000-0000-0000-0000-000000000000}"/>
          </ac:cxnSpMkLst>
        </pc:cxnChg>
        <pc:cxnChg chg="mod">
          <ac:chgData name="Ivan Damnjanovic" userId="ac64187cd8522d98" providerId="LiveId" clId="{EE58FB6E-C789-424E-B3E5-404F60AE9177}" dt="2020-10-31T08:51:55.476" v="409" actId="208"/>
          <ac:cxnSpMkLst>
            <pc:docMk/>
            <pc:sldMk cId="193669708" sldId="304"/>
            <ac:cxnSpMk id="266" creationId="{00000000-0000-0000-0000-000000000000}"/>
          </ac:cxnSpMkLst>
        </pc:cxnChg>
      </pc:sldChg>
      <pc:sldChg chg="addSp delSp modSp add del mod">
        <pc:chgData name="Ivan Damnjanovic" userId="ac64187cd8522d98" providerId="LiveId" clId="{EE58FB6E-C789-424E-B3E5-404F60AE9177}" dt="2020-10-30T21:33:18.768" v="164" actId="2696"/>
        <pc:sldMkLst>
          <pc:docMk/>
          <pc:sldMk cId="[redacted]" sldId="304"/>
        </pc:sldMkLst>
        <pc:spChg chg="mod">
          <ac:chgData name="Ivan Damnjanovic" userId="ac64187cd8522d98" providerId="LiveId" clId="{EE58FB6E-C789-424E-B3E5-404F60AE9177}" dt="2020-10-30T21:31:16.232" v="161" actId="20577"/>
          <ac:spMkLst>
            <pc:docMk/>
            <pc:sldMk cId="[redacted]" sldId="304"/>
            <ac:spMk id="2" creationId="{44E3AFCC-A3B7-DE4A-908D-49B251BF36E0}"/>
          </ac:spMkLst>
        </pc:spChg>
        <pc:spChg chg="add del">
          <ac:chgData name="Ivan Damnjanovic" userId="ac64187cd8522d98" providerId="LiveId" clId="{EE58FB6E-C789-424E-B3E5-404F60AE9177}" dt="2020-10-30T21:31:30.211" v="163"/>
          <ac:spMkLst>
            <pc:docMk/>
            <pc:sldMk cId="[redacted]" sldId="304"/>
            <ac:spMk id="3" creationId="{104D62E2-6826-9448-B05B-36933DE999D4}"/>
          </ac:spMkLst>
        </pc:spChg>
        <pc:picChg chg="add del">
          <ac:chgData name="Ivan Damnjanovic" userId="ac64187cd8522d98" providerId="LiveId" clId="{EE58FB6E-C789-424E-B3E5-404F60AE9177}" dt="2020-10-30T21:31:30.211" v="163"/>
          <ac:picMkLst>
            <pc:docMk/>
            <pc:sldMk cId="[redacted]" sldId="304"/>
            <ac:picMk id="3074" creationId="{7A4AC49A-B007-1249-BBFA-38D8B54F3B01}"/>
          </ac:picMkLst>
        </pc:picChg>
        <pc:picChg chg="add del">
          <ac:chgData name="Ivan Damnjanovic" userId="ac64187cd8522d98" providerId="LiveId" clId="{EE58FB6E-C789-424E-B3E5-404F60AE9177}" dt="2020-10-30T21:31:30.211" v="163"/>
          <ac:picMkLst>
            <pc:docMk/>
            <pc:sldMk cId="[redacted]" sldId="304"/>
            <ac:picMk id="3075" creationId="{D45E27EA-DD4D-4D45-862C-047E4343F027}"/>
          </ac:picMkLst>
        </pc:picChg>
        <pc:picChg chg="add del">
          <ac:chgData name="Ivan Damnjanovic" userId="ac64187cd8522d98" providerId="LiveId" clId="{EE58FB6E-C789-424E-B3E5-404F60AE9177}" dt="2020-10-30T21:31:30.211" v="163"/>
          <ac:picMkLst>
            <pc:docMk/>
            <pc:sldMk cId="[redacted]" sldId="304"/>
            <ac:picMk id="3076" creationId="{204BFCAE-8B3C-3C4C-8919-AE93892A2D4A}"/>
          </ac:picMkLst>
        </pc:picChg>
      </pc:sldChg>
      <pc:sldChg chg="modSp add del mod">
        <pc:chgData name="Ivan Damnjanovic" userId="ac64187cd8522d98" providerId="LiveId" clId="{EE58FB6E-C789-424E-B3E5-404F60AE9177}" dt="2020-10-31T08:49:12.791" v="324" actId="2696"/>
        <pc:sldMkLst>
          <pc:docMk/>
          <pc:sldMk cId="[redacted]" sldId="305"/>
        </pc:sldMkLst>
        <pc:spChg chg="mod">
          <ac:chgData name="Ivan Damnjanovic" userId="ac64187cd8522d98" providerId="LiveId" clId="{EE58FB6E-C789-424E-B3E5-404F60AE9177}" dt="2020-10-30T21:33:56.721" v="179" actId="20577"/>
          <ac:spMkLst>
            <pc:docMk/>
            <pc:sldMk cId="[redacted]" sldId="305"/>
            <ac:spMk id="2" creationId="{44E3AFCC-A3B7-DE4A-908D-49B251BF36E0}"/>
          </ac:spMkLst>
        </pc:spChg>
      </pc:sldChg>
      <pc:sldChg chg="modSp add del mod modNotesTx">
        <pc:chgData name="Ivan Damnjanovic" userId="ac64187cd8522d98" providerId="LiveId" clId="{EE58FB6E-C789-424E-B3E5-404F60AE9177}" dt="2020-10-31T19:15:15.555" v="1169" actId="2696"/>
        <pc:sldMkLst>
          <pc:docMk/>
          <pc:sldMk cId="[redacted]" sldId="306"/>
        </pc:sldMkLst>
        <pc:spChg chg="mod">
          <ac:chgData name="Ivan Damnjanovic" userId="ac64187cd8522d98" providerId="LiveId" clId="{EE58FB6E-C789-424E-B3E5-404F60AE9177}" dt="2020-10-31T09:16:07.231" v="954" actId="20577"/>
          <ac:spMkLst>
            <pc:docMk/>
            <pc:sldMk cId="[redacted]" sldId="306"/>
            <ac:spMk id="76" creationId="{00000000-0000-0000-0000-000000000000}"/>
          </ac:spMkLst>
        </pc:spChg>
        <pc:spChg chg="mod">
          <ac:chgData name="Ivan Damnjanovic" userId="ac64187cd8522d98" providerId="LiveId" clId="{EE58FB6E-C789-424E-B3E5-404F60AE9177}" dt="2020-10-30T21:34:59.235" v="187" actId="13822"/>
          <ac:spMkLst>
            <pc:docMk/>
            <pc:sldMk cId="[redacted]" sldId="306"/>
            <ac:spMk id="77" creationId="{00000000-0000-0000-0000-000000000000}"/>
          </ac:spMkLst>
        </pc:spChg>
        <pc:spChg chg="mod">
          <ac:chgData name="Ivan Damnjanovic" userId="ac64187cd8522d98" providerId="LiveId" clId="{EE58FB6E-C789-424E-B3E5-404F60AE9177}" dt="2020-10-30T21:34:59.235" v="187" actId="13822"/>
          <ac:spMkLst>
            <pc:docMk/>
            <pc:sldMk cId="[redacted]" sldId="306"/>
            <ac:spMk id="78" creationId="{00000000-0000-0000-0000-000000000000}"/>
          </ac:spMkLst>
        </pc:spChg>
        <pc:spChg chg="mod">
          <ac:chgData name="Ivan Damnjanovic" userId="ac64187cd8522d98" providerId="LiveId" clId="{EE58FB6E-C789-424E-B3E5-404F60AE9177}" dt="2020-10-30T21:34:59.235" v="187" actId="13822"/>
          <ac:spMkLst>
            <pc:docMk/>
            <pc:sldMk cId="[redacted]" sldId="306"/>
            <ac:spMk id="81" creationId="{00000000-0000-0000-0000-000000000000}"/>
          </ac:spMkLst>
        </pc:spChg>
        <pc:graphicFrameChg chg="mod modGraphic">
          <ac:chgData name="Ivan Damnjanovic" userId="ac64187cd8522d98" providerId="LiveId" clId="{EE58FB6E-C789-424E-B3E5-404F60AE9177}" dt="2020-10-31T16:20:33.904" v="1118" actId="403"/>
          <ac:graphicFrameMkLst>
            <pc:docMk/>
            <pc:sldMk cId="[redacted]" sldId="306"/>
            <ac:graphicFrameMk id="79" creationId="{00000000-0000-0000-0000-000000000000}"/>
          </ac:graphicFrameMkLst>
        </pc:graphicFrameChg>
        <pc:picChg chg="mod">
          <ac:chgData name="Ivan Damnjanovic" userId="ac64187cd8522d98" providerId="LiveId" clId="{EE58FB6E-C789-424E-B3E5-404F60AE9177}" dt="2020-10-30T21:34:52.842" v="186"/>
          <ac:picMkLst>
            <pc:docMk/>
            <pc:sldMk cId="[redacted]" sldId="306"/>
            <ac:picMk id="80" creationId="{00000000-0000-0000-0000-000000000000}"/>
          </ac:picMkLst>
        </pc:picChg>
        <pc:picChg chg="mod">
          <ac:chgData name="Ivan Damnjanovic" userId="ac64187cd8522d98" providerId="LiveId" clId="{EE58FB6E-C789-424E-B3E5-404F60AE9177}" dt="2020-10-30T21:34:52.842" v="186"/>
          <ac:picMkLst>
            <pc:docMk/>
            <pc:sldMk cId="[redacted]" sldId="306"/>
            <ac:picMk id="82" creationId="{00000000-0000-0000-0000-000000000000}"/>
          </ac:picMkLst>
        </pc:picChg>
        <pc:picChg chg="mod">
          <ac:chgData name="Ivan Damnjanovic" userId="ac64187cd8522d98" providerId="LiveId" clId="{EE58FB6E-C789-424E-B3E5-404F60AE9177}" dt="2020-10-30T21:34:52.842" v="186"/>
          <ac:picMkLst>
            <pc:docMk/>
            <pc:sldMk cId="[redacted]" sldId="306"/>
            <ac:picMk id="83" creationId="{00000000-0000-0000-0000-000000000000}"/>
          </ac:picMkLst>
        </pc:picChg>
        <pc:picChg chg="mod">
          <ac:chgData name="Ivan Damnjanovic" userId="ac64187cd8522d98" providerId="LiveId" clId="{EE58FB6E-C789-424E-B3E5-404F60AE9177}" dt="2020-10-30T21:34:52.842" v="186"/>
          <ac:picMkLst>
            <pc:docMk/>
            <pc:sldMk cId="[redacted]" sldId="306"/>
            <ac:picMk id="84" creationId="{00000000-0000-0000-0000-000000000000}"/>
          </ac:picMkLst>
        </pc:picChg>
      </pc:sldChg>
      <pc:sldChg chg="modSp add mod ord setBg modNotesTx">
        <pc:chgData name="Ivan Damnjanovic" userId="ac64187cd8522d98" providerId="LiveId" clId="{EE58FB6E-C789-424E-B3E5-404F60AE9177}" dt="2020-10-31T21:03:35.878" v="1889" actId="20577"/>
        <pc:sldMkLst>
          <pc:docMk/>
          <pc:sldMk cId="[redacted]" sldId="307"/>
        </pc:sldMkLst>
        <pc:spChg chg="mod">
          <ac:chgData name="Ivan Damnjanovic" userId="ac64187cd8522d98" providerId="LiveId" clId="{EE58FB6E-C789-424E-B3E5-404F60AE9177}" dt="2020-10-30T21:38:39.216" v="264"/>
          <ac:spMkLst>
            <pc:docMk/>
            <pc:sldMk cId="[redacted]" sldId="307"/>
            <ac:spMk id="189" creationId="{00000000-0000-0000-0000-000000000000}"/>
          </ac:spMkLst>
        </pc:spChg>
        <pc:graphicFrameChg chg="mod modGraphic">
          <ac:chgData name="Ivan Damnjanovic" userId="ac64187cd8522d98" providerId="LiveId" clId="{EE58FB6E-C789-424E-B3E5-404F60AE9177}" dt="2020-10-31T21:03:35.878" v="1889" actId="20577"/>
          <ac:graphicFrameMkLst>
            <pc:docMk/>
            <pc:sldMk cId="[redacted]" sldId="307"/>
            <ac:graphicFrameMk id="179" creationId="{00000000-0000-0000-0000-000000000000}"/>
          </ac:graphicFrameMkLst>
        </pc:graphicFrameChg>
        <pc:picChg chg="mod">
          <ac:chgData name="Ivan Damnjanovic" userId="ac64187cd8522d98" providerId="LiveId" clId="{EE58FB6E-C789-424E-B3E5-404F60AE9177}" dt="2020-10-30T21:38:39.216" v="264"/>
          <ac:picMkLst>
            <pc:docMk/>
            <pc:sldMk cId="[redacted]" sldId="307"/>
            <ac:picMk id="180" creationId="{00000000-0000-0000-0000-000000000000}"/>
          </ac:picMkLst>
        </pc:picChg>
        <pc:picChg chg="mod">
          <ac:chgData name="Ivan Damnjanovic" userId="ac64187cd8522d98" providerId="LiveId" clId="{EE58FB6E-C789-424E-B3E5-404F60AE9177}" dt="2020-10-30T21:38:39.216" v="264"/>
          <ac:picMkLst>
            <pc:docMk/>
            <pc:sldMk cId="[redacted]" sldId="307"/>
            <ac:picMk id="181" creationId="{00000000-0000-0000-0000-000000000000}"/>
          </ac:picMkLst>
        </pc:picChg>
        <pc:picChg chg="mod">
          <ac:chgData name="Ivan Damnjanovic" userId="ac64187cd8522d98" providerId="LiveId" clId="{EE58FB6E-C789-424E-B3E5-404F60AE9177}" dt="2020-10-30T21:38:39.216" v="264"/>
          <ac:picMkLst>
            <pc:docMk/>
            <pc:sldMk cId="[redacted]" sldId="307"/>
            <ac:picMk id="182" creationId="{00000000-0000-0000-0000-000000000000}"/>
          </ac:picMkLst>
        </pc:picChg>
        <pc:picChg chg="mod">
          <ac:chgData name="Ivan Damnjanovic" userId="ac64187cd8522d98" providerId="LiveId" clId="{EE58FB6E-C789-424E-B3E5-404F60AE9177}" dt="2020-10-30T21:38:39.216" v="264"/>
          <ac:picMkLst>
            <pc:docMk/>
            <pc:sldMk cId="[redacted]" sldId="307"/>
            <ac:picMk id="183" creationId="{00000000-0000-0000-0000-000000000000}"/>
          </ac:picMkLst>
        </pc:picChg>
        <pc:picChg chg="mod">
          <ac:chgData name="Ivan Damnjanovic" userId="ac64187cd8522d98" providerId="LiveId" clId="{EE58FB6E-C789-424E-B3E5-404F60AE9177}" dt="2020-10-31T15:37:19.072" v="1114" actId="1036"/>
          <ac:picMkLst>
            <pc:docMk/>
            <pc:sldMk cId="[redacted]" sldId="307"/>
            <ac:picMk id="184" creationId="{00000000-0000-0000-0000-000000000000}"/>
          </ac:picMkLst>
        </pc:picChg>
        <pc:picChg chg="mod">
          <ac:chgData name="Ivan Damnjanovic" userId="ac64187cd8522d98" providerId="LiveId" clId="{EE58FB6E-C789-424E-B3E5-404F60AE9177}" dt="2020-10-30T21:38:39.216" v="264"/>
          <ac:picMkLst>
            <pc:docMk/>
            <pc:sldMk cId="[redacted]" sldId="307"/>
            <ac:picMk id="185" creationId="{00000000-0000-0000-0000-000000000000}"/>
          </ac:picMkLst>
        </pc:picChg>
        <pc:picChg chg="mod">
          <ac:chgData name="Ivan Damnjanovic" userId="ac64187cd8522d98" providerId="LiveId" clId="{EE58FB6E-C789-424E-B3E5-404F60AE9177}" dt="2020-10-30T21:38:39.216" v="264"/>
          <ac:picMkLst>
            <pc:docMk/>
            <pc:sldMk cId="[redacted]" sldId="307"/>
            <ac:picMk id="186" creationId="{00000000-0000-0000-0000-000000000000}"/>
          </ac:picMkLst>
        </pc:picChg>
        <pc:picChg chg="mod">
          <ac:chgData name="Ivan Damnjanovic" userId="ac64187cd8522d98" providerId="LiveId" clId="{EE58FB6E-C789-424E-B3E5-404F60AE9177}" dt="2020-10-31T15:37:19.072" v="1114" actId="1036"/>
          <ac:picMkLst>
            <pc:docMk/>
            <pc:sldMk cId="[redacted]" sldId="307"/>
            <ac:picMk id="187" creationId="{00000000-0000-0000-0000-000000000000}"/>
          </ac:picMkLst>
        </pc:picChg>
        <pc:picChg chg="mod">
          <ac:chgData name="Ivan Damnjanovic" userId="ac64187cd8522d98" providerId="LiveId" clId="{EE58FB6E-C789-424E-B3E5-404F60AE9177}" dt="2020-10-30T21:38:39.216" v="264"/>
          <ac:picMkLst>
            <pc:docMk/>
            <pc:sldMk cId="[redacted]" sldId="307"/>
            <ac:picMk id="188" creationId="{00000000-0000-0000-0000-000000000000}"/>
          </ac:picMkLst>
        </pc:picChg>
        <pc:cxnChg chg="mod">
          <ac:chgData name="Ivan Damnjanovic" userId="ac64187cd8522d98" providerId="LiveId" clId="{EE58FB6E-C789-424E-B3E5-404F60AE9177}" dt="2020-10-31T09:18:43.119" v="976" actId="1582"/>
          <ac:cxnSpMkLst>
            <pc:docMk/>
            <pc:sldMk cId="[redacted]" sldId="307"/>
            <ac:cxnSpMk id="190" creationId="{00000000-0000-0000-0000-000000000000}"/>
          </ac:cxnSpMkLst>
        </pc:cxnChg>
        <pc:cxnChg chg="mod">
          <ac:chgData name="Ivan Damnjanovic" userId="ac64187cd8522d98" providerId="LiveId" clId="{EE58FB6E-C789-424E-B3E5-404F60AE9177}" dt="2020-10-31T09:18:43.119" v="976" actId="1582"/>
          <ac:cxnSpMkLst>
            <pc:docMk/>
            <pc:sldMk cId="[redacted]" sldId="307"/>
            <ac:cxnSpMk id="191" creationId="{00000000-0000-0000-0000-000000000000}"/>
          </ac:cxnSpMkLst>
        </pc:cxnChg>
        <pc:cxnChg chg="mod">
          <ac:chgData name="Ivan Damnjanovic" userId="ac64187cd8522d98" providerId="LiveId" clId="{EE58FB6E-C789-424E-B3E5-404F60AE9177}" dt="2020-10-31T09:18:43.119" v="976" actId="1582"/>
          <ac:cxnSpMkLst>
            <pc:docMk/>
            <pc:sldMk cId="[redacted]" sldId="307"/>
            <ac:cxnSpMk id="192" creationId="{00000000-0000-0000-0000-000000000000}"/>
          </ac:cxnSpMkLst>
        </pc:cxnChg>
        <pc:cxnChg chg="mod">
          <ac:chgData name="Ivan Damnjanovic" userId="ac64187cd8522d98" providerId="LiveId" clId="{EE58FB6E-C789-424E-B3E5-404F60AE9177}" dt="2020-10-31T09:18:43.119" v="976" actId="1582"/>
          <ac:cxnSpMkLst>
            <pc:docMk/>
            <pc:sldMk cId="[redacted]" sldId="307"/>
            <ac:cxnSpMk id="193" creationId="{00000000-0000-0000-0000-000000000000}"/>
          </ac:cxnSpMkLst>
        </pc:cxnChg>
      </pc:sldChg>
      <pc:sldChg chg="addSp delSp modSp new mod modClrScheme chgLayout">
        <pc:chgData name="Ivan Damnjanovic" userId="ac64187cd8522d98" providerId="LiveId" clId="{EE58FB6E-C789-424E-B3E5-404F60AE9177}" dt="2020-10-31T20:39:10.347" v="1739" actId="14100"/>
        <pc:sldMkLst>
          <pc:docMk/>
          <pc:sldMk cId="[redacted]" sldId="308"/>
        </pc:sldMkLst>
        <pc:spChg chg="add mod ord">
          <ac:chgData name="Ivan Damnjanovic" userId="ac64187cd8522d98" providerId="LiveId" clId="{EE58FB6E-C789-424E-B3E5-404F60AE9177}" dt="2020-10-31T20:38:38.045" v="1735" actId="700"/>
          <ac:spMkLst>
            <pc:docMk/>
            <pc:sldMk cId="[redacted]" sldId="308"/>
            <ac:spMk id="2" creationId="{CA2C8FD2-2625-B84D-AA4C-8328E3768912}"/>
          </ac:spMkLst>
        </pc:spChg>
        <pc:spChg chg="add del mod ord">
          <ac:chgData name="Ivan Damnjanovic" userId="ac64187cd8522d98" providerId="LiveId" clId="{EE58FB6E-C789-424E-B3E5-404F60AE9177}" dt="2020-10-31T20:38:38.045" v="1735" actId="700"/>
          <ac:spMkLst>
            <pc:docMk/>
            <pc:sldMk cId="[redacted]" sldId="308"/>
            <ac:spMk id="8" creationId="{376945CC-5BE0-0E45-A80B-8C8E4DB67BD5}"/>
          </ac:spMkLst>
        </pc:spChg>
        <pc:picChg chg="add del mod">
          <ac:chgData name="Ivan Damnjanovic" userId="ac64187cd8522d98" providerId="LiveId" clId="{EE58FB6E-C789-424E-B3E5-404F60AE9177}" dt="2020-10-31T09:07:58.692" v="640" actId="478"/>
          <ac:picMkLst>
            <pc:docMk/>
            <pc:sldMk cId="[redacted]" sldId="308"/>
            <ac:picMk id="3" creationId="{0A384DAD-E7E3-3246-B2D9-BBA10BC00BD9}"/>
          </ac:picMkLst>
        </pc:picChg>
        <pc:picChg chg="add del mod">
          <ac:chgData name="Ivan Damnjanovic" userId="ac64187cd8522d98" providerId="LiveId" clId="{EE58FB6E-C789-424E-B3E5-404F60AE9177}" dt="2020-10-31T20:16:23.045" v="1723" actId="478"/>
          <ac:picMkLst>
            <pc:docMk/>
            <pc:sldMk cId="[redacted]" sldId="308"/>
            <ac:picMk id="4" creationId="{0E500EB0-BEC2-7843-A260-0B740CE3FC5D}"/>
          </ac:picMkLst>
        </pc:picChg>
        <pc:picChg chg="add del mod">
          <ac:chgData name="Ivan Damnjanovic" userId="ac64187cd8522d98" providerId="LiveId" clId="{EE58FB6E-C789-424E-B3E5-404F60AE9177}" dt="2020-10-31T20:37:53.745" v="1727" actId="478"/>
          <ac:picMkLst>
            <pc:docMk/>
            <pc:sldMk cId="[redacted]" sldId="308"/>
            <ac:picMk id="5" creationId="{5478CA97-E4F1-4A4C-8538-2B41A0815303}"/>
          </ac:picMkLst>
        </pc:picChg>
        <pc:picChg chg="add mod">
          <ac:chgData name="Ivan Damnjanovic" userId="ac64187cd8522d98" providerId="LiveId" clId="{EE58FB6E-C789-424E-B3E5-404F60AE9177}" dt="2020-10-31T20:39:10.347" v="1739" actId="14100"/>
          <ac:picMkLst>
            <pc:docMk/>
            <pc:sldMk cId="[redacted]" sldId="308"/>
            <ac:picMk id="7" creationId="{740EE88D-1A19-4642-923D-6AC4BFD31FD8}"/>
          </ac:picMkLst>
        </pc:picChg>
      </pc:sldChg>
      <pc:sldChg chg="addSp delSp modSp new del mod modClrScheme chgLayout">
        <pc:chgData name="Ivan Damnjanovic" userId="ac64187cd8522d98" providerId="LiveId" clId="{EE58FB6E-C789-424E-B3E5-404F60AE9177}" dt="2020-10-31T19:27:38.166" v="1551" actId="2696"/>
        <pc:sldMkLst>
          <pc:docMk/>
          <pc:sldMk cId="1962709831" sldId="309"/>
        </pc:sldMkLst>
        <pc:spChg chg="del mod ord">
          <ac:chgData name="Ivan Damnjanovic" userId="ac64187cd8522d98" providerId="LiveId" clId="{EE58FB6E-C789-424E-B3E5-404F60AE9177}" dt="2020-10-31T08:49:55.622" v="345" actId="700"/>
          <ac:spMkLst>
            <pc:docMk/>
            <pc:sldMk cId="1962709831" sldId="309"/>
            <ac:spMk id="2" creationId="{E6F0ADFD-BB45-8840-95DC-F316863E07C3}"/>
          </ac:spMkLst>
        </pc:spChg>
        <pc:spChg chg="add mod ord">
          <ac:chgData name="Ivan Damnjanovic" userId="ac64187cd8522d98" providerId="LiveId" clId="{EE58FB6E-C789-424E-B3E5-404F60AE9177}" dt="2020-10-31T08:49:59.167" v="354" actId="207"/>
          <ac:spMkLst>
            <pc:docMk/>
            <pc:sldMk cId="1962709831" sldId="309"/>
            <ac:spMk id="3" creationId="{9EA47001-5278-E149-8D82-82F005D0FC96}"/>
          </ac:spMkLst>
        </pc:spChg>
        <pc:spChg chg="add del mod ord">
          <ac:chgData name="Ivan Damnjanovic" userId="ac64187cd8522d98" providerId="LiveId" clId="{EE58FB6E-C789-424E-B3E5-404F60AE9177}" dt="2020-10-31T08:50:02.772" v="355" actId="478"/>
          <ac:spMkLst>
            <pc:docMk/>
            <pc:sldMk cId="1962709831" sldId="309"/>
            <ac:spMk id="4" creationId="{B2424601-0C57-3849-85A6-8CB6139C2FCE}"/>
          </ac:spMkLst>
        </pc:spChg>
      </pc:sldChg>
      <pc:sldChg chg="modSp new del mod">
        <pc:chgData name="Ivan Damnjanovic" userId="ac64187cd8522d98" providerId="LiveId" clId="{EE58FB6E-C789-424E-B3E5-404F60AE9177}" dt="2020-10-31T09:11:54.238" v="777" actId="2696"/>
        <pc:sldMkLst>
          <pc:docMk/>
          <pc:sldMk cId="1424570238" sldId="310"/>
        </pc:sldMkLst>
        <pc:spChg chg="mod">
          <ac:chgData name="Ivan Damnjanovic" userId="ac64187cd8522d98" providerId="LiveId" clId="{EE58FB6E-C789-424E-B3E5-404F60AE9177}" dt="2020-10-31T08:53:51.391" v="432" actId="20577"/>
          <ac:spMkLst>
            <pc:docMk/>
            <pc:sldMk cId="1424570238" sldId="310"/>
            <ac:spMk id="2" creationId="{01CFFB22-98D7-BF4C-97CC-6C3354451AA6}"/>
          </ac:spMkLst>
        </pc:spChg>
      </pc:sldChg>
      <pc:sldChg chg="addSp modSp add del mod">
        <pc:chgData name="Ivan Damnjanovic" userId="ac64187cd8522d98" providerId="LiveId" clId="{EE58FB6E-C789-424E-B3E5-404F60AE9177}" dt="2020-10-31T19:25:47.226" v="1523" actId="2696"/>
        <pc:sldMkLst>
          <pc:docMk/>
          <pc:sldMk cId="432740962" sldId="311"/>
        </pc:sldMkLst>
        <pc:spChg chg="mod">
          <ac:chgData name="Ivan Damnjanovic" userId="ac64187cd8522d98" providerId="LiveId" clId="{EE58FB6E-C789-424E-B3E5-404F60AE9177}" dt="2020-10-31T08:53:55.494" v="443" actId="20577"/>
          <ac:spMkLst>
            <pc:docMk/>
            <pc:sldMk cId="432740962" sldId="311"/>
            <ac:spMk id="2" creationId="{01CFFB22-98D7-BF4C-97CC-6C3354451AA6}"/>
          </ac:spMkLst>
        </pc:spChg>
        <pc:spChg chg="add mod">
          <ac:chgData name="Ivan Damnjanovic" userId="ac64187cd8522d98" providerId="LiveId" clId="{EE58FB6E-C789-424E-B3E5-404F60AE9177}" dt="2020-10-31T19:24:35.285" v="1421" actId="5793"/>
          <ac:spMkLst>
            <pc:docMk/>
            <pc:sldMk cId="432740962" sldId="311"/>
            <ac:spMk id="3" creationId="{86F70A67-5CB8-3644-8325-8D4BA04B7C70}"/>
          </ac:spMkLst>
        </pc:spChg>
      </pc:sldChg>
      <pc:sldChg chg="modSp add del mod">
        <pc:chgData name="Ivan Damnjanovic" userId="ac64187cd8522d98" providerId="LiveId" clId="{EE58FB6E-C789-424E-B3E5-404F60AE9177}" dt="2020-10-31T19:25:11.479" v="1501" actId="2696"/>
        <pc:sldMkLst>
          <pc:docMk/>
          <pc:sldMk cId="[redacted]" sldId="312"/>
        </pc:sldMkLst>
        <pc:spChg chg="mod">
          <ac:chgData name="Ivan Damnjanovic" userId="ac64187cd8522d98" providerId="LiveId" clId="{EE58FB6E-C789-424E-B3E5-404F60AE9177}" dt="2020-10-31T08:54:00.638" v="452" actId="20577"/>
          <ac:spMkLst>
            <pc:docMk/>
            <pc:sldMk cId="[redacted]" sldId="312"/>
            <ac:spMk id="2" creationId="{01CFFB22-98D7-BF4C-97CC-6C3354451AA6}"/>
          </ac:spMkLst>
        </pc:spChg>
      </pc:sldChg>
      <pc:sldChg chg="modSp new mod">
        <pc:chgData name="Ivan Damnjanovic" userId="ac64187cd8522d98" providerId="LiveId" clId="{EE58FB6E-C789-424E-B3E5-404F60AE9177}" dt="2020-10-31T08:54:03.838" v="457" actId="20577"/>
        <pc:sldMkLst>
          <pc:docMk/>
          <pc:sldMk cId="593801365" sldId="313"/>
        </pc:sldMkLst>
        <pc:spChg chg="mod">
          <ac:chgData name="Ivan Damnjanovic" userId="ac64187cd8522d98" providerId="LiveId" clId="{EE58FB6E-C789-424E-B3E5-404F60AE9177}" dt="2020-10-31T08:54:03.838" v="457" actId="20577"/>
          <ac:spMkLst>
            <pc:docMk/>
            <pc:sldMk cId="593801365" sldId="313"/>
            <ac:spMk id="2" creationId="{7963511D-699A-DE4D-B307-03AF3B5E0AD6}"/>
          </ac:spMkLst>
        </pc:spChg>
      </pc:sldChg>
      <pc:sldChg chg="new del">
        <pc:chgData name="Ivan Damnjanovic" userId="ac64187cd8522d98" providerId="LiveId" clId="{EE58FB6E-C789-424E-B3E5-404F60AE9177}" dt="2020-10-31T08:58:19.742" v="500" actId="2696"/>
        <pc:sldMkLst>
          <pc:docMk/>
          <pc:sldMk cId="[redacted]" sldId="314"/>
        </pc:sldMkLst>
      </pc:sldChg>
      <pc:sldChg chg="addSp delSp modSp add mod modNotesTx">
        <pc:chgData name="Ivan Damnjanovic" userId="ac64187cd8522d98" providerId="LiveId" clId="{EE58FB6E-C789-424E-B3E5-404F60AE9177}" dt="2020-10-31T14:45:35.957" v="1095" actId="1076"/>
        <pc:sldMkLst>
          <pc:docMk/>
          <pc:sldMk cId="1198535693" sldId="315"/>
        </pc:sldMkLst>
        <pc:spChg chg="add del mod">
          <ac:chgData name="Ivan Damnjanovic" userId="ac64187cd8522d98" providerId="LiveId" clId="{EE58FB6E-C789-424E-B3E5-404F60AE9177}" dt="2020-10-31T08:55:21.325" v="461" actId="478"/>
          <ac:spMkLst>
            <pc:docMk/>
            <pc:sldMk cId="1198535693" sldId="315"/>
            <ac:spMk id="3" creationId="{FE41C9CB-DFD3-144A-93AA-33544213F70D}"/>
          </ac:spMkLst>
        </pc:spChg>
        <pc:spChg chg="add del mod">
          <ac:chgData name="Ivan Damnjanovic" userId="ac64187cd8522d98" providerId="LiveId" clId="{EE58FB6E-C789-424E-B3E5-404F60AE9177}" dt="2020-10-31T08:56:25.611" v="472" actId="478"/>
          <ac:spMkLst>
            <pc:docMk/>
            <pc:sldMk cId="1198535693" sldId="315"/>
            <ac:spMk id="5" creationId="{6A1FFC3A-C21A-6146-A3AB-E24DB28B2809}"/>
          </ac:spMkLst>
        </pc:spChg>
        <pc:spChg chg="mod">
          <ac:chgData name="Ivan Damnjanovic" userId="ac64187cd8522d98" providerId="LiveId" clId="{EE58FB6E-C789-424E-B3E5-404F60AE9177}" dt="2020-10-31T08:56:55.802" v="491" actId="20577"/>
          <ac:spMkLst>
            <pc:docMk/>
            <pc:sldMk cId="1198535693" sldId="315"/>
            <ac:spMk id="32" creationId="{D459B1F3-1225-49D5-8231-1313FEBB7008}"/>
          </ac:spMkLst>
        </pc:spChg>
        <pc:picChg chg="add del mod">
          <ac:chgData name="Ivan Damnjanovic" userId="ac64187cd8522d98" providerId="LiveId" clId="{EE58FB6E-C789-424E-B3E5-404F60AE9177}" dt="2020-10-31T08:56:23.198" v="471" actId="931"/>
          <ac:picMkLst>
            <pc:docMk/>
            <pc:sldMk cId="1198535693" sldId="315"/>
            <ac:picMk id="8" creationId="{0EED7CA6-DF95-E74B-ACE3-1E0EFB3C5F85}"/>
          </ac:picMkLst>
        </pc:picChg>
        <pc:picChg chg="mod">
          <ac:chgData name="Ivan Damnjanovic" userId="ac64187cd8522d98" providerId="LiveId" clId="{EE58FB6E-C789-424E-B3E5-404F60AE9177}" dt="2020-10-31T14:45:35.957" v="1095" actId="1076"/>
          <ac:picMkLst>
            <pc:docMk/>
            <pc:sldMk cId="1198535693" sldId="315"/>
            <ac:picMk id="82" creationId="{CE6442E0-A2C0-447A-9A06-C06FFA2B4D46}"/>
          </ac:picMkLst>
        </pc:picChg>
        <pc:picChg chg="add del mod">
          <ac:chgData name="Ivan Damnjanovic" userId="ac64187cd8522d98" providerId="LiveId" clId="{EE58FB6E-C789-424E-B3E5-404F60AE9177}" dt="2020-10-31T08:55:25.605" v="463" actId="478"/>
          <ac:picMkLst>
            <pc:docMk/>
            <pc:sldMk cId="1198535693" sldId="315"/>
            <ac:picMk id="86" creationId="{FDFE3123-AAD9-497A-8EAF-49C674AB9B5E}"/>
          </ac:picMkLst>
        </pc:picChg>
      </pc:sldChg>
      <pc:sldChg chg="modSp add mod ord modClrScheme chgLayout">
        <pc:chgData name="Ivan Damnjanovic" userId="ac64187cd8522d98" providerId="LiveId" clId="{EE58FB6E-C789-424E-B3E5-404F60AE9177}" dt="2020-10-31T19:15:02.522" v="1168" actId="207"/>
        <pc:sldMkLst>
          <pc:docMk/>
          <pc:sldMk cId="[redacted]" sldId="316"/>
        </pc:sldMkLst>
        <pc:spChg chg="mod ord">
          <ac:chgData name="Ivan Damnjanovic" userId="ac64187cd8522d98" providerId="LiveId" clId="{EE58FB6E-C789-424E-B3E5-404F60AE9177}" dt="2020-10-31T19:15:02.522" v="1168" actId="207"/>
          <ac:spMkLst>
            <pc:docMk/>
            <pc:sldMk cId="[redacted]" sldId="316"/>
            <ac:spMk id="169" creationId="{00000000-0000-0000-0000-000000000000}"/>
          </ac:spMkLst>
        </pc:spChg>
      </pc:sldChg>
      <pc:sldChg chg="new del">
        <pc:chgData name="Ivan Damnjanovic" userId="ac64187cd8522d98" providerId="LiveId" clId="{EE58FB6E-C789-424E-B3E5-404F60AE9177}" dt="2020-10-31T09:00:30.484" v="503" actId="2696"/>
        <pc:sldMkLst>
          <pc:docMk/>
          <pc:sldMk cId="[redacted]" sldId="317"/>
        </pc:sldMkLst>
      </pc:sldChg>
      <pc:sldChg chg="modSp add mod setBg">
        <pc:chgData name="Ivan Damnjanovic" userId="ac64187cd8522d98" providerId="LiveId" clId="{EE58FB6E-C789-424E-B3E5-404F60AE9177}" dt="2020-10-31T19:37:17.133" v="1638" actId="1076"/>
        <pc:sldMkLst>
          <pc:docMk/>
          <pc:sldMk cId="[redacted]" sldId="339"/>
        </pc:sldMkLst>
        <pc:spChg chg="mod">
          <ac:chgData name="Ivan Damnjanovic" userId="ac64187cd8522d98" providerId="LiveId" clId="{EE58FB6E-C789-424E-B3E5-404F60AE9177}" dt="2020-10-31T19:37:17.133" v="1638" actId="1076"/>
          <ac:spMkLst>
            <pc:docMk/>
            <pc:sldMk cId="[redacted]" sldId="339"/>
            <ac:spMk id="5" creationId="{00000000-0000-0000-0000-000000000000}"/>
          </ac:spMkLst>
        </pc:spChg>
      </pc:sldChg>
      <pc:sldChg chg="delSp modSp add mod">
        <pc:chgData name="Ivan Damnjanovic" userId="ac64187cd8522d98" providerId="LiveId" clId="{EE58FB6E-C789-424E-B3E5-404F60AE9177}" dt="2020-10-31T19:22:18.965" v="1377" actId="242"/>
        <pc:sldMkLst>
          <pc:docMk/>
          <pc:sldMk cId="473494480" sldId="340"/>
        </pc:sldMkLst>
        <pc:spChg chg="mod">
          <ac:chgData name="Ivan Damnjanovic" userId="ac64187cd8522d98" providerId="LiveId" clId="{EE58FB6E-C789-424E-B3E5-404F60AE9177}" dt="2020-10-31T09:04:14.807" v="539" actId="2085"/>
          <ac:spMkLst>
            <pc:docMk/>
            <pc:sldMk cId="473494480" sldId="340"/>
            <ac:spMk id="7" creationId="{00000000-0000-0000-0000-000000000000}"/>
          </ac:spMkLst>
        </pc:spChg>
        <pc:spChg chg="mod">
          <ac:chgData name="Ivan Damnjanovic" userId="ac64187cd8522d98" providerId="LiveId" clId="{EE58FB6E-C789-424E-B3E5-404F60AE9177}" dt="2020-10-31T09:04:14.807" v="539" actId="2085"/>
          <ac:spMkLst>
            <pc:docMk/>
            <pc:sldMk cId="473494480" sldId="340"/>
            <ac:spMk id="9" creationId="{00000000-0000-0000-0000-000000000000}"/>
          </ac:spMkLst>
        </pc:spChg>
        <pc:spChg chg="mod">
          <ac:chgData name="Ivan Damnjanovic" userId="ac64187cd8522d98" providerId="LiveId" clId="{EE58FB6E-C789-424E-B3E5-404F60AE9177}" dt="2020-10-31T09:04:14.807" v="539" actId="2085"/>
          <ac:spMkLst>
            <pc:docMk/>
            <pc:sldMk cId="473494480" sldId="340"/>
            <ac:spMk id="11" creationId="{00000000-0000-0000-0000-000000000000}"/>
          </ac:spMkLst>
        </pc:spChg>
        <pc:spChg chg="mod">
          <ac:chgData name="Ivan Damnjanovic" userId="ac64187cd8522d98" providerId="LiveId" clId="{EE58FB6E-C789-424E-B3E5-404F60AE9177}" dt="2020-10-31T09:21:06.407" v="1043" actId="20577"/>
          <ac:spMkLst>
            <pc:docMk/>
            <pc:sldMk cId="473494480" sldId="340"/>
            <ac:spMk id="12" creationId="{00000000-0000-0000-0000-000000000000}"/>
          </ac:spMkLst>
        </pc:spChg>
        <pc:spChg chg="mod">
          <ac:chgData name="Ivan Damnjanovic" userId="ac64187cd8522d98" providerId="LiveId" clId="{EE58FB6E-C789-424E-B3E5-404F60AE9177}" dt="2020-10-31T09:04:14.807" v="539" actId="2085"/>
          <ac:spMkLst>
            <pc:docMk/>
            <pc:sldMk cId="473494480" sldId="340"/>
            <ac:spMk id="13" creationId="{00000000-0000-0000-0000-000000000000}"/>
          </ac:spMkLst>
        </pc:spChg>
        <pc:spChg chg="mod">
          <ac:chgData name="Ivan Damnjanovic" userId="ac64187cd8522d98" providerId="LiveId" clId="{EE58FB6E-C789-424E-B3E5-404F60AE9177}" dt="2020-10-31T19:22:18.965" v="1377" actId="242"/>
          <ac:spMkLst>
            <pc:docMk/>
            <pc:sldMk cId="473494480" sldId="340"/>
            <ac:spMk id="54" creationId="{8995B9E4-C6DF-F041-BF69-C0E812419E2A}"/>
          </ac:spMkLst>
        </pc:spChg>
        <pc:spChg chg="mod">
          <ac:chgData name="Ivan Damnjanovic" userId="ac64187cd8522d98" providerId="LiveId" clId="{EE58FB6E-C789-424E-B3E5-404F60AE9177}" dt="2020-10-31T09:12:36.529" v="786" actId="790"/>
          <ac:spMkLst>
            <pc:docMk/>
            <pc:sldMk cId="473494480" sldId="340"/>
            <ac:spMk id="55" creationId="{7B3FC984-E50B-8F4C-8628-3A72417DDE21}"/>
          </ac:spMkLst>
        </pc:spChg>
        <pc:spChg chg="del">
          <ac:chgData name="Ivan Damnjanovic" userId="ac64187cd8522d98" providerId="LiveId" clId="{EE58FB6E-C789-424E-B3E5-404F60AE9177}" dt="2020-10-31T09:00:38.509" v="506" actId="478"/>
          <ac:spMkLst>
            <pc:docMk/>
            <pc:sldMk cId="473494480" sldId="340"/>
            <ac:spMk id="57" creationId="{8E6BAEA2-D8A4-844C-A489-C8D053CBD5BA}"/>
          </ac:spMkLst>
        </pc:spChg>
      </pc:sldChg>
      <pc:sldChg chg="add del">
        <pc:chgData name="Ivan Damnjanovic" userId="ac64187cd8522d98" providerId="LiveId" clId="{EE58FB6E-C789-424E-B3E5-404F60AE9177}" dt="2020-10-31T09:08:06.623" v="641" actId="2696"/>
        <pc:sldMkLst>
          <pc:docMk/>
          <pc:sldMk cId="236503410" sldId="341"/>
        </pc:sldMkLst>
      </pc:sldChg>
      <pc:sldChg chg="add del">
        <pc:chgData name="Ivan Damnjanovic" userId="ac64187cd8522d98" providerId="LiveId" clId="{EE58FB6E-C789-424E-B3E5-404F60AE9177}" dt="2020-10-31T09:01:59.069" v="515"/>
        <pc:sldMkLst>
          <pc:docMk/>
          <pc:sldMk cId="873353155" sldId="341"/>
        </pc:sldMkLst>
      </pc:sldChg>
      <pc:sldChg chg="addSp modSp new del mod modClrScheme chgLayout">
        <pc:chgData name="Ivan Damnjanovic" userId="ac64187cd8522d98" providerId="LiveId" clId="{EE58FB6E-C789-424E-B3E5-404F60AE9177}" dt="2020-10-31T19:30:05.070" v="1568" actId="2696"/>
        <pc:sldMkLst>
          <pc:docMk/>
          <pc:sldMk cId="[redacted]" sldId="341"/>
        </pc:sldMkLst>
        <pc:spChg chg="mod ord">
          <ac:chgData name="Ivan Damnjanovic" userId="ac64187cd8522d98" providerId="LiveId" clId="{EE58FB6E-C789-424E-B3E5-404F60AE9177}" dt="2020-10-31T09:09:00.769" v="687" actId="207"/>
          <ac:spMkLst>
            <pc:docMk/>
            <pc:sldMk cId="[redacted]" sldId="341"/>
            <ac:spMk id="2" creationId="{085A3C7C-5423-2B4C-A78F-B7BA537F52BB}"/>
          </ac:spMkLst>
        </pc:spChg>
        <pc:spChg chg="add mod ord">
          <ac:chgData name="Ivan Damnjanovic" userId="ac64187cd8522d98" providerId="LiveId" clId="{EE58FB6E-C789-424E-B3E5-404F60AE9177}" dt="2020-10-31T19:30:03.179" v="1567" actId="21"/>
          <ac:spMkLst>
            <pc:docMk/>
            <pc:sldMk cId="[redacted]" sldId="341"/>
            <ac:spMk id="3" creationId="{14FCDDAB-1946-6345-B308-8CE48E374FDE}"/>
          </ac:spMkLst>
        </pc:spChg>
      </pc:sldChg>
      <pc:sldChg chg="add del">
        <pc:chgData name="Ivan Damnjanovic" userId="ac64187cd8522d98" providerId="LiveId" clId="{EE58FB6E-C789-424E-B3E5-404F60AE9177}" dt="2020-10-31T09:02:03.764" v="517" actId="2696"/>
        <pc:sldMkLst>
          <pc:docMk/>
          <pc:sldMk cId="[redacted]" sldId="341"/>
        </pc:sldMkLst>
      </pc:sldChg>
      <pc:sldChg chg="modSp add mod modClrScheme chgLayout">
        <pc:chgData name="Ivan Damnjanovic" userId="ac64187cd8522d98" providerId="LiveId" clId="{EE58FB6E-C789-424E-B3E5-404F60AE9177}" dt="2020-10-31T21:01:18.131" v="1756" actId="207"/>
        <pc:sldMkLst>
          <pc:docMk/>
          <pc:sldMk cId="493453304" sldId="342"/>
        </pc:sldMkLst>
        <pc:spChg chg="mod ord">
          <ac:chgData name="Ivan Damnjanovic" userId="ac64187cd8522d98" providerId="LiveId" clId="{EE58FB6E-C789-424E-B3E5-404F60AE9177}" dt="2020-10-31T09:10:04.138" v="735" actId="20577"/>
          <ac:spMkLst>
            <pc:docMk/>
            <pc:sldMk cId="493453304" sldId="342"/>
            <ac:spMk id="143" creationId="{00000000-0000-0000-0000-000000000000}"/>
          </ac:spMkLst>
        </pc:spChg>
        <pc:spChg chg="mod">
          <ac:chgData name="Ivan Damnjanovic" userId="ac64187cd8522d98" providerId="LiveId" clId="{EE58FB6E-C789-424E-B3E5-404F60AE9177}" dt="2020-10-31T21:01:18.131" v="1756" actId="207"/>
          <ac:spMkLst>
            <pc:docMk/>
            <pc:sldMk cId="493453304" sldId="342"/>
            <ac:spMk id="145" creationId="{00000000-0000-0000-0000-000000000000}"/>
          </ac:spMkLst>
        </pc:spChg>
      </pc:sldChg>
      <pc:sldChg chg="addSp delSp modSp add mod modClrScheme chgLayout">
        <pc:chgData name="Ivan Damnjanovic" userId="ac64187cd8522d98" providerId="LiveId" clId="{EE58FB6E-C789-424E-B3E5-404F60AE9177}" dt="2020-10-31T21:01:29.666" v="1760" actId="14100"/>
        <pc:sldMkLst>
          <pc:docMk/>
          <pc:sldMk cId="[redacted]" sldId="343"/>
        </pc:sldMkLst>
        <pc:spChg chg="add mod">
          <ac:chgData name="Ivan Damnjanovic" userId="ac64187cd8522d98" providerId="LiveId" clId="{EE58FB6E-C789-424E-B3E5-404F60AE9177}" dt="2020-10-31T21:01:22.813" v="1758"/>
          <ac:spMkLst>
            <pc:docMk/>
            <pc:sldMk cId="[redacted]" sldId="343"/>
            <ac:spMk id="6" creationId="{BECEE034-68B5-EB40-8A1F-5F055849E7E3}"/>
          </ac:spMkLst>
        </pc:spChg>
        <pc:spChg chg="mod ord">
          <ac:chgData name="Ivan Damnjanovic" userId="ac64187cd8522d98" providerId="LiveId" clId="{EE58FB6E-C789-424E-B3E5-404F60AE9177}" dt="2020-10-31T09:10:10.201" v="752" actId="20577"/>
          <ac:spMkLst>
            <pc:docMk/>
            <pc:sldMk cId="[redacted]" sldId="343"/>
            <ac:spMk id="152" creationId="{00000000-0000-0000-0000-000000000000}"/>
          </ac:spMkLst>
        </pc:spChg>
        <pc:spChg chg="mod">
          <ac:chgData name="Ivan Damnjanovic" userId="ac64187cd8522d98" providerId="LiveId" clId="{EE58FB6E-C789-424E-B3E5-404F60AE9177}" dt="2020-10-31T21:01:29.666" v="1760" actId="14100"/>
          <ac:spMkLst>
            <pc:docMk/>
            <pc:sldMk cId="[redacted]" sldId="343"/>
            <ac:spMk id="154" creationId="{00000000-0000-0000-0000-000000000000}"/>
          </ac:spMkLst>
        </pc:spChg>
        <pc:spChg chg="del mod">
          <ac:chgData name="Ivan Damnjanovic" userId="ac64187cd8522d98" providerId="LiveId" clId="{EE58FB6E-C789-424E-B3E5-404F60AE9177}" dt="2020-10-31T21:01:22.458" v="1757" actId="478"/>
          <ac:spMkLst>
            <pc:docMk/>
            <pc:sldMk cId="[redacted]" sldId="343"/>
            <ac:spMk id="155" creationId="{00000000-0000-0000-0000-000000000000}"/>
          </ac:spMkLst>
        </pc:spChg>
        <pc:picChg chg="mod">
          <ac:chgData name="Ivan Damnjanovic" userId="ac64187cd8522d98" providerId="LiveId" clId="{EE58FB6E-C789-424E-B3E5-404F60AE9177}" dt="2020-10-31T21:01:26.330" v="1759" actId="1076"/>
          <ac:picMkLst>
            <pc:docMk/>
            <pc:sldMk cId="[redacted]" sldId="343"/>
            <ac:picMk id="153" creationId="{00000000-0000-0000-0000-000000000000}"/>
          </ac:picMkLst>
        </pc:picChg>
      </pc:sldChg>
      <pc:sldChg chg="addSp delSp modSp add mod modClrScheme chgLayout">
        <pc:chgData name="Ivan Damnjanovic" userId="ac64187cd8522d98" providerId="LiveId" clId="{EE58FB6E-C789-424E-B3E5-404F60AE9177}" dt="2020-10-31T21:10:11.179" v="1906" actId="1076"/>
        <pc:sldMkLst>
          <pc:docMk/>
          <pc:sldMk cId="1151085403" sldId="344"/>
        </pc:sldMkLst>
        <pc:spChg chg="mod ord">
          <ac:chgData name="Ivan Damnjanovic" userId="ac64187cd8522d98" providerId="LiveId" clId="{EE58FB6E-C789-424E-B3E5-404F60AE9177}" dt="2020-10-31T09:14:28.689" v="827" actId="20577"/>
          <ac:spMkLst>
            <pc:docMk/>
            <pc:sldMk cId="1151085403" sldId="344"/>
            <ac:spMk id="117" creationId="{00000000-0000-0000-0000-000000000000}"/>
          </ac:spMkLst>
        </pc:spChg>
        <pc:spChg chg="del mod">
          <ac:chgData name="Ivan Damnjanovic" userId="ac64187cd8522d98" providerId="LiveId" clId="{EE58FB6E-C789-424E-B3E5-404F60AE9177}" dt="2020-10-31T21:00:47.118" v="1753" actId="478"/>
          <ac:spMkLst>
            <pc:docMk/>
            <pc:sldMk cId="1151085403" sldId="344"/>
            <ac:spMk id="118" creationId="{00000000-0000-0000-0000-000000000000}"/>
          </ac:spMkLst>
        </pc:spChg>
        <pc:spChg chg="del mod">
          <ac:chgData name="Ivan Damnjanovic" userId="ac64187cd8522d98" providerId="LiveId" clId="{EE58FB6E-C789-424E-B3E5-404F60AE9177}" dt="2020-10-31T21:00:47.118" v="1753" actId="478"/>
          <ac:spMkLst>
            <pc:docMk/>
            <pc:sldMk cId="1151085403" sldId="344"/>
            <ac:spMk id="119" creationId="{00000000-0000-0000-0000-000000000000}"/>
          </ac:spMkLst>
        </pc:spChg>
        <pc:picChg chg="add del mod">
          <ac:chgData name="Ivan Damnjanovic" userId="ac64187cd8522d98" providerId="LiveId" clId="{EE58FB6E-C789-424E-B3E5-404F60AE9177}" dt="2020-10-31T21:09:36.999" v="1897" actId="478"/>
          <ac:picMkLst>
            <pc:docMk/>
            <pc:sldMk cId="1151085403" sldId="344"/>
            <ac:picMk id="3" creationId="{FDCF9FA5-A8C5-F147-811C-8F40A19FF28F}"/>
          </ac:picMkLst>
        </pc:picChg>
        <pc:picChg chg="add mod">
          <ac:chgData name="Ivan Damnjanovic" userId="ac64187cd8522d98" providerId="LiveId" clId="{EE58FB6E-C789-424E-B3E5-404F60AE9177}" dt="2020-10-31T21:10:11.179" v="1906" actId="1076"/>
          <ac:picMkLst>
            <pc:docMk/>
            <pc:sldMk cId="1151085403" sldId="344"/>
            <ac:picMk id="5" creationId="{EC5AE4AF-6D2F-1F47-84B0-75AE33F168DA}"/>
          </ac:picMkLst>
        </pc:picChg>
        <pc:picChg chg="del">
          <ac:chgData name="Ivan Damnjanovic" userId="ac64187cd8522d98" providerId="LiveId" clId="{EE58FB6E-C789-424E-B3E5-404F60AE9177}" dt="2020-10-31T21:00:48.725" v="1754" actId="478"/>
          <ac:picMkLst>
            <pc:docMk/>
            <pc:sldMk cId="1151085403" sldId="344"/>
            <ac:picMk id="116" creationId="{00000000-0000-0000-0000-000000000000}"/>
          </ac:picMkLst>
        </pc:picChg>
      </pc:sldChg>
      <pc:sldChg chg="addSp delSp modSp add mod">
        <pc:chgData name="Ivan Damnjanovic" userId="ac64187cd8522d98" providerId="LiveId" clId="{EE58FB6E-C789-424E-B3E5-404F60AE9177}" dt="2020-10-31T19:25:04.522" v="1500" actId="20577"/>
        <pc:sldMkLst>
          <pc:docMk/>
          <pc:sldMk cId="427404093" sldId="345"/>
        </pc:sldMkLst>
        <pc:spChg chg="add mod">
          <ac:chgData name="Ivan Damnjanovic" userId="ac64187cd8522d98" providerId="LiveId" clId="{EE58FB6E-C789-424E-B3E5-404F60AE9177}" dt="2020-10-31T19:25:04.522" v="1500" actId="20577"/>
          <ac:spMkLst>
            <pc:docMk/>
            <pc:sldMk cId="427404093" sldId="345"/>
            <ac:spMk id="2" creationId="{803552ED-780B-BF4D-926D-55232410A9EC}"/>
          </ac:spMkLst>
        </pc:spChg>
        <pc:spChg chg="mod">
          <ac:chgData name="Ivan Damnjanovic" userId="ac64187cd8522d98" providerId="LiveId" clId="{EE58FB6E-C789-424E-B3E5-404F60AE9177}" dt="2020-10-31T09:20:16.736" v="1035" actId="20577"/>
          <ac:spMkLst>
            <pc:docMk/>
            <pc:sldMk cId="427404093" sldId="345"/>
            <ac:spMk id="246" creationId="{00000000-0000-0000-0000-000000000000}"/>
          </ac:spMkLst>
        </pc:spChg>
        <pc:graphicFrameChg chg="del mod modGraphic">
          <ac:chgData name="Ivan Damnjanovic" userId="ac64187cd8522d98" providerId="LiveId" clId="{EE58FB6E-C789-424E-B3E5-404F60AE9177}" dt="2020-10-31T19:23:38.861" v="1398" actId="478"/>
          <ac:graphicFrameMkLst>
            <pc:docMk/>
            <pc:sldMk cId="427404093" sldId="345"/>
            <ac:graphicFrameMk id="247" creationId="{00000000-0000-0000-0000-000000000000}"/>
          </ac:graphicFrameMkLst>
        </pc:graphicFrameChg>
      </pc:sldChg>
      <pc:sldChg chg="modSp add del">
        <pc:chgData name="Ivan Damnjanovic" userId="ac64187cd8522d98" providerId="LiveId" clId="{EE58FB6E-C789-424E-B3E5-404F60AE9177}" dt="2020-10-31T09:11:28.914" v="759"/>
        <pc:sldMkLst>
          <pc:docMk/>
          <pc:sldMk cId="[redacted]" sldId="345"/>
        </pc:sldMkLst>
        <pc:graphicFrameChg chg="mod">
          <ac:chgData name="Ivan Damnjanovic" userId="ac64187cd8522d98" providerId="LiveId" clId="{EE58FB6E-C789-424E-B3E5-404F60AE9177}" dt="2020-10-31T09:11:25.829" v="758"/>
          <ac:graphicFrameMkLst>
            <pc:docMk/>
            <pc:sldMk cId="[redacted]" sldId="345"/>
            <ac:graphicFrameMk id="247" creationId="{00000000-0000-0000-0000-000000000000}"/>
          </ac:graphicFrameMkLst>
        </pc:graphicFrameChg>
      </pc:sldChg>
      <pc:sldChg chg="addSp modSp add mod">
        <pc:chgData name="Ivan Damnjanovic" userId="ac64187cd8522d98" providerId="LiveId" clId="{EE58FB6E-C789-424E-B3E5-404F60AE9177}" dt="2020-10-31T19:36:22.628" v="1620" actId="20577"/>
        <pc:sldMkLst>
          <pc:docMk/>
          <pc:sldMk cId="1575612198" sldId="346"/>
        </pc:sldMkLst>
        <pc:spChg chg="mod">
          <ac:chgData name="Ivan Damnjanovic" userId="ac64187cd8522d98" providerId="LiveId" clId="{EE58FB6E-C789-424E-B3E5-404F60AE9177}" dt="2020-10-31T19:25:37.614" v="1519" actId="20577"/>
          <ac:spMkLst>
            <pc:docMk/>
            <pc:sldMk cId="1575612198" sldId="346"/>
            <ac:spMk id="4" creationId="{58F5DB2B-E0FE-4170-B5DC-D1A3081F238B}"/>
          </ac:spMkLst>
        </pc:spChg>
        <pc:spChg chg="add mod">
          <ac:chgData name="Ivan Damnjanovic" userId="ac64187cd8522d98" providerId="LiveId" clId="{EE58FB6E-C789-424E-B3E5-404F60AE9177}" dt="2020-10-31T19:36:22.628" v="1620" actId="20577"/>
          <ac:spMkLst>
            <pc:docMk/>
            <pc:sldMk cId="1575612198" sldId="346"/>
            <ac:spMk id="61" creationId="{76893147-D721-BD4A-AC23-0E8DA5FB5B8C}"/>
          </ac:spMkLst>
        </pc:spChg>
      </pc:sldChg>
      <pc:sldChg chg="modSp add del mod">
        <pc:chgData name="Ivan Damnjanovic" userId="ac64187cd8522d98" providerId="LiveId" clId="{EE58FB6E-C789-424E-B3E5-404F60AE9177}" dt="2020-10-31T09:20:11.486" v="1030" actId="2696"/>
        <pc:sldMkLst>
          <pc:docMk/>
          <pc:sldMk cId="[redacted]" sldId="346"/>
        </pc:sldMkLst>
        <pc:spChg chg="mod">
          <ac:chgData name="Ivan Damnjanovic" userId="ac64187cd8522d98" providerId="LiveId" clId="{EE58FB6E-C789-424E-B3E5-404F60AE9177}" dt="2020-10-31T09:11:52.351" v="776" actId="20577"/>
          <ac:spMkLst>
            <pc:docMk/>
            <pc:sldMk cId="[redacted]" sldId="346"/>
            <ac:spMk id="2" creationId="{01CFFB22-98D7-BF4C-97CC-6C3354451AA6}"/>
          </ac:spMkLst>
        </pc:spChg>
      </pc:sldChg>
      <pc:sldChg chg="delSp modSp add del mod">
        <pc:chgData name="Ivan Damnjanovic" userId="ac64187cd8522d98" providerId="LiveId" clId="{EE58FB6E-C789-424E-B3E5-404F60AE9177}" dt="2020-10-31T18:45:46.050" v="1119" actId="2696"/>
        <pc:sldMkLst>
          <pc:docMk/>
          <pc:sldMk cId="531581402" sldId="347"/>
        </pc:sldMkLst>
        <pc:spChg chg="mod">
          <ac:chgData name="Ivan Damnjanovic" userId="ac64187cd8522d98" providerId="LiveId" clId="{EE58FB6E-C789-424E-B3E5-404F60AE9177}" dt="2020-10-31T09:15:59.447" v="936" actId="20577"/>
          <ac:spMkLst>
            <pc:docMk/>
            <pc:sldMk cId="531581402" sldId="347"/>
            <ac:spMk id="425" creationId="{00000000-0000-0000-0000-000000000000}"/>
          </ac:spMkLst>
        </pc:spChg>
        <pc:spChg chg="mod">
          <ac:chgData name="Ivan Damnjanovic" userId="ac64187cd8522d98" providerId="LiveId" clId="{EE58FB6E-C789-424E-B3E5-404F60AE9177}" dt="2020-10-31T15:34:45.814" v="1107" actId="1076"/>
          <ac:spMkLst>
            <pc:docMk/>
            <pc:sldMk cId="531581402" sldId="347"/>
            <ac:spMk id="426" creationId="{00000000-0000-0000-0000-000000000000}"/>
          </ac:spMkLst>
        </pc:spChg>
        <pc:graphicFrameChg chg="del mod modGraphic">
          <ac:chgData name="Ivan Damnjanovic" userId="ac64187cd8522d98" providerId="LiveId" clId="{EE58FB6E-C789-424E-B3E5-404F60AE9177}" dt="2020-10-31T15:34:37.339" v="1105" actId="478"/>
          <ac:graphicFrameMkLst>
            <pc:docMk/>
            <pc:sldMk cId="531581402" sldId="347"/>
            <ac:graphicFrameMk id="427" creationId="{00000000-0000-0000-0000-000000000000}"/>
          </ac:graphicFrameMkLst>
        </pc:graphicFrameChg>
      </pc:sldChg>
      <pc:sldChg chg="modSp add del">
        <pc:chgData name="Ivan Damnjanovic" userId="ac64187cd8522d98" providerId="LiveId" clId="{EE58FB6E-C789-424E-B3E5-404F60AE9177}" dt="2020-10-31T09:15:03.475" v="829"/>
        <pc:sldMkLst>
          <pc:docMk/>
          <pc:sldMk cId="1992757279" sldId="347"/>
        </pc:sldMkLst>
        <pc:graphicFrameChg chg="mod">
          <ac:chgData name="Ivan Damnjanovic" userId="ac64187cd8522d98" providerId="LiveId" clId="{EE58FB6E-C789-424E-B3E5-404F60AE9177}" dt="2020-10-31T09:15:01.394" v="828"/>
          <ac:graphicFrameMkLst>
            <pc:docMk/>
            <pc:sldMk cId="1992757279" sldId="347"/>
            <ac:graphicFrameMk id="427" creationId="{00000000-0000-0000-0000-000000000000}"/>
          </ac:graphicFrameMkLst>
        </pc:graphicFrameChg>
      </pc:sldChg>
      <pc:sldChg chg="addSp modSp add del mod">
        <pc:chgData name="Ivan Damnjanovic" userId="ac64187cd8522d98" providerId="LiveId" clId="{EE58FB6E-C789-424E-B3E5-404F60AE9177}" dt="2020-10-31T21:02:13.986" v="1762" actId="2696"/>
        <pc:sldMkLst>
          <pc:docMk/>
          <pc:sldMk cId="[redacted]" sldId="347"/>
        </pc:sldMkLst>
        <pc:spChg chg="add mod">
          <ac:chgData name="Ivan Damnjanovic" userId="ac64187cd8522d98" providerId="LiveId" clId="{EE58FB6E-C789-424E-B3E5-404F60AE9177}" dt="2020-10-31T19:36:33.669" v="1632" actId="20577"/>
          <ac:spMkLst>
            <pc:docMk/>
            <pc:sldMk cId="[redacted]" sldId="347"/>
            <ac:spMk id="331" creationId="{5520C1B8-E2FD-7B42-817E-1D598C16FF95}"/>
          </ac:spMkLst>
        </pc:spChg>
        <pc:spChg chg="mod">
          <ac:chgData name="Ivan Damnjanovic" userId="ac64187cd8522d98" providerId="LiveId" clId="{EE58FB6E-C789-424E-B3E5-404F60AE9177}" dt="2020-10-31T19:26:32.849" v="1548" actId="20577"/>
          <ac:spMkLst>
            <pc:docMk/>
            <pc:sldMk cId="[redacted]" sldId="347"/>
            <ac:spMk id="528" creationId="{9EC8F686-ADF8-421E-B728-7F90318E9394}"/>
          </ac:spMkLst>
        </pc:spChg>
      </pc:sldChg>
      <pc:sldMasterChg chg="delSldLayout modSldLayout">
        <pc:chgData name="Ivan Damnjanovic" userId="ac64187cd8522d98" providerId="LiveId" clId="{EE58FB6E-C789-424E-B3E5-404F60AE9177}" dt="2020-10-31T08:58:06.114" v="495" actId="2696"/>
        <pc:sldMasterMkLst>
          <pc:docMk/>
          <pc:sldMasterMk cId="1082210236" sldId="[redacted]"/>
        </pc:sldMasterMkLst>
        <pc:sldLayoutChg chg="modSp mod">
          <pc:chgData name="Ivan Damnjanovic" userId="ac64187cd8522d98" providerId="LiveId" clId="{EE58FB6E-C789-424E-B3E5-404F60AE9177}" dt="2020-10-31T08:50:52.030" v="363" actId="207"/>
          <pc:sldLayoutMkLst>
            <pc:docMk/>
            <pc:sldMasterMk cId="1082210236" sldId="[redacted]"/>
            <pc:sldLayoutMk cId="560227783" sldId="[redacted]"/>
          </pc:sldLayoutMkLst>
          <pc:spChg chg="mod">
            <ac:chgData name="Ivan Damnjanovic" userId="ac64187cd8522d98" providerId="LiveId" clId="{EE58FB6E-C789-424E-B3E5-404F60AE9177}" dt="2020-10-31T08:50:49.932" v="362" actId="207"/>
            <ac:spMkLst>
              <pc:docMk/>
              <pc:sldMasterMk cId="1082210236" sldId="[redacted]"/>
              <pc:sldLayoutMk cId="560227783" sldId="[redacted]"/>
              <ac:spMk id="2" creationId="{9D975788-4FB1-4E71-906A-971F39E1CC69}"/>
            </ac:spMkLst>
          </pc:spChg>
          <pc:spChg chg="mod">
            <ac:chgData name="Ivan Damnjanovic" userId="ac64187cd8522d98" providerId="LiveId" clId="{EE58FB6E-C789-424E-B3E5-404F60AE9177}" dt="2020-10-31T08:50:52.030" v="363" actId="207"/>
            <ac:spMkLst>
              <pc:docMk/>
              <pc:sldMasterMk cId="1082210236" sldId="[redacted]"/>
              <pc:sldLayoutMk cId="560227783" sldId="[redacted]"/>
              <ac:spMk id="3" creationId="{3624F968-AD01-4281-9192-C1E0E25E6D0F}"/>
            </ac:spMkLst>
          </pc:spChg>
        </pc:sldLayoutChg>
        <pc:sldLayoutChg chg="modSp mod">
          <pc:chgData name="Ivan Damnjanovic" userId="ac64187cd8522d98" providerId="LiveId" clId="{EE58FB6E-C789-424E-B3E5-404F60AE9177}" dt="2020-10-31T08:50:45.613" v="361" actId="207"/>
          <pc:sldLayoutMkLst>
            <pc:docMk/>
            <pc:sldMasterMk cId="1082210236" sldId="[redacted]"/>
            <pc:sldLayoutMk cId="1270511852" sldId="[redacted]"/>
          </pc:sldLayoutMkLst>
          <pc:spChg chg="mod">
            <ac:chgData name="Ivan Damnjanovic" userId="ac64187cd8522d98" providerId="LiveId" clId="{EE58FB6E-C789-424E-B3E5-404F60AE9177}" dt="2020-10-31T08:50:45.613" v="361" actId="207"/>
            <ac:spMkLst>
              <pc:docMk/>
              <pc:sldMasterMk cId="1082210236" sldId="[redacted]"/>
              <pc:sldLayoutMk cId="1270511852" sldId="[redacted]"/>
              <ac:spMk id="2" creationId="{30A58386-EA39-4D5B-9BBB-1151CD743834}"/>
            </ac:spMkLst>
          </pc:spChg>
        </pc:sldLayoutChg>
        <pc:sldLayoutChg chg="modSp mod">
          <pc:chgData name="Ivan Damnjanovic" userId="ac64187cd8522d98" providerId="LiveId" clId="{EE58FB6E-C789-424E-B3E5-404F60AE9177}" dt="2020-10-31T08:50:40.874" v="360" actId="207"/>
          <pc:sldLayoutMkLst>
            <pc:docMk/>
            <pc:sldMasterMk cId="1082210236" sldId="[redacted]"/>
            <pc:sldLayoutMk cId="[redacted]" sldId="[redacted]"/>
          </pc:sldLayoutMkLst>
          <pc:spChg chg="mod">
            <ac:chgData name="Ivan Damnjanovic" userId="ac64187cd8522d98" providerId="LiveId" clId="{EE58FB6E-C789-424E-B3E5-404F60AE9177}" dt="2020-10-31T08:50:40.874" v="360" actId="207"/>
            <ac:spMkLst>
              <pc:docMk/>
              <pc:sldMasterMk cId="1082210236" sldId="[redacted]"/>
              <pc:sldLayoutMk cId="[redacted]" sldId="[redacted]"/>
              <ac:spMk id="2" creationId="{14B8417C-A409-4C01-835D-A84DCAF0AB03}"/>
            </ac:spMkLst>
          </pc:spChg>
        </pc:sldLayoutChg>
        <pc:sldLayoutChg chg="modSp mod">
          <pc:chgData name="Ivan Damnjanovic" userId="ac64187cd8522d98" providerId="LiveId" clId="{EE58FB6E-C789-424E-B3E5-404F60AE9177}" dt="2020-10-31T08:50:32.587" v="359" actId="207"/>
          <pc:sldLayoutMkLst>
            <pc:docMk/>
            <pc:sldMasterMk cId="1082210236" sldId="[redacted]"/>
            <pc:sldLayoutMk cId="[redacted]" sldId="[redacted]"/>
          </pc:sldLayoutMkLst>
          <pc:spChg chg="mod">
            <ac:chgData name="Ivan Damnjanovic" userId="ac64187cd8522d98" providerId="LiveId" clId="{EE58FB6E-C789-424E-B3E5-404F60AE9177}" dt="2020-10-31T08:50:32.587" v="359" actId="207"/>
            <ac:spMkLst>
              <pc:docMk/>
              <pc:sldMasterMk cId="1082210236" sldId="[redacted]"/>
              <pc:sldLayoutMk cId="[redacted]" sldId="[redacted]"/>
              <ac:spMk id="2" creationId="{6ECF96B3-84B4-4B2C-83AE-DE[redacted]}"/>
            </ac:spMkLst>
          </pc:spChg>
        </pc:sldLayoutChg>
        <pc:sldLayoutChg chg="del">
          <pc:chgData name="Ivan Damnjanovic" userId="ac64187cd8522d98" providerId="LiveId" clId="{EE58FB6E-C789-424E-B3E5-404F60AE9177}" dt="2020-10-31T08:58:06.114" v="495" actId="2696"/>
          <pc:sldLayoutMkLst>
            <pc:docMk/>
            <pc:sldMasterMk cId="1082210236" sldId="[redacted]"/>
            <pc:sldLayoutMk cId="1564228423" sldId="[redacted]"/>
          </pc:sldLayoutMkLst>
        </pc:sldLayoutChg>
      </pc:sldMasterChg>
      <pc:sldMasterChg chg="del delSldLayout">
        <pc:chgData name="Ivan Damnjanovic" userId="ac64187cd8522d98" providerId="LiveId" clId="{EE58FB6E-C789-424E-B3E5-404F60AE9177}" dt="2020-10-31T09:02:03.764" v="517" actId="2696"/>
        <pc:sldMasterMkLst>
          <pc:docMk/>
          <pc:sldMasterMk cId="1001164040" sldId="[redacted]"/>
        </pc:sldMasterMkLst>
        <pc:sldLayoutChg chg="del">
          <pc:chgData name="Ivan Damnjanovic" userId="ac64187cd8522d98" providerId="LiveId" clId="{EE58FB6E-C789-424E-B3E5-404F60AE9177}" dt="2020-10-31T09:02:03.764" v="517" actId="2696"/>
          <pc:sldLayoutMkLst>
            <pc:docMk/>
            <pc:sldMasterMk cId="1001164040" sldId="[redacted]"/>
            <pc:sldLayoutMk cId="927297314"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500107167"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342357200"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653457421"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1932751140"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1514499736"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641109938"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684357431"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1842833168"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redacted]" sldId="[redacted]"/>
          </pc:sldLayoutMkLst>
        </pc:sldLayoutChg>
        <pc:sldLayoutChg chg="del">
          <pc:chgData name="Ivan Damnjanovic" userId="ac64187cd8522d98" providerId="LiveId" clId="{EE58FB6E-C789-424E-B3E5-404F60AE9177}" dt="2020-10-31T09:02:03.764" v="517" actId="2696"/>
          <pc:sldLayoutMkLst>
            <pc:docMk/>
            <pc:sldMasterMk cId="1001164040" sldId="[redacted]"/>
            <pc:sldLayoutMk cId="286348150" sldId="[redacted]"/>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DE2F5-EF6D-CF44-838E-0382429904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98BD78-F6B4-1C4C-AAED-AD34C5F0A9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561EF4-4A4D-8F41-AF1E-1283D4E85A54}" type="datetimeFigureOut">
              <a:rPr lang="en-US" smtClean="0"/>
              <a:t>11/10/20</a:t>
            </a:fld>
            <a:endParaRPr lang="en-US"/>
          </a:p>
        </p:txBody>
      </p:sp>
      <p:sp>
        <p:nvSpPr>
          <p:cNvPr id="4" name="Footer Placeholder 3">
            <a:extLst>
              <a:ext uri="{FF2B5EF4-FFF2-40B4-BE49-F238E27FC236}">
                <a16:creationId xmlns:a16="http://schemas.microsoft.com/office/drawing/2014/main" id="{BA6AFDFD-60B2-2543-A713-C54029414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D8B62-6143-CE41-82FE-4F99E6879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BACE9-0E6B-6345-894C-C0F23B72EA18}" type="slidenum">
              <a:rPr lang="en-US" smtClean="0"/>
              <a:t>‹#›</a:t>
            </a:fld>
            <a:endParaRPr lang="en-US"/>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L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9049653-3E1F-4EE1-B1F7-25A06F5BDB22}" type="datetimeFigureOut">
              <a:rPr lang="ar-LY" smtClean="0"/>
              <a:t>25‏/3‏/1442</a:t>
            </a:fld>
            <a:endParaRPr lang="ar-L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L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L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906DC70-5E63-44E8-9C18-D79E67272429}" type="slidenum">
              <a:rPr lang="ar-LY" smtClean="0"/>
              <a:t>‹#›</a:t>
            </a:fld>
            <a:endParaRPr lang="ar-LY"/>
          </a:p>
        </p:txBody>
      </p:sp>
    </p:spTree>
    <p:extLst>
      <p:ext uri="{BB962C8B-B14F-4D97-AF65-F5344CB8AC3E}">
        <p14:creationId xmlns:p14="http://schemas.microsoft.com/office/powerpoint/2010/main" val="83649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90c5025b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dirty="0"/>
          </a:p>
        </p:txBody>
      </p:sp>
      <p:sp>
        <p:nvSpPr>
          <p:cNvPr id="995" name="Google Shape;995;g90c5025bc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67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Same trends impact vertical farming</a:t>
            </a:r>
            <a:r>
              <a:rPr lang="en-US" sz="1200" b="0" i="0" kern="1200" dirty="0">
                <a:solidFill>
                  <a:schemeClr val="tx1"/>
                </a:solidFill>
                <a:effectLst/>
                <a:latin typeface="+mn-lt"/>
                <a:ea typeface="+mn-ea"/>
                <a:cs typeface="+mn-cs"/>
              </a:rPr>
              <a:t> in particular</a:t>
            </a:r>
            <a:endParaRPr lang="en-CA"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906DC70-5E63-44E8-9C18-D79E67272429}" type="slidenum">
              <a:rPr lang="ar-LY" smtClean="0"/>
              <a:t>2</a:t>
            </a:fld>
            <a:endParaRPr lang="ar-LY"/>
          </a:p>
        </p:txBody>
      </p:sp>
    </p:spTree>
    <p:extLst>
      <p:ext uri="{BB962C8B-B14F-4D97-AF65-F5344CB8AC3E}">
        <p14:creationId xmlns:p14="http://schemas.microsoft.com/office/powerpoint/2010/main" val="39354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Energy intensive and complex facilities such as indoor farms are in particular need because of several reasons: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bg1"/>
                </a:solidFill>
              </a:rPr>
              <a:t>Operational data from the farmer is not taken into consideration when optimizing the indoor environment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Current solutions operate on pre-determined schedules for several months at a time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Data is usually stored on-site with no or minimal visibility by the farm operator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operator must manually combine readings from various farm sensors before being able to determine optimal environmental conditions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After the data is analyzed, the farm operator needs to determine how to program the existing air conditioning and mechanical ventilation (ACMV) equipment to achieve the optimal targets. This is often a complex process done by professional engineers since it requires considering multiple and sometimes competing priorities, such as balancing temperature, humidity, and ventilation requirements, along with building standards and guidelines, especially if the facility is used not only for farming activities.</a:t>
            </a:r>
            <a:endParaRPr lang="en-CA" sz="1200" dirty="0"/>
          </a:p>
        </p:txBody>
      </p:sp>
      <p:sp>
        <p:nvSpPr>
          <p:cNvPr id="4" name="Slide Number Placeholder 3"/>
          <p:cNvSpPr>
            <a:spLocks noGrp="1"/>
          </p:cNvSpPr>
          <p:nvPr>
            <p:ph type="sldNum" sz="quarter" idx="5"/>
          </p:nvPr>
        </p:nvSpPr>
        <p:spPr/>
        <p:txBody>
          <a:bodyPr/>
          <a:lstStyle/>
          <a:p>
            <a:fld id="{C906DC70-5E63-44E8-9C18-D79E67272429}" type="slidenum">
              <a:rPr lang="ar-LY" smtClean="0"/>
              <a:t>3</a:t>
            </a:fld>
            <a:endParaRPr lang="ar-LY"/>
          </a:p>
        </p:txBody>
      </p:sp>
    </p:spTree>
    <p:extLst>
      <p:ext uri="{BB962C8B-B14F-4D97-AF65-F5344CB8AC3E}">
        <p14:creationId xmlns:p14="http://schemas.microsoft.com/office/powerpoint/2010/main" val="1905305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e84ca64a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9e84ca64a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1200" b="0" i="0" kern="1200" dirty="0">
                <a:solidFill>
                  <a:schemeClr val="tx1"/>
                </a:solidFill>
                <a:effectLst/>
                <a:latin typeface="+mn-lt"/>
                <a:ea typeface="+mn-ea"/>
                <a:cs typeface="+mn-cs"/>
              </a:rPr>
              <a:t>Vertical farming is high-growth and high-value market </a:t>
            </a:r>
            <a:endParaRPr dirty="0"/>
          </a:p>
        </p:txBody>
      </p:sp>
    </p:spTree>
    <p:extLst>
      <p:ext uri="{BB962C8B-B14F-4D97-AF65-F5344CB8AC3E}">
        <p14:creationId xmlns:p14="http://schemas.microsoft.com/office/powerpoint/2010/main" val="886596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5</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10</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9ad87aa1f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9ad87aa1f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endParaRPr sz="1200"/>
          </a:p>
        </p:txBody>
      </p:sp>
    </p:spTree>
    <p:extLst>
      <p:ext uri="{BB962C8B-B14F-4D97-AF65-F5344CB8AC3E}">
        <p14:creationId xmlns:p14="http://schemas.microsoft.com/office/powerpoint/2010/main" val="[redacted]"/>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4ed5fc9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a4ed5fc9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solidFill>
                  <a:schemeClr val="dk1"/>
                </a:solidFill>
                <a:latin typeface="Times New Roman"/>
                <a:ea typeface="Times New Roman"/>
                <a:cs typeface="Times New Roman"/>
                <a:sym typeface="Times New Roman"/>
              </a:rPr>
              <a:t>Assumptions:</a:t>
            </a:r>
            <a:endParaRPr b="1">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Smart Sensors cover one (1) farming unit of approximately 30 m2</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Edge Node provides control for one (1) ACMV system (e.g., AHU or AC)</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Ambient Control Unit provides management for one (1) facility (e.g., one location)</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Complimentary operational support for 1 year</a:t>
            </a:r>
            <a:endParaRPr>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Font typeface="Times New Roman"/>
              <a:buChar char="●"/>
            </a:pPr>
            <a:r>
              <a:rPr lang="en-GB">
                <a:solidFill>
                  <a:schemeClr val="dk1"/>
                </a:solidFill>
                <a:latin typeface="Times New Roman"/>
                <a:ea typeface="Times New Roman"/>
                <a:cs typeface="Times New Roman"/>
                <a:sym typeface="Times New Roman"/>
              </a:rPr>
              <a:t>24 month warranty for Ambient hardware or as-specified by manufacturer</a:t>
            </a:r>
            <a:endParaRPr/>
          </a:p>
        </p:txBody>
      </p:sp>
    </p:spTree>
    <p:extLst>
      <p:ext uri="{BB962C8B-B14F-4D97-AF65-F5344CB8AC3E}">
        <p14:creationId xmlns:p14="http://schemas.microsoft.com/office/powerpoint/2010/main" val="1254964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993de70b84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993de70b84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redacted]"/>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notes:</a:t>
            </a:r>
          </a:p>
          <a:p>
            <a:pPr marL="171450" indent="-171450">
              <a:buFont typeface="Arial" panose="020B0604020202020204" pitchFamily="34" charset="0"/>
              <a:buChar char="•"/>
            </a:pPr>
            <a:r>
              <a:rPr lang="en-US" dirty="0">
                <a:solidFill>
                  <a:schemeClr val="bg1"/>
                </a:solidFill>
              </a:rPr>
              <a:t>Customer has offered to pay for the final product (rather than components)</a:t>
            </a:r>
          </a:p>
          <a:p>
            <a:pPr marL="171450" indent="-171450">
              <a:buFont typeface="Arial" panose="020B0604020202020204" pitchFamily="34" charset="0"/>
              <a:buChar char="•"/>
            </a:pPr>
            <a:r>
              <a:rPr lang="en-US" dirty="0">
                <a:solidFill>
                  <a:schemeClr val="bg1"/>
                </a:solidFill>
              </a:rPr>
              <a:t>Need to be incorporated to send invoices</a:t>
            </a:r>
          </a:p>
          <a:p>
            <a:pPr marL="171450" indent="-171450">
              <a:buFont typeface="Arial" panose="020B0604020202020204" pitchFamily="34" charset="0"/>
              <a:buChar char="•"/>
            </a:pPr>
            <a:r>
              <a:rPr lang="en-US" dirty="0">
                <a:solidFill>
                  <a:schemeClr val="bg1"/>
                </a:solidFill>
              </a:rPr>
              <a:t>Software development costs will be bootstrapped</a:t>
            </a:r>
          </a:p>
          <a:p>
            <a:pPr marL="171450" indent="-171450">
              <a:buFont typeface="Arial" panose="020B0604020202020204" pitchFamily="34" charset="0"/>
              <a:buChar char="•"/>
            </a:pPr>
            <a:r>
              <a:rPr lang="en-US" dirty="0">
                <a:solidFill>
                  <a:schemeClr val="bg1"/>
                </a:solidFill>
              </a:rPr>
              <a:t>Understanding that Ambient is a building technology that is providing services to indoor farming facilities (&gt;80% of the product/MVP is building-related technology)</a:t>
            </a:r>
          </a:p>
          <a:p>
            <a:pPr marL="171450" indent="-171450">
              <a:buFont typeface="Arial" panose="020B0604020202020204" pitchFamily="34" charset="0"/>
              <a:buChar char="•"/>
            </a:pPr>
            <a:r>
              <a:rPr lang="en-US" dirty="0">
                <a:solidFill>
                  <a:schemeClr val="bg1"/>
                </a:solidFill>
              </a:rPr>
              <a:t>Understanding that MVP for an industrial AI system requires investment of time, resources, and partnership</a:t>
            </a:r>
          </a:p>
          <a:p>
            <a:pPr marL="171450" indent="-171450">
              <a:buFont typeface="Arial" panose="020B0604020202020204" pitchFamily="34" charset="0"/>
              <a:buChar char="•"/>
            </a:pPr>
            <a:endParaRPr lang="en-US" dirty="0">
              <a:solidFill>
                <a:schemeClr val="bg1"/>
              </a:solidFill>
            </a:endParaRPr>
          </a:p>
          <a:p>
            <a:pPr marL="171450" indent="-171450">
              <a:buFont typeface="Arial" panose="020B0604020202020204" pitchFamily="34" charset="0"/>
              <a:buChar char="•"/>
            </a:pPr>
            <a:endParaRPr lang="en-US" dirty="0">
              <a:solidFill>
                <a:schemeClr val="bg1"/>
              </a:solidFill>
            </a:endParaRPr>
          </a:p>
        </p:txBody>
      </p:sp>
      <p:sp>
        <p:nvSpPr>
          <p:cNvPr id="4" name="Slide Number Placeholder 3"/>
          <p:cNvSpPr>
            <a:spLocks noGrp="1"/>
          </p:cNvSpPr>
          <p:nvPr>
            <p:ph type="sldNum" sz="quarter" idx="5"/>
          </p:nvPr>
        </p:nvSpPr>
        <p:spPr/>
        <p:txBody>
          <a:bodyPr/>
          <a:lstStyle/>
          <a:p>
            <a:fld id="{C906DC70-5E63-44E8-9C18-D79E67272429}" type="slidenum">
              <a:rPr lang="ar-LY" smtClean="0"/>
              <a:t>15</a:t>
            </a:fld>
            <a:endParaRPr lang="ar-LY"/>
          </a:p>
        </p:txBody>
      </p:sp>
    </p:spTree>
    <p:extLst>
      <p:ext uri="{BB962C8B-B14F-4D97-AF65-F5344CB8AC3E}">
        <p14:creationId xmlns:p14="http://schemas.microsoft.com/office/powerpoint/2010/main" val="1339938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4ed5fc9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ga4ed5fc97f_0_41:notes"/>
          <p:cNvSpPr>
            <a:spLocks noGrp="1" noRot="1" noChangeAspect="1"/>
          </p:cNvSpPr>
          <p:nvPr>
            <p:ph type="sldImg" idx="2"/>
          </p:nvPr>
        </p:nvSpPr>
        <p:spPr>
          <a:xfrm>
            <a:off x="379413" y="685800"/>
            <a:ext cx="6097587"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831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19</a:t>
            </a:fld>
            <a:endParaRPr lang="ar-LY"/>
          </a:p>
        </p:txBody>
      </p:sp>
    </p:spTree>
    <p:extLst>
      <p:ext uri="{BB962C8B-B14F-4D97-AF65-F5344CB8AC3E}">
        <p14:creationId xmlns:p14="http://schemas.microsoft.com/office/powerpoint/2010/main" val="83399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20</a:t>
            </a:fld>
            <a:endParaRPr lang="ar-LY"/>
          </a:p>
        </p:txBody>
      </p:sp>
    </p:spTree>
    <p:extLst>
      <p:ext uri="{BB962C8B-B14F-4D97-AF65-F5344CB8AC3E}">
        <p14:creationId xmlns:p14="http://schemas.microsoft.com/office/powerpoint/2010/main" val="267397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21</a:t>
            </a:fld>
            <a:endParaRPr lang="ar-LY"/>
          </a:p>
        </p:txBody>
      </p:sp>
    </p:spTree>
    <p:extLst>
      <p:ext uri="{BB962C8B-B14F-4D97-AF65-F5344CB8AC3E}">
        <p14:creationId xmlns:p14="http://schemas.microsoft.com/office/powerpoint/2010/main" val="[redacted]"/>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96B3-84B4-4B2C-83AE-DE[redacte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ar-LY" dirty="0"/>
          </a:p>
        </p:txBody>
      </p:sp>
      <p:sp>
        <p:nvSpPr>
          <p:cNvPr id="3" name="Date Placeholder 2">
            <a:extLst>
              <a:ext uri="{FF2B5EF4-FFF2-40B4-BE49-F238E27FC236}">
                <a16:creationId xmlns:a16="http://schemas.microsoft.com/office/drawing/2014/main" id="{0E8ADB45-04E0-46B0-A8FF-9887850F5232}"/>
              </a:ext>
            </a:extLst>
          </p:cNvPr>
          <p:cNvSpPr>
            <a:spLocks noGrp="1"/>
          </p:cNvSpPr>
          <p:nvPr>
            <p:ph type="dt" sz="half" idx="10"/>
          </p:nvPr>
        </p:nvSpPr>
        <p:spPr/>
        <p:txBody>
          <a:bodyPr/>
          <a:lstStyle>
            <a:lvl1pPr>
              <a:defRPr sz="1600"/>
            </a:lvl1pPr>
          </a:lstStyle>
          <a:p>
            <a:fld id="{A131A5CF-817D-314C-B15B-6D5F0E6CAFE4}" type="datetime1">
              <a:rPr lang="en-CA" smtClean="0"/>
              <a:t>2020-11-10</a:t>
            </a:fld>
            <a:endParaRPr lang="ar-LY"/>
          </a:p>
        </p:txBody>
      </p:sp>
      <p:sp>
        <p:nvSpPr>
          <p:cNvPr id="4" name="Footer Placeholder 3">
            <a:extLst>
              <a:ext uri="{FF2B5EF4-FFF2-40B4-BE49-F238E27FC236}">
                <a16:creationId xmlns:a16="http://schemas.microsoft.com/office/drawing/2014/main" id="{119B9A27-5DA5-4BB0-A567-275F82A0F989}"/>
              </a:ext>
            </a:extLst>
          </p:cNvPr>
          <p:cNvSpPr>
            <a:spLocks noGrp="1"/>
          </p:cNvSpPr>
          <p:nvPr>
            <p:ph type="ftr" sz="quarter" idx="11"/>
          </p:nvPr>
        </p:nvSpPr>
        <p:spPr/>
        <p:txBody>
          <a:bodyPr/>
          <a:lstStyle>
            <a:lvl1pPr>
              <a:defRPr sz="1600"/>
            </a:lvl1pPr>
          </a:lstStyle>
          <a:p>
            <a:endParaRPr lang="ar-LY" sz="1600"/>
          </a:p>
        </p:txBody>
      </p:sp>
      <p:sp>
        <p:nvSpPr>
          <p:cNvPr id="6" name="Slide Number Placeholder 5">
            <a:extLst>
              <a:ext uri="{FF2B5EF4-FFF2-40B4-BE49-F238E27FC236}">
                <a16:creationId xmlns:a16="http://schemas.microsoft.com/office/drawing/2014/main" id="{DF9F2702-A686-3444-A7C2-C7424DD4DA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4CEF7-7F83-4E12-A932-FC45DBA5622B}"/>
              </a:ext>
            </a:extLst>
          </p:cNvPr>
          <p:cNvSpPr>
            <a:spLocks noGrp="1"/>
          </p:cNvSpPr>
          <p:nvPr>
            <p:ph type="dt" sz="half" idx="10"/>
          </p:nvPr>
        </p:nvSpPr>
        <p:spPr/>
        <p:txBody>
          <a:bodyPr/>
          <a:lstStyle/>
          <a:p>
            <a:fld id="{319FD17B-18D6-8447-B9D8-B57D07AD6FD7}" type="datetime1">
              <a:rPr lang="en-CA" smtClean="0"/>
              <a:t>2020-11-10</a:t>
            </a:fld>
            <a:endParaRPr lang="ar-LY"/>
          </a:p>
        </p:txBody>
      </p:sp>
      <p:sp>
        <p:nvSpPr>
          <p:cNvPr id="3" name="Footer Placeholder 2">
            <a:extLst>
              <a:ext uri="{FF2B5EF4-FFF2-40B4-BE49-F238E27FC236}">
                <a16:creationId xmlns:a16="http://schemas.microsoft.com/office/drawing/2014/main" id="{3519D36F-29DE-4CFE-8462-7F7720A72D9D}"/>
              </a:ext>
            </a:extLst>
          </p:cNvPr>
          <p:cNvSpPr>
            <a:spLocks noGrp="1"/>
          </p:cNvSpPr>
          <p:nvPr>
            <p:ph type="ftr" sz="quarter" idx="11"/>
          </p:nvPr>
        </p:nvSpPr>
        <p:spPr/>
        <p:txBody>
          <a:bodyPr/>
          <a:lstStyle/>
          <a:p>
            <a:endParaRPr lang="ar-LY"/>
          </a:p>
        </p:txBody>
      </p:sp>
      <p:sp>
        <p:nvSpPr>
          <p:cNvPr id="5" name="Slide Number Placeholder 5">
            <a:extLst>
              <a:ext uri="{FF2B5EF4-FFF2-40B4-BE49-F238E27FC236}">
                <a16:creationId xmlns:a16="http://schemas.microsoft.com/office/drawing/2014/main" id="{E0AC5333-3DD9-5E48-837C-3569DC2D1D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D2A266A-5972-4C18-901A-C1D0B8EC99A5}"/>
              </a:ext>
            </a:extLst>
          </p:cNvPr>
          <p:cNvSpPr>
            <a:spLocks noGrp="1"/>
          </p:cNvSpPr>
          <p:nvPr>
            <p:ph type="pic" sz="quarter" idx="13"/>
          </p:nvPr>
        </p:nvSpPr>
        <p:spPr>
          <a:xfrm>
            <a:off x="230981" y="225266"/>
            <a:ext cx="11730038" cy="4457700"/>
          </a:xfrm>
          <a:custGeom>
            <a:avLst/>
            <a:gdLst>
              <a:gd name="connsiteX0" fmla="*/ 168590 w 11730038"/>
              <a:gd name="connsiteY0" fmla="*/ 0 h 4457700"/>
              <a:gd name="connsiteX1" fmla="*/ 11561448 w 11730038"/>
              <a:gd name="connsiteY1" fmla="*/ 0 h 4457700"/>
              <a:gd name="connsiteX2" fmla="*/ 11730038 w 11730038"/>
              <a:gd name="connsiteY2" fmla="*/ 168590 h 4457700"/>
              <a:gd name="connsiteX3" fmla="*/ 11730038 w 11730038"/>
              <a:gd name="connsiteY3" fmla="*/ 4289110 h 4457700"/>
              <a:gd name="connsiteX4" fmla="*/ 11561448 w 11730038"/>
              <a:gd name="connsiteY4" fmla="*/ 4457700 h 4457700"/>
              <a:gd name="connsiteX5" fmla="*/ 168590 w 11730038"/>
              <a:gd name="connsiteY5" fmla="*/ 4457700 h 4457700"/>
              <a:gd name="connsiteX6" fmla="*/ 0 w 11730038"/>
              <a:gd name="connsiteY6" fmla="*/ 4289110 h 4457700"/>
              <a:gd name="connsiteX7" fmla="*/ 0 w 11730038"/>
              <a:gd name="connsiteY7" fmla="*/ 168590 h 4457700"/>
              <a:gd name="connsiteX8" fmla="*/ 168590 w 11730038"/>
              <a:gd name="connsiteY8"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30038" h="4457700">
                <a:moveTo>
                  <a:pt x="168590" y="0"/>
                </a:moveTo>
                <a:lnTo>
                  <a:pt x="11561448" y="0"/>
                </a:lnTo>
                <a:cubicBezTo>
                  <a:pt x="11654558" y="0"/>
                  <a:pt x="11730038" y="75480"/>
                  <a:pt x="11730038" y="168590"/>
                </a:cubicBezTo>
                <a:lnTo>
                  <a:pt x="11730038" y="4289110"/>
                </a:lnTo>
                <a:cubicBezTo>
                  <a:pt x="11730038" y="4382220"/>
                  <a:pt x="11654558" y="4457700"/>
                  <a:pt x="11561448" y="4457700"/>
                </a:cubicBezTo>
                <a:lnTo>
                  <a:pt x="168590" y="4457700"/>
                </a:lnTo>
                <a:cubicBezTo>
                  <a:pt x="75480" y="4457700"/>
                  <a:pt x="0" y="4382220"/>
                  <a:pt x="0" y="4289110"/>
                </a:cubicBezTo>
                <a:lnTo>
                  <a:pt x="0" y="168590"/>
                </a:lnTo>
                <a:cubicBezTo>
                  <a:pt x="0" y="75480"/>
                  <a:pt x="75480" y="0"/>
                  <a:pt x="168590" y="0"/>
                </a:cubicBezTo>
                <a:close/>
              </a:path>
            </a:pathLst>
          </a:custGeom>
        </p:spPr>
        <p:txBody>
          <a:bodyPr wrap="square">
            <a:noAutofit/>
          </a:bodyPr>
          <a:lstStyle/>
          <a:p>
            <a:endParaRPr lang="ar-LY"/>
          </a:p>
        </p:txBody>
      </p:sp>
      <p:sp>
        <p:nvSpPr>
          <p:cNvPr id="3" name="Date Placeholder 2">
            <a:extLst>
              <a:ext uri="{FF2B5EF4-FFF2-40B4-BE49-F238E27FC236}">
                <a16:creationId xmlns:a16="http://schemas.microsoft.com/office/drawing/2014/main" id="{7A3B84D1-C2D4-4004-8EAD-3970484C33FF}"/>
              </a:ext>
            </a:extLst>
          </p:cNvPr>
          <p:cNvSpPr>
            <a:spLocks noGrp="1"/>
          </p:cNvSpPr>
          <p:nvPr>
            <p:ph type="dt" sz="half" idx="10"/>
          </p:nvPr>
        </p:nvSpPr>
        <p:spPr/>
        <p:txBody>
          <a:bodyPr/>
          <a:lstStyle/>
          <a:p>
            <a:fld id="{581680C4-E63E-6140-B717-F96AB8E06DDD}" type="datetime1">
              <a:rPr lang="en-CA" smtClean="0"/>
              <a:t>2020-11-10</a:t>
            </a:fld>
            <a:endParaRPr lang="ar-LY"/>
          </a:p>
        </p:txBody>
      </p:sp>
      <p:sp>
        <p:nvSpPr>
          <p:cNvPr id="4" name="Footer Placeholder 3">
            <a:extLst>
              <a:ext uri="{FF2B5EF4-FFF2-40B4-BE49-F238E27FC236}">
                <a16:creationId xmlns:a16="http://schemas.microsoft.com/office/drawing/2014/main" id="{1B6E5858-4362-4FAD-AA92-04CB0F3E1DCA}"/>
              </a:ext>
            </a:extLst>
          </p:cNvPr>
          <p:cNvSpPr>
            <a:spLocks noGrp="1"/>
          </p:cNvSpPr>
          <p:nvPr>
            <p:ph type="ftr" sz="quarter" idx="11"/>
          </p:nvPr>
        </p:nvSpPr>
        <p:spPr/>
        <p:txBody>
          <a:bodyPr/>
          <a:lstStyle/>
          <a:p>
            <a:endParaRPr lang="ar-LY"/>
          </a:p>
        </p:txBody>
      </p:sp>
      <p:sp>
        <p:nvSpPr>
          <p:cNvPr id="17" name="Picture Placeholder 16">
            <a:extLst>
              <a:ext uri="{FF2B5EF4-FFF2-40B4-BE49-F238E27FC236}">
                <a16:creationId xmlns:a16="http://schemas.microsoft.com/office/drawing/2014/main" id="{1B70762B-372E-42AB-8316-6708DF8F05BB}"/>
              </a:ext>
            </a:extLst>
          </p:cNvPr>
          <p:cNvSpPr>
            <a:spLocks noGrp="1"/>
          </p:cNvSpPr>
          <p:nvPr>
            <p:ph type="pic" sz="quarter" idx="14"/>
          </p:nvPr>
        </p:nvSpPr>
        <p:spPr>
          <a:xfrm>
            <a:off x="1455420" y="1046528"/>
            <a:ext cx="5605435" cy="3550110"/>
          </a:xfrm>
          <a:custGeom>
            <a:avLst/>
            <a:gdLst>
              <a:gd name="connsiteX0" fmla="*/ 109549 w 6305551"/>
              <a:gd name="connsiteY0" fmla="*/ 0 h 3829050"/>
              <a:gd name="connsiteX1" fmla="*/ 6196002 w 6305551"/>
              <a:gd name="connsiteY1" fmla="*/ 0 h 3829050"/>
              <a:gd name="connsiteX2" fmla="*/ 6305551 w 6305551"/>
              <a:gd name="connsiteY2" fmla="*/ 109549 h 3829050"/>
              <a:gd name="connsiteX3" fmla="*/ 6305551 w 6305551"/>
              <a:gd name="connsiteY3" fmla="*/ 3719501 h 3829050"/>
              <a:gd name="connsiteX4" fmla="*/ 6196002 w 6305551"/>
              <a:gd name="connsiteY4" fmla="*/ 3829050 h 3829050"/>
              <a:gd name="connsiteX5" fmla="*/ 109549 w 6305551"/>
              <a:gd name="connsiteY5" fmla="*/ 3829050 h 3829050"/>
              <a:gd name="connsiteX6" fmla="*/ 0 w 6305551"/>
              <a:gd name="connsiteY6" fmla="*/ 3719501 h 3829050"/>
              <a:gd name="connsiteX7" fmla="*/ 0 w 6305551"/>
              <a:gd name="connsiteY7" fmla="*/ 109549 h 3829050"/>
              <a:gd name="connsiteX8" fmla="*/ 109549 w 6305551"/>
              <a:gd name="connsiteY8" fmla="*/ 0 h 382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5551" h="3829050">
                <a:moveTo>
                  <a:pt x="109549" y="0"/>
                </a:moveTo>
                <a:lnTo>
                  <a:pt x="6196002" y="0"/>
                </a:lnTo>
                <a:cubicBezTo>
                  <a:pt x="6256504" y="0"/>
                  <a:pt x="6305551" y="49047"/>
                  <a:pt x="6305551" y="109549"/>
                </a:cubicBezTo>
                <a:lnTo>
                  <a:pt x="6305551" y="3719501"/>
                </a:lnTo>
                <a:cubicBezTo>
                  <a:pt x="6305551" y="3780003"/>
                  <a:pt x="6256504" y="3829050"/>
                  <a:pt x="6196002" y="3829050"/>
                </a:cubicBezTo>
                <a:lnTo>
                  <a:pt x="109549" y="3829050"/>
                </a:lnTo>
                <a:cubicBezTo>
                  <a:pt x="49047" y="3829050"/>
                  <a:pt x="0" y="3780003"/>
                  <a:pt x="0" y="3719501"/>
                </a:cubicBezTo>
                <a:lnTo>
                  <a:pt x="0" y="109549"/>
                </a:lnTo>
                <a:cubicBezTo>
                  <a:pt x="0" y="49047"/>
                  <a:pt x="49047" y="0"/>
                  <a:pt x="109549" y="0"/>
                </a:cubicBezTo>
                <a:close/>
              </a:path>
            </a:pathLst>
          </a:custGeom>
        </p:spPr>
        <p:txBody>
          <a:bodyPr wrap="square">
            <a:noAutofit/>
          </a:bodyPr>
          <a:lstStyle/>
          <a:p>
            <a:endParaRPr lang="ar-LY" dirty="0"/>
          </a:p>
        </p:txBody>
      </p:sp>
      <p:sp>
        <p:nvSpPr>
          <p:cNvPr id="7" name="Slide Number Placeholder 5">
            <a:extLst>
              <a:ext uri="{FF2B5EF4-FFF2-40B4-BE49-F238E27FC236}">
                <a16:creationId xmlns:a16="http://schemas.microsoft.com/office/drawing/2014/main" id="{DFDF05FE-1110-1C4B-B0E8-46C695766F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78502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34"/>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90A9F1-7A61-F449-8DDD-D046EF6990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5" name="Slide Number Placeholder 5">
            <a:extLst>
              <a:ext uri="{FF2B5EF4-FFF2-40B4-BE49-F238E27FC236}">
                <a16:creationId xmlns:a16="http://schemas.microsoft.com/office/drawing/2014/main" id="{C7824AAF-AC5A-004C-8E5A-5878A332C4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165858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4611AC0-3CA0-014A-AA0C-39BC4AE981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sp>
        <p:nvSpPr>
          <p:cNvPr id="2" name="Rectangle 1"/>
          <p:cNvSpPr/>
          <p:nvPr userDrawn="1"/>
        </p:nvSpPr>
        <p:spPr>
          <a:xfrm flipH="1">
            <a:off x="6045200" y="0"/>
            <a:ext cx="61468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 name="Picture Placeholder 8"/>
          <p:cNvSpPr>
            <a:spLocks noGrp="1"/>
          </p:cNvSpPr>
          <p:nvPr>
            <p:ph type="pic" sz="quarter" idx="10"/>
          </p:nvPr>
        </p:nvSpPr>
        <p:spPr>
          <a:xfrm>
            <a:off x="965200" y="835025"/>
            <a:ext cx="4495800" cy="518795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p:spPr>
        <p:txBody>
          <a:bodyPr wrap="square">
            <a:noAutofit/>
          </a:bodyPr>
          <a:lstStyle/>
          <a:p>
            <a:endParaRPr lang="id-ID"/>
          </a:p>
        </p:txBody>
      </p:sp>
    </p:spTree>
    <p:extLst>
      <p:ext uri="{BB962C8B-B14F-4D97-AF65-F5344CB8AC3E}">
        <p14:creationId xmlns:p14="http://schemas.microsoft.com/office/powerpoint/2010/main" val="[redacted]"/>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8">
  <p:cSld name="Layout-8">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1805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9DB1C-FC23-413E-8743-D7E0ABA355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LY"/>
          </a:p>
        </p:txBody>
      </p:sp>
      <p:sp>
        <p:nvSpPr>
          <p:cNvPr id="3" name="Text Placeholder 2">
            <a:extLst>
              <a:ext uri="{FF2B5EF4-FFF2-40B4-BE49-F238E27FC236}">
                <a16:creationId xmlns:a16="http://schemas.microsoft.com/office/drawing/2014/main" id="{703C863E-4EF3-4C2B-8FAC-E4E70EDCD8F3}"/>
              </a:ext>
            </a:extLst>
          </p:cNvPr>
          <p:cNvSpPr>
            <a:spLocks noGrp="1"/>
          </p:cNvSpPr>
          <p:nvPr>
            <p:ph type="body" idx="1"/>
          </p:nvPr>
        </p:nvSpPr>
        <p:spPr>
          <a:xfrm>
            <a:off x="838200" y="1825625"/>
            <a:ext cx="10515600" cy="42847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4" name="Date Placeholder 3">
            <a:extLst>
              <a:ext uri="{FF2B5EF4-FFF2-40B4-BE49-F238E27FC236}">
                <a16:creationId xmlns:a16="http://schemas.microsoft.com/office/drawing/2014/main" id="{C0ACA65B-2F43-46D1-8D43-850C8F62D8B8}"/>
              </a:ext>
            </a:extLst>
          </p:cNvPr>
          <p:cNvSpPr>
            <a:spLocks noGrp="1"/>
          </p:cNvSpPr>
          <p:nvPr>
            <p:ph type="dt" sz="half" idx="2"/>
          </p:nvPr>
        </p:nvSpPr>
        <p:spPr>
          <a:xfrm>
            <a:off x="838200" y="6316009"/>
            <a:ext cx="2743200" cy="365125"/>
          </a:xfrm>
          <a:prstGeom prst="rect">
            <a:avLst/>
          </a:prstGeom>
        </p:spPr>
        <p:txBody>
          <a:bodyPr vert="horz" lIns="91440" tIns="45720" rIns="91440" bIns="45720" rtlCol="0" anchor="ctr"/>
          <a:lstStyle>
            <a:lvl1pPr algn="r">
              <a:defRPr sz="1600" b="1">
                <a:solidFill>
                  <a:schemeClr val="bg1"/>
                </a:solidFill>
              </a:defRPr>
            </a:lvl1pPr>
          </a:lstStyle>
          <a:p>
            <a:fld id="{52781E9E-6EA8-9D49-B2D6-93F46CAA3402}" type="datetime1">
              <a:rPr lang="en-CA" smtClean="0"/>
              <a:pPr/>
              <a:t>2020-11-10</a:t>
            </a:fld>
            <a:endParaRPr lang="ar-LY" b="1"/>
          </a:p>
        </p:txBody>
      </p:sp>
      <p:sp>
        <p:nvSpPr>
          <p:cNvPr id="5" name="Footer Placeholder 4">
            <a:extLst>
              <a:ext uri="{FF2B5EF4-FFF2-40B4-BE49-F238E27FC236}">
                <a16:creationId xmlns:a16="http://schemas.microsoft.com/office/drawing/2014/main" id="{0E07D30D-B5B1-40D4-A056-30060BBBB7C5}"/>
              </a:ext>
            </a:extLst>
          </p:cNvPr>
          <p:cNvSpPr>
            <a:spLocks noGrp="1"/>
          </p:cNvSpPr>
          <p:nvPr>
            <p:ph type="ftr" sz="quarter" idx="3"/>
          </p:nvPr>
        </p:nvSpPr>
        <p:spPr>
          <a:xfrm>
            <a:off x="4038600" y="6316009"/>
            <a:ext cx="4114800" cy="365125"/>
          </a:xfrm>
          <a:prstGeom prst="rect">
            <a:avLst/>
          </a:prstGeom>
        </p:spPr>
        <p:txBody>
          <a:bodyPr vert="horz" lIns="91440" tIns="45720" rIns="91440" bIns="45720" rtlCol="0" anchor="ctr"/>
          <a:lstStyle>
            <a:lvl1pPr algn="ctr">
              <a:defRPr sz="1600" b="1">
                <a:solidFill>
                  <a:schemeClr val="bg1"/>
                </a:solidFill>
              </a:defRPr>
            </a:lvl1pPr>
          </a:lstStyle>
          <a:p>
            <a:endParaRPr lang="ar-LY" b="1"/>
          </a:p>
        </p:txBody>
      </p:sp>
      <p:sp>
        <p:nvSpPr>
          <p:cNvPr id="6" name="Slide Number Placeholder 5">
            <a:extLst>
              <a:ext uri="{FF2B5EF4-FFF2-40B4-BE49-F238E27FC236}">
                <a16:creationId xmlns:a16="http://schemas.microsoft.com/office/drawing/2014/main" id="{17E3D8C2-4B34-4DC5-94B5-E417F9F44833}"/>
              </a:ext>
            </a:extLst>
          </p:cNvPr>
          <p:cNvSpPr>
            <a:spLocks noGrp="1"/>
          </p:cNvSpPr>
          <p:nvPr>
            <p:ph type="sldNum" sz="quarter" idx="4"/>
          </p:nvPr>
        </p:nvSpPr>
        <p:spPr>
          <a:xfrm>
            <a:off x="8610600" y="6316009"/>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grpSp>
        <p:nvGrpSpPr>
          <p:cNvPr id="111" name="Group 110">
            <a:extLst>
              <a:ext uri="{FF2B5EF4-FFF2-40B4-BE49-F238E27FC236}">
                <a16:creationId xmlns:a16="http://schemas.microsoft.com/office/drawing/2014/main" id="{3D559FAB-F08D-4645-AD80-445EC39893FF}"/>
              </a:ext>
            </a:extLst>
          </p:cNvPr>
          <p:cNvGrpSpPr/>
          <p:nvPr userDrawn="1"/>
        </p:nvGrpSpPr>
        <p:grpSpPr>
          <a:xfrm>
            <a:off x="123922" y="-84241"/>
            <a:ext cx="11131011" cy="6805716"/>
            <a:chOff x="123922" y="-84241"/>
            <a:chExt cx="11131011" cy="6805716"/>
          </a:xfrm>
          <a:solidFill>
            <a:schemeClr val="accent1">
              <a:alpha val="2000"/>
            </a:schemeClr>
          </a:solidFill>
        </p:grpSpPr>
        <p:grpSp>
          <p:nvGrpSpPr>
            <p:cNvPr id="7" name="Group 6">
              <a:extLst>
                <a:ext uri="{FF2B5EF4-FFF2-40B4-BE49-F238E27FC236}">
                  <a16:creationId xmlns:a16="http://schemas.microsoft.com/office/drawing/2014/main" id="{9086A151-A16D-40BF-8F51-27F385B69089}"/>
                </a:ext>
              </a:extLst>
            </p:cNvPr>
            <p:cNvGrpSpPr/>
            <p:nvPr userDrawn="1"/>
          </p:nvGrpSpPr>
          <p:grpSpPr>
            <a:xfrm>
              <a:off x="123922" y="-84241"/>
              <a:ext cx="9414316" cy="6805716"/>
              <a:chOff x="1328207" y="548798"/>
              <a:chExt cx="8085901" cy="5845390"/>
            </a:xfrm>
            <a:grpFill/>
          </p:grpSpPr>
          <p:grpSp>
            <p:nvGrpSpPr>
              <p:cNvPr id="8" name="Group 7">
                <a:extLst>
                  <a:ext uri="{FF2B5EF4-FFF2-40B4-BE49-F238E27FC236}">
                    <a16:creationId xmlns:a16="http://schemas.microsoft.com/office/drawing/2014/main" id="{C3BD2EC3-05A6-48B8-A683-[redacted]B9}"/>
                  </a:ext>
                </a:extLst>
              </p:cNvPr>
              <p:cNvGrpSpPr/>
              <p:nvPr/>
            </p:nvGrpSpPr>
            <p:grpSpPr>
              <a:xfrm>
                <a:off x="7784513" y="1615870"/>
                <a:ext cx="411196" cy="411196"/>
                <a:chOff x="6059156" y="973740"/>
                <a:chExt cx="411196" cy="411196"/>
              </a:xfrm>
              <a:grpFill/>
            </p:grpSpPr>
            <p:sp>
              <p:nvSpPr>
                <p:cNvPr id="54" name="Oval 53">
                  <a:extLst>
                    <a:ext uri="{FF2B5EF4-FFF2-40B4-BE49-F238E27FC236}">
                      <a16:creationId xmlns:a16="http://schemas.microsoft.com/office/drawing/2014/main" id="{F3A0A2CC-86F6-4F44-942E-3F7EA0FDBF49}"/>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55" name="Oval 54">
                  <a:extLst>
                    <a:ext uri="{FF2B5EF4-FFF2-40B4-BE49-F238E27FC236}">
                      <a16:creationId xmlns:a16="http://schemas.microsoft.com/office/drawing/2014/main" id="{87F31D15-1E68-4632-ADDF-FCD73B8AC94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56" name="Oval 55">
                  <a:extLst>
                    <a:ext uri="{FF2B5EF4-FFF2-40B4-BE49-F238E27FC236}">
                      <a16:creationId xmlns:a16="http://schemas.microsoft.com/office/drawing/2014/main" id="{986E7C42-DB94-4098-AFEC-32B00B8D1C30}"/>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57" name="Oval 56">
                  <a:extLst>
                    <a:ext uri="{FF2B5EF4-FFF2-40B4-BE49-F238E27FC236}">
                      <a16:creationId xmlns:a16="http://schemas.microsoft.com/office/drawing/2014/main" id="{99670FBB-C88E-4922-AD97-9D0D6604181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9" name="Group 8">
                <a:extLst>
                  <a:ext uri="{FF2B5EF4-FFF2-40B4-BE49-F238E27FC236}">
                    <a16:creationId xmlns:a16="http://schemas.microsoft.com/office/drawing/2014/main" id="{AA679880-7B05-4D9D-B3C1-A87F8BDD5EBF}"/>
                  </a:ext>
                </a:extLst>
              </p:cNvPr>
              <p:cNvGrpSpPr/>
              <p:nvPr/>
            </p:nvGrpSpPr>
            <p:grpSpPr>
              <a:xfrm>
                <a:off x="5625005" y="1223965"/>
                <a:ext cx="411196" cy="411196"/>
                <a:chOff x="6059156" y="973740"/>
                <a:chExt cx="411196" cy="411196"/>
              </a:xfrm>
              <a:grpFill/>
            </p:grpSpPr>
            <p:sp>
              <p:nvSpPr>
                <p:cNvPr id="50" name="Oval 49">
                  <a:extLst>
                    <a:ext uri="{FF2B5EF4-FFF2-40B4-BE49-F238E27FC236}">
                      <a16:creationId xmlns:a16="http://schemas.microsoft.com/office/drawing/2014/main" id="{B8528931-C518-4C0D-B987-928057FD0B2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51" name="Oval 50">
                  <a:extLst>
                    <a:ext uri="{FF2B5EF4-FFF2-40B4-BE49-F238E27FC236}">
                      <a16:creationId xmlns:a16="http://schemas.microsoft.com/office/drawing/2014/main" id="{F0739537-1EAF-46E1-9111-5BAA5513704B}"/>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52" name="Oval 51">
                  <a:extLst>
                    <a:ext uri="{FF2B5EF4-FFF2-40B4-BE49-F238E27FC236}">
                      <a16:creationId xmlns:a16="http://schemas.microsoft.com/office/drawing/2014/main" id="{ED69CFAF-7806-42CF-95B7-5400E171C12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53" name="Oval 52">
                  <a:extLst>
                    <a:ext uri="{FF2B5EF4-FFF2-40B4-BE49-F238E27FC236}">
                      <a16:creationId xmlns:a16="http://schemas.microsoft.com/office/drawing/2014/main" id="{97CB6B00-3AFE-4CD1-B5EA-517A5BF6287F}"/>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0" name="Group 9">
                <a:extLst>
                  <a:ext uri="{FF2B5EF4-FFF2-40B4-BE49-F238E27FC236}">
                    <a16:creationId xmlns:a16="http://schemas.microsoft.com/office/drawing/2014/main" id="{3932C612-DA17-4609-81EE-E646A7BC0B80}"/>
                  </a:ext>
                </a:extLst>
              </p:cNvPr>
              <p:cNvGrpSpPr/>
              <p:nvPr/>
            </p:nvGrpSpPr>
            <p:grpSpPr>
              <a:xfrm>
                <a:off x="3361463" y="4666790"/>
                <a:ext cx="411196" cy="411196"/>
                <a:chOff x="6059156" y="973740"/>
                <a:chExt cx="411196" cy="411196"/>
              </a:xfrm>
              <a:grpFill/>
            </p:grpSpPr>
            <p:sp>
              <p:nvSpPr>
                <p:cNvPr id="46" name="Oval 45">
                  <a:extLst>
                    <a:ext uri="{FF2B5EF4-FFF2-40B4-BE49-F238E27FC236}">
                      <a16:creationId xmlns:a16="http://schemas.microsoft.com/office/drawing/2014/main" id="{EE2C54BB-991C-4918-8728-CADCF728218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47" name="Oval 46">
                  <a:extLst>
                    <a:ext uri="{FF2B5EF4-FFF2-40B4-BE49-F238E27FC236}">
                      <a16:creationId xmlns:a16="http://schemas.microsoft.com/office/drawing/2014/main" id="{C275593E-7B55-4AA5-ACBB-95EA9E407B7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48" name="Oval 47">
                  <a:extLst>
                    <a:ext uri="{FF2B5EF4-FFF2-40B4-BE49-F238E27FC236}">
                      <a16:creationId xmlns:a16="http://schemas.microsoft.com/office/drawing/2014/main" id="{52E0A10E-2F6F-4AB5-9FCE-FBE966F394CF}"/>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49" name="Oval 48">
                  <a:extLst>
                    <a:ext uri="{FF2B5EF4-FFF2-40B4-BE49-F238E27FC236}">
                      <a16:creationId xmlns:a16="http://schemas.microsoft.com/office/drawing/2014/main" id="{45957082-9F8F-4C32-BBF1-1FF6083EEF9B}"/>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1" name="Group 10">
                <a:extLst>
                  <a:ext uri="{FF2B5EF4-FFF2-40B4-BE49-F238E27FC236}">
                    <a16:creationId xmlns:a16="http://schemas.microsoft.com/office/drawing/2014/main" id="{9A185AE8-C17D-47B5-99F6-A7147DBA682A}"/>
                  </a:ext>
                </a:extLst>
              </p:cNvPr>
              <p:cNvGrpSpPr/>
              <p:nvPr/>
            </p:nvGrpSpPr>
            <p:grpSpPr>
              <a:xfrm>
                <a:off x="6792914" y="5804395"/>
                <a:ext cx="411196" cy="411196"/>
                <a:chOff x="6059156" y="973740"/>
                <a:chExt cx="411196" cy="411196"/>
              </a:xfrm>
              <a:grpFill/>
            </p:grpSpPr>
            <p:sp>
              <p:nvSpPr>
                <p:cNvPr id="42" name="Oval 41">
                  <a:extLst>
                    <a:ext uri="{FF2B5EF4-FFF2-40B4-BE49-F238E27FC236}">
                      <a16:creationId xmlns:a16="http://schemas.microsoft.com/office/drawing/2014/main" id="{5D7A1280-DD8B-402D-ACC2-B6D872867EC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43" name="Oval 42">
                  <a:extLst>
                    <a:ext uri="{FF2B5EF4-FFF2-40B4-BE49-F238E27FC236}">
                      <a16:creationId xmlns:a16="http://schemas.microsoft.com/office/drawing/2014/main" id="{E3DC474A-9A49-47C6-B7C7-7C57469FDF1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44" name="Oval 43">
                  <a:extLst>
                    <a:ext uri="{FF2B5EF4-FFF2-40B4-BE49-F238E27FC236}">
                      <a16:creationId xmlns:a16="http://schemas.microsoft.com/office/drawing/2014/main" id="{136460F8-2821-469A-BFE7-B6192CCC379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45" name="Oval 44">
                  <a:extLst>
                    <a:ext uri="{FF2B5EF4-FFF2-40B4-BE49-F238E27FC236}">
                      <a16:creationId xmlns:a16="http://schemas.microsoft.com/office/drawing/2014/main" id="{E04491EA-7DDD-4A57-AFEC-29EF162D108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2" name="Group 11">
                <a:extLst>
                  <a:ext uri="{FF2B5EF4-FFF2-40B4-BE49-F238E27FC236}">
                    <a16:creationId xmlns:a16="http://schemas.microsoft.com/office/drawing/2014/main" id="{2E96863E-32C1-4C71-9590-83D6DD867D9F}"/>
                  </a:ext>
                </a:extLst>
              </p:cNvPr>
              <p:cNvGrpSpPr/>
              <p:nvPr/>
            </p:nvGrpSpPr>
            <p:grpSpPr>
              <a:xfrm>
                <a:off x="9097945" y="5239979"/>
                <a:ext cx="252166" cy="252166"/>
                <a:chOff x="6059156" y="973740"/>
                <a:chExt cx="411196" cy="411196"/>
              </a:xfrm>
              <a:grpFill/>
            </p:grpSpPr>
            <p:sp>
              <p:nvSpPr>
                <p:cNvPr id="38" name="Oval 37">
                  <a:extLst>
                    <a:ext uri="{FF2B5EF4-FFF2-40B4-BE49-F238E27FC236}">
                      <a16:creationId xmlns:a16="http://schemas.microsoft.com/office/drawing/2014/main" id="{2CDEC96C-9A7C-4EEE-AC6D-AAC3F7A323D1}"/>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39" name="Oval 38">
                  <a:extLst>
                    <a:ext uri="{FF2B5EF4-FFF2-40B4-BE49-F238E27FC236}">
                      <a16:creationId xmlns:a16="http://schemas.microsoft.com/office/drawing/2014/main" id="{EE0CC441-3F71-4C1C-B9A2-FDB787351E2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40" name="Oval 39">
                  <a:extLst>
                    <a:ext uri="{FF2B5EF4-FFF2-40B4-BE49-F238E27FC236}">
                      <a16:creationId xmlns:a16="http://schemas.microsoft.com/office/drawing/2014/main" id="{D803FBCB-2791-4362-91D6-B2B2DDB6CEF1}"/>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41" name="Oval 40">
                  <a:extLst>
                    <a:ext uri="{FF2B5EF4-FFF2-40B4-BE49-F238E27FC236}">
                      <a16:creationId xmlns:a16="http://schemas.microsoft.com/office/drawing/2014/main" id="{E65B033E-A002-4124-BF85-AB34D4327ED8}"/>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3" name="Group 12">
                <a:extLst>
                  <a:ext uri="{FF2B5EF4-FFF2-40B4-BE49-F238E27FC236}">
                    <a16:creationId xmlns:a16="http://schemas.microsoft.com/office/drawing/2014/main" id="{19473EEF-1425-43AA-B5A9-DDF2AFA38B1E}"/>
                  </a:ext>
                </a:extLst>
              </p:cNvPr>
              <p:cNvGrpSpPr/>
              <p:nvPr/>
            </p:nvGrpSpPr>
            <p:grpSpPr>
              <a:xfrm>
                <a:off x="5563787" y="4619479"/>
                <a:ext cx="252166" cy="252166"/>
                <a:chOff x="6059156" y="973740"/>
                <a:chExt cx="411196" cy="411196"/>
              </a:xfrm>
              <a:grpFill/>
            </p:grpSpPr>
            <p:sp>
              <p:nvSpPr>
                <p:cNvPr id="34" name="Oval 33">
                  <a:extLst>
                    <a:ext uri="{FF2B5EF4-FFF2-40B4-BE49-F238E27FC236}">
                      <a16:creationId xmlns:a16="http://schemas.microsoft.com/office/drawing/2014/main" id="{C1DC9492-BA14-44F2-B21E-154AF54A301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35" name="Oval 34">
                  <a:extLst>
                    <a:ext uri="{FF2B5EF4-FFF2-40B4-BE49-F238E27FC236}">
                      <a16:creationId xmlns:a16="http://schemas.microsoft.com/office/drawing/2014/main" id="{38211917-F988-4176-AD43-C9CE80F88BC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36" name="Oval 35">
                  <a:extLst>
                    <a:ext uri="{FF2B5EF4-FFF2-40B4-BE49-F238E27FC236}">
                      <a16:creationId xmlns:a16="http://schemas.microsoft.com/office/drawing/2014/main" id="{1849CB2C-AF33-4F6C-B068-E0C8AB92FBBB}"/>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37" name="Oval 36">
                  <a:extLst>
                    <a:ext uri="{FF2B5EF4-FFF2-40B4-BE49-F238E27FC236}">
                      <a16:creationId xmlns:a16="http://schemas.microsoft.com/office/drawing/2014/main" id="{465CA28A-6176-4862-8532-D10B4A42D08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4" name="Group 13">
                <a:extLst>
                  <a:ext uri="{FF2B5EF4-FFF2-40B4-BE49-F238E27FC236}">
                    <a16:creationId xmlns:a16="http://schemas.microsoft.com/office/drawing/2014/main" id="{C3E2A638-8567-4E61-A9C2-853B33768EA3}"/>
                  </a:ext>
                </a:extLst>
              </p:cNvPr>
              <p:cNvGrpSpPr/>
              <p:nvPr/>
            </p:nvGrpSpPr>
            <p:grpSpPr>
              <a:xfrm>
                <a:off x="9161942" y="548798"/>
                <a:ext cx="252166" cy="252166"/>
                <a:chOff x="6059156" y="973740"/>
                <a:chExt cx="411196" cy="411196"/>
              </a:xfrm>
              <a:grpFill/>
            </p:grpSpPr>
            <p:sp>
              <p:nvSpPr>
                <p:cNvPr id="30" name="Oval 29">
                  <a:extLst>
                    <a:ext uri="{FF2B5EF4-FFF2-40B4-BE49-F238E27FC236}">
                      <a16:creationId xmlns:a16="http://schemas.microsoft.com/office/drawing/2014/main" id="{226DA764-8F56-4E87-88DC-4EE41028741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31" name="Oval 30">
                  <a:extLst>
                    <a:ext uri="{FF2B5EF4-FFF2-40B4-BE49-F238E27FC236}">
                      <a16:creationId xmlns:a16="http://schemas.microsoft.com/office/drawing/2014/main" id="{5362BA3D-7754-42BB-8E1A-E220DC52B643}"/>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32" name="Oval 31">
                  <a:extLst>
                    <a:ext uri="{FF2B5EF4-FFF2-40B4-BE49-F238E27FC236}">
                      <a16:creationId xmlns:a16="http://schemas.microsoft.com/office/drawing/2014/main" id="{3BBC99C0-51CB-4929-8668-87F4541426A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33" name="Oval 32">
                  <a:extLst>
                    <a:ext uri="{FF2B5EF4-FFF2-40B4-BE49-F238E27FC236}">
                      <a16:creationId xmlns:a16="http://schemas.microsoft.com/office/drawing/2014/main" id="{C487F56A-E67F-4A83-A7B7-B85F8ED0881E}"/>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5" name="Group 14">
                <a:extLst>
                  <a:ext uri="{FF2B5EF4-FFF2-40B4-BE49-F238E27FC236}">
                    <a16:creationId xmlns:a16="http://schemas.microsoft.com/office/drawing/2014/main" id="{3F95006D-E0F4-42B3-8471-808A7759AECB}"/>
                  </a:ext>
                </a:extLst>
              </p:cNvPr>
              <p:cNvGrpSpPr/>
              <p:nvPr/>
            </p:nvGrpSpPr>
            <p:grpSpPr>
              <a:xfrm>
                <a:off x="4532064" y="2042773"/>
                <a:ext cx="252166" cy="252166"/>
                <a:chOff x="6059156" y="973740"/>
                <a:chExt cx="411196" cy="411196"/>
              </a:xfrm>
              <a:grpFill/>
            </p:grpSpPr>
            <p:sp>
              <p:nvSpPr>
                <p:cNvPr id="26" name="Oval 25">
                  <a:extLst>
                    <a:ext uri="{FF2B5EF4-FFF2-40B4-BE49-F238E27FC236}">
                      <a16:creationId xmlns:a16="http://schemas.microsoft.com/office/drawing/2014/main" id="{03B1344B-E671-45B0-AE22-BC4FFBF3DF5B}"/>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27" name="Oval 26">
                  <a:extLst>
                    <a:ext uri="{FF2B5EF4-FFF2-40B4-BE49-F238E27FC236}">
                      <a16:creationId xmlns:a16="http://schemas.microsoft.com/office/drawing/2014/main" id="{A1EC59C0-EDA2-4C3F-A2A0-922328356DC5}"/>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28" name="Oval 27">
                  <a:extLst>
                    <a:ext uri="{FF2B5EF4-FFF2-40B4-BE49-F238E27FC236}">
                      <a16:creationId xmlns:a16="http://schemas.microsoft.com/office/drawing/2014/main" id="{41BF7E37-4FBB-4C9F-9FAE-26062C9813C4}"/>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29" name="Oval 28">
                  <a:extLst>
                    <a:ext uri="{FF2B5EF4-FFF2-40B4-BE49-F238E27FC236}">
                      <a16:creationId xmlns:a16="http://schemas.microsoft.com/office/drawing/2014/main" id="{3B3EF867-2744-40F4-A620-DFC8ADE4252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6" name="Group 15">
                <a:extLst>
                  <a:ext uri="{FF2B5EF4-FFF2-40B4-BE49-F238E27FC236}">
                    <a16:creationId xmlns:a16="http://schemas.microsoft.com/office/drawing/2014/main" id="{CEC0BDC8-2BFA-434C-A611-75D0341F94E9}"/>
                  </a:ext>
                </a:extLst>
              </p:cNvPr>
              <p:cNvGrpSpPr/>
              <p:nvPr/>
            </p:nvGrpSpPr>
            <p:grpSpPr>
              <a:xfrm>
                <a:off x="1328207" y="2484239"/>
                <a:ext cx="252166" cy="252166"/>
                <a:chOff x="6059156" y="973740"/>
                <a:chExt cx="411196" cy="411196"/>
              </a:xfrm>
              <a:grpFill/>
            </p:grpSpPr>
            <p:sp>
              <p:nvSpPr>
                <p:cNvPr id="22" name="Oval 21">
                  <a:extLst>
                    <a:ext uri="{FF2B5EF4-FFF2-40B4-BE49-F238E27FC236}">
                      <a16:creationId xmlns:a16="http://schemas.microsoft.com/office/drawing/2014/main" id="{4D5B4FE1-E832-44F0-B422-BA8A7FDDCC8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23" name="Oval 22">
                  <a:extLst>
                    <a:ext uri="{FF2B5EF4-FFF2-40B4-BE49-F238E27FC236}">
                      <a16:creationId xmlns:a16="http://schemas.microsoft.com/office/drawing/2014/main" id="{8EAC12B8-A98E-4599-9861-569B4CBB647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24" name="Oval 23">
                  <a:extLst>
                    <a:ext uri="{FF2B5EF4-FFF2-40B4-BE49-F238E27FC236}">
                      <a16:creationId xmlns:a16="http://schemas.microsoft.com/office/drawing/2014/main" id="{E36E53A4-747F-4BF3-9E0B-AC4C82B5ADC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25" name="Oval 24">
                  <a:extLst>
                    <a:ext uri="{FF2B5EF4-FFF2-40B4-BE49-F238E27FC236}">
                      <a16:creationId xmlns:a16="http://schemas.microsoft.com/office/drawing/2014/main" id="{AC9FF9C6-A3B2-45BE-B080-F011C39428B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17" name="Group 16">
                <a:extLst>
                  <a:ext uri="{FF2B5EF4-FFF2-40B4-BE49-F238E27FC236}">
                    <a16:creationId xmlns:a16="http://schemas.microsoft.com/office/drawing/2014/main" id="{0BFB0F11-9E50-4F44-A5CC-B67FBC900CCD}"/>
                  </a:ext>
                </a:extLst>
              </p:cNvPr>
              <p:cNvGrpSpPr/>
              <p:nvPr/>
            </p:nvGrpSpPr>
            <p:grpSpPr>
              <a:xfrm>
                <a:off x="2898356" y="6142022"/>
                <a:ext cx="252166" cy="252166"/>
                <a:chOff x="6059156" y="973740"/>
                <a:chExt cx="411196" cy="411196"/>
              </a:xfrm>
              <a:grpFill/>
            </p:grpSpPr>
            <p:sp>
              <p:nvSpPr>
                <p:cNvPr id="18" name="Oval 17">
                  <a:extLst>
                    <a:ext uri="{FF2B5EF4-FFF2-40B4-BE49-F238E27FC236}">
                      <a16:creationId xmlns:a16="http://schemas.microsoft.com/office/drawing/2014/main" id="{8433B32D-D073-4329-8F3E-569DA09C1396}"/>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9" name="Oval 18">
                  <a:extLst>
                    <a:ext uri="{FF2B5EF4-FFF2-40B4-BE49-F238E27FC236}">
                      <a16:creationId xmlns:a16="http://schemas.microsoft.com/office/drawing/2014/main" id="{00D9B052-7DB6-4B15-B6FF-545F135B32E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20" name="Oval 19">
                  <a:extLst>
                    <a:ext uri="{FF2B5EF4-FFF2-40B4-BE49-F238E27FC236}">
                      <a16:creationId xmlns:a16="http://schemas.microsoft.com/office/drawing/2014/main" id="{12F7481D-3D5E-4C9C-B4E6-089A4B3CD0FE}"/>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21" name="Oval 20">
                  <a:extLst>
                    <a:ext uri="{FF2B5EF4-FFF2-40B4-BE49-F238E27FC236}">
                      <a16:creationId xmlns:a16="http://schemas.microsoft.com/office/drawing/2014/main" id="{4C74C814-2B5F-41D1-81D6-2EE12046CE89}"/>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grpSp>
          <p:nvGrpSpPr>
            <p:cNvPr id="110" name="Group 109">
              <a:extLst>
                <a:ext uri="{FF2B5EF4-FFF2-40B4-BE49-F238E27FC236}">
                  <a16:creationId xmlns:a16="http://schemas.microsoft.com/office/drawing/2014/main" id="{92704286-E96E-4FDD-ADBF-C9520D237664}"/>
                </a:ext>
              </a:extLst>
            </p:cNvPr>
            <p:cNvGrpSpPr/>
            <p:nvPr userDrawn="1"/>
          </p:nvGrpSpPr>
          <p:grpSpPr>
            <a:xfrm>
              <a:off x="9188661" y="820564"/>
              <a:ext cx="2066272" cy="5013137"/>
              <a:chOff x="9188661" y="820564"/>
              <a:chExt cx="2066272" cy="5013137"/>
            </a:xfrm>
            <a:grpFill/>
          </p:grpSpPr>
          <p:grpSp>
            <p:nvGrpSpPr>
              <p:cNvPr id="61" name="Group 60">
                <a:extLst>
                  <a:ext uri="{FF2B5EF4-FFF2-40B4-BE49-F238E27FC236}">
                    <a16:creationId xmlns:a16="http://schemas.microsoft.com/office/drawing/2014/main" id="{36103CD8-A825-4257-BCB6-9EB35CB4C9B3}"/>
                  </a:ext>
                </a:extLst>
              </p:cNvPr>
              <p:cNvGrpSpPr/>
              <p:nvPr/>
            </p:nvGrpSpPr>
            <p:grpSpPr>
              <a:xfrm rot="5400000">
                <a:off x="10721099" y="1359754"/>
                <a:ext cx="478750" cy="478750"/>
                <a:chOff x="6059156" y="973740"/>
                <a:chExt cx="411196" cy="411196"/>
              </a:xfrm>
              <a:grpFill/>
            </p:grpSpPr>
            <p:sp>
              <p:nvSpPr>
                <p:cNvPr id="97" name="Oval 96">
                  <a:extLst>
                    <a:ext uri="{FF2B5EF4-FFF2-40B4-BE49-F238E27FC236}">
                      <a16:creationId xmlns:a16="http://schemas.microsoft.com/office/drawing/2014/main" id="{7894A9B3-FC9B-4EF6-8A92-CBECA7516E3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98" name="Oval 97">
                  <a:extLst>
                    <a:ext uri="{FF2B5EF4-FFF2-40B4-BE49-F238E27FC236}">
                      <a16:creationId xmlns:a16="http://schemas.microsoft.com/office/drawing/2014/main" id="{462A726C-209E-433D-A8E8-F413E779AA6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99" name="Oval 98">
                  <a:extLst>
                    <a:ext uri="{FF2B5EF4-FFF2-40B4-BE49-F238E27FC236}">
                      <a16:creationId xmlns:a16="http://schemas.microsoft.com/office/drawing/2014/main" id="{798FF3CB-D8AC-4EAD-8451-B7536545CEF7}"/>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100" name="Oval 99">
                  <a:extLst>
                    <a:ext uri="{FF2B5EF4-FFF2-40B4-BE49-F238E27FC236}">
                      <a16:creationId xmlns:a16="http://schemas.microsoft.com/office/drawing/2014/main" id="{F2ED5173-A5E0-4331-B389-7BDE3EC4EEE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62" name="Group 61">
                <a:extLst>
                  <a:ext uri="{FF2B5EF4-FFF2-40B4-BE49-F238E27FC236}">
                    <a16:creationId xmlns:a16="http://schemas.microsoft.com/office/drawing/2014/main" id="{15818CFD-CA1E-4FF9-A1FC-3D557A125C51}"/>
                  </a:ext>
                </a:extLst>
              </p:cNvPr>
              <p:cNvGrpSpPr/>
              <p:nvPr/>
            </p:nvGrpSpPr>
            <p:grpSpPr>
              <a:xfrm rot="5400000">
                <a:off x="9396599" y="5354951"/>
                <a:ext cx="478750" cy="478750"/>
                <a:chOff x="6059156" y="973740"/>
                <a:chExt cx="411196" cy="411196"/>
              </a:xfrm>
              <a:grpFill/>
            </p:grpSpPr>
            <p:sp>
              <p:nvSpPr>
                <p:cNvPr id="93" name="Oval 92">
                  <a:extLst>
                    <a:ext uri="{FF2B5EF4-FFF2-40B4-BE49-F238E27FC236}">
                      <a16:creationId xmlns:a16="http://schemas.microsoft.com/office/drawing/2014/main" id="{AD0FC914-6908-4C97-948A-2A51B189E397}"/>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94" name="Oval 93">
                  <a:extLst>
                    <a:ext uri="{FF2B5EF4-FFF2-40B4-BE49-F238E27FC236}">
                      <a16:creationId xmlns:a16="http://schemas.microsoft.com/office/drawing/2014/main" id="{70006442-1A25-47EB-9BC5-7FAA6CF9A90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95" name="Oval 94">
                  <a:extLst>
                    <a:ext uri="{FF2B5EF4-FFF2-40B4-BE49-F238E27FC236}">
                      <a16:creationId xmlns:a16="http://schemas.microsoft.com/office/drawing/2014/main" id="{D4BD0E7A-2FE0-46B3-9977-CEC7A3AA573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96" name="Oval 95">
                  <a:extLst>
                    <a:ext uri="{FF2B5EF4-FFF2-40B4-BE49-F238E27FC236}">
                      <a16:creationId xmlns:a16="http://schemas.microsoft.com/office/drawing/2014/main" id="{5BE5941F-FEDC-4AA8-93C7-213B6CDCA476}"/>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64" name="Group 63">
                <a:extLst>
                  <a:ext uri="{FF2B5EF4-FFF2-40B4-BE49-F238E27FC236}">
                    <a16:creationId xmlns:a16="http://schemas.microsoft.com/office/drawing/2014/main" id="{0C1E6909-F266-48F7-BC5C-34269685D131}"/>
                  </a:ext>
                </a:extLst>
              </p:cNvPr>
              <p:cNvGrpSpPr/>
              <p:nvPr/>
            </p:nvGrpSpPr>
            <p:grpSpPr>
              <a:xfrm rot="5400000">
                <a:off x="10961339" y="3923893"/>
                <a:ext cx="293594" cy="293594"/>
                <a:chOff x="6059156" y="973740"/>
                <a:chExt cx="411196" cy="411196"/>
              </a:xfrm>
              <a:grpFill/>
            </p:grpSpPr>
            <p:sp>
              <p:nvSpPr>
                <p:cNvPr id="85" name="Oval 84">
                  <a:extLst>
                    <a:ext uri="{FF2B5EF4-FFF2-40B4-BE49-F238E27FC236}">
                      <a16:creationId xmlns:a16="http://schemas.microsoft.com/office/drawing/2014/main" id="{26EDFF16-191F-4587-8265-C8E331C9220D}"/>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86" name="Oval 85">
                  <a:extLst>
                    <a:ext uri="{FF2B5EF4-FFF2-40B4-BE49-F238E27FC236}">
                      <a16:creationId xmlns:a16="http://schemas.microsoft.com/office/drawing/2014/main" id="{E2B3D077-D8AE-466F-A54E-DE929ECD147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87" name="Oval 86">
                  <a:extLst>
                    <a:ext uri="{FF2B5EF4-FFF2-40B4-BE49-F238E27FC236}">
                      <a16:creationId xmlns:a16="http://schemas.microsoft.com/office/drawing/2014/main" id="{70A1A91A-E13E-4129-B82C-30076AFE52F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88" name="Oval 87">
                  <a:extLst>
                    <a:ext uri="{FF2B5EF4-FFF2-40B4-BE49-F238E27FC236}">
                      <a16:creationId xmlns:a16="http://schemas.microsoft.com/office/drawing/2014/main" id="{9611691E-15DC-4AEA-B0BB-EE53DB5203D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nvGrpSpPr>
              <p:cNvPr id="68" name="Group 67">
                <a:extLst>
                  <a:ext uri="{FF2B5EF4-FFF2-40B4-BE49-F238E27FC236}">
                    <a16:creationId xmlns:a16="http://schemas.microsoft.com/office/drawing/2014/main" id="{78708743-B43A-4F50-8DED-F5D7082FA4D3}"/>
                  </a:ext>
                </a:extLst>
              </p:cNvPr>
              <p:cNvGrpSpPr/>
              <p:nvPr/>
            </p:nvGrpSpPr>
            <p:grpSpPr>
              <a:xfrm rot="5400000">
                <a:off x="9188661" y="820564"/>
                <a:ext cx="293594" cy="293594"/>
                <a:chOff x="6059156" y="973740"/>
                <a:chExt cx="411196" cy="411196"/>
              </a:xfrm>
              <a:grpFill/>
            </p:grpSpPr>
            <p:sp>
              <p:nvSpPr>
                <p:cNvPr id="69" name="Oval 68">
                  <a:extLst>
                    <a:ext uri="{FF2B5EF4-FFF2-40B4-BE49-F238E27FC236}">
                      <a16:creationId xmlns:a16="http://schemas.microsoft.com/office/drawing/2014/main" id="{F8F96BB0-68AC-4EAF-BACF-9660DCEEC29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70" name="Oval 69">
                  <a:extLst>
                    <a:ext uri="{FF2B5EF4-FFF2-40B4-BE49-F238E27FC236}">
                      <a16:creationId xmlns:a16="http://schemas.microsoft.com/office/drawing/2014/main" id="{D72857F7-68E2-4E17-8682-1B8892E94180}"/>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71" name="Oval 70">
                  <a:extLst>
                    <a:ext uri="{FF2B5EF4-FFF2-40B4-BE49-F238E27FC236}">
                      <a16:creationId xmlns:a16="http://schemas.microsoft.com/office/drawing/2014/main" id="{8C3A1236-314D-479B-A3CD-FB3181ADAA73}"/>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sp>
              <p:nvSpPr>
                <p:cNvPr id="72" name="Oval 71">
                  <a:extLst>
                    <a:ext uri="{FF2B5EF4-FFF2-40B4-BE49-F238E27FC236}">
                      <a16:creationId xmlns:a16="http://schemas.microsoft.com/office/drawing/2014/main" id="{C0F20A6E-645F-4A6C-9B37-8D50CAB105F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grpSp>
      </p:grpSp>
      <p:grpSp>
        <p:nvGrpSpPr>
          <p:cNvPr id="112" name="Graphic 272">
            <a:extLst>
              <a:ext uri="{FF2B5EF4-FFF2-40B4-BE49-F238E27FC236}">
                <a16:creationId xmlns:a16="http://schemas.microsoft.com/office/drawing/2014/main" id="{85444219-219C-41CF-A405-2B827C330CE9}"/>
              </a:ext>
            </a:extLst>
          </p:cNvPr>
          <p:cNvGrpSpPr/>
          <p:nvPr userDrawn="1"/>
        </p:nvGrpSpPr>
        <p:grpSpPr>
          <a:xfrm>
            <a:off x="5501640" y="580757"/>
            <a:ext cx="6553202" cy="5579701"/>
            <a:chOff x="5353521" y="2543090"/>
            <a:chExt cx="4569705" cy="3890860"/>
          </a:xfrm>
          <a:solidFill>
            <a:schemeClr val="accent1">
              <a:alpha val="5000"/>
            </a:schemeClr>
          </a:solidFill>
        </p:grpSpPr>
        <p:sp>
          <p:nvSpPr>
            <p:cNvPr id="113" name="Freeform: Shape 112">
              <a:extLst>
                <a:ext uri="{FF2B5EF4-FFF2-40B4-BE49-F238E27FC236}">
                  <a16:creationId xmlns:a16="http://schemas.microsoft.com/office/drawing/2014/main" id="{FEE619D9-4D39-4B9E-BAD9-D95354A1DAE5}"/>
                </a:ext>
              </a:extLst>
            </p:cNvPr>
            <p:cNvSpPr/>
            <p:nvPr/>
          </p:nvSpPr>
          <p:spPr>
            <a:xfrm>
              <a:off x="6618438" y="3172501"/>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9 h 2533650"/>
                <a:gd name="connsiteX6" fmla="*/ 6953 w 2533650"/>
                <a:gd name="connsiteY6" fmla="*/ 1270826 h 2533650"/>
                <a:gd name="connsiteX7" fmla="*/ 1270730 w 2533650"/>
                <a:gd name="connsiteY7" fmla="*/ 2534603 h 2533650"/>
                <a:gd name="connsiteX8" fmla="*/ 2534508 w 2533650"/>
                <a:gd name="connsiteY8" fmla="*/ 1270826 h 2533650"/>
                <a:gd name="connsiteX9" fmla="*/ 1270730 w 2533650"/>
                <a:gd name="connsiteY9" fmla="*/ 7049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90" y="0"/>
                    <a:pt x="2541461" y="570071"/>
                    <a:pt x="2541461" y="1270730"/>
                  </a:cubicBezTo>
                  <a:cubicBezTo>
                    <a:pt x="2541461" y="1971485"/>
                    <a:pt x="1971390" y="2541461"/>
                    <a:pt x="1270730" y="2541461"/>
                  </a:cubicBezTo>
                  <a:close/>
                  <a:moveTo>
                    <a:pt x="1270730" y="7049"/>
                  </a:moveTo>
                  <a:cubicBezTo>
                    <a:pt x="573881" y="7049"/>
                    <a:pt x="6953" y="573977"/>
                    <a:pt x="6953" y="1270826"/>
                  </a:cubicBezTo>
                  <a:cubicBezTo>
                    <a:pt x="6953" y="1967675"/>
                    <a:pt x="573881" y="2534603"/>
                    <a:pt x="1270730" y="2534603"/>
                  </a:cubicBezTo>
                  <a:cubicBezTo>
                    <a:pt x="1967579" y="2534603"/>
                    <a:pt x="2534508" y="1967675"/>
                    <a:pt x="2534508" y="1270826"/>
                  </a:cubicBezTo>
                  <a:cubicBezTo>
                    <a:pt x="2534508" y="573977"/>
                    <a:pt x="1967579" y="7049"/>
                    <a:pt x="1270730" y="7049"/>
                  </a:cubicBezTo>
                  <a:close/>
                </a:path>
              </a:pathLst>
            </a:custGeom>
            <a:grpFill/>
            <a:ln w="9525" cap="flat">
              <a:noFill/>
              <a:prstDash val="solid"/>
              <a:miter/>
            </a:ln>
          </p:spPr>
          <p:txBody>
            <a:bodyPr rtlCol="1" anchor="ctr"/>
            <a:lstStyle/>
            <a:p>
              <a:endParaRPr lang="ar-LY"/>
            </a:p>
          </p:txBody>
        </p:sp>
        <p:sp>
          <p:nvSpPr>
            <p:cNvPr id="114" name="Freeform: Shape 113">
              <a:extLst>
                <a:ext uri="{FF2B5EF4-FFF2-40B4-BE49-F238E27FC236}">
                  <a16:creationId xmlns:a16="http://schemas.microsoft.com/office/drawing/2014/main" id="{93B7FB8E-9C4D-41C6-8025-FC2D675BCF83}"/>
                </a:ext>
              </a:extLst>
            </p:cNvPr>
            <p:cNvSpPr/>
            <p:nvPr/>
          </p:nvSpPr>
          <p:spPr>
            <a:xfrm>
              <a:off x="6084753" y="2784739"/>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9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5" y="172498"/>
                    <a:pt x="2831402" y="485775"/>
                  </a:cubicBezTo>
                  <a:cubicBezTo>
                    <a:pt x="3144679" y="799052"/>
                    <a:pt x="3317177" y="1215581"/>
                    <a:pt x="3317177" y="1658588"/>
                  </a:cubicBezTo>
                  <a:cubicBezTo>
                    <a:pt x="3317177" y="2101596"/>
                    <a:pt x="3144679" y="2518124"/>
                    <a:pt x="2831402" y="2831402"/>
                  </a:cubicBezTo>
                  <a:cubicBezTo>
                    <a:pt x="2518220" y="3144679"/>
                    <a:pt x="2101692"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9" y="2569369"/>
                    <a:pt x="3310319" y="1658588"/>
                  </a:cubicBezTo>
                  <a:cubicBezTo>
                    <a:pt x="3310319" y="747808"/>
                    <a:pt x="2569369" y="6858"/>
                    <a:pt x="1658588" y="6858"/>
                  </a:cubicBezTo>
                  <a:close/>
                </a:path>
              </a:pathLst>
            </a:custGeom>
            <a:grpFill/>
            <a:ln w="9525" cap="flat">
              <a:noFill/>
              <a:prstDash val="solid"/>
              <a:miter/>
            </a:ln>
          </p:spPr>
          <p:txBody>
            <a:bodyPr rtlCol="1" anchor="ctr"/>
            <a:lstStyle/>
            <a:p>
              <a:endParaRPr lang="ar-LY"/>
            </a:p>
          </p:txBody>
        </p:sp>
        <p:sp>
          <p:nvSpPr>
            <p:cNvPr id="115" name="Freeform: Shape 114">
              <a:extLst>
                <a:ext uri="{FF2B5EF4-FFF2-40B4-BE49-F238E27FC236}">
                  <a16:creationId xmlns:a16="http://schemas.microsoft.com/office/drawing/2014/main" id="{10D3E6E4-C2E2-4BBF-9BD7-5E65BCFAB36D}"/>
                </a:ext>
              </a:extLst>
            </p:cNvPr>
            <p:cNvSpPr/>
            <p:nvPr/>
          </p:nvSpPr>
          <p:spPr>
            <a:xfrm>
              <a:off x="5887111" y="2930852"/>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8 h 2533650"/>
                <a:gd name="connsiteX6" fmla="*/ 6953 w 2533650"/>
                <a:gd name="connsiteY6" fmla="*/ 1270826 h 2533650"/>
                <a:gd name="connsiteX7" fmla="*/ 1270730 w 2533650"/>
                <a:gd name="connsiteY7" fmla="*/ 2534603 h 2533650"/>
                <a:gd name="connsiteX8" fmla="*/ 2534507 w 2533650"/>
                <a:gd name="connsiteY8" fmla="*/ 1270826 h 2533650"/>
                <a:gd name="connsiteX9" fmla="*/ 1270730 w 2533650"/>
                <a:gd name="connsiteY9" fmla="*/ 7048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89" y="0"/>
                    <a:pt x="2541461" y="570071"/>
                    <a:pt x="2541461" y="1270730"/>
                  </a:cubicBezTo>
                  <a:cubicBezTo>
                    <a:pt x="2541461" y="1971485"/>
                    <a:pt x="1971389" y="2541461"/>
                    <a:pt x="1270730" y="2541461"/>
                  </a:cubicBezTo>
                  <a:close/>
                  <a:moveTo>
                    <a:pt x="1270730" y="7048"/>
                  </a:moveTo>
                  <a:cubicBezTo>
                    <a:pt x="573881" y="7048"/>
                    <a:pt x="6953" y="573977"/>
                    <a:pt x="6953" y="1270826"/>
                  </a:cubicBezTo>
                  <a:cubicBezTo>
                    <a:pt x="6953" y="1967675"/>
                    <a:pt x="573881" y="2534603"/>
                    <a:pt x="1270730" y="2534603"/>
                  </a:cubicBezTo>
                  <a:cubicBezTo>
                    <a:pt x="1967579" y="2534603"/>
                    <a:pt x="2534507" y="1967675"/>
                    <a:pt x="2534507" y="1270826"/>
                  </a:cubicBezTo>
                  <a:cubicBezTo>
                    <a:pt x="2534507" y="573977"/>
                    <a:pt x="1967579" y="7048"/>
                    <a:pt x="1270730" y="7048"/>
                  </a:cubicBezTo>
                  <a:close/>
                </a:path>
              </a:pathLst>
            </a:custGeom>
            <a:grpFill/>
            <a:ln w="9525" cap="flat">
              <a:noFill/>
              <a:prstDash val="solid"/>
              <a:miter/>
            </a:ln>
          </p:spPr>
          <p:txBody>
            <a:bodyPr rtlCol="1" anchor="ctr"/>
            <a:lstStyle/>
            <a:p>
              <a:endParaRPr lang="ar-LY"/>
            </a:p>
          </p:txBody>
        </p:sp>
        <p:sp>
          <p:nvSpPr>
            <p:cNvPr id="116" name="Freeform: Shape 115">
              <a:extLst>
                <a:ext uri="{FF2B5EF4-FFF2-40B4-BE49-F238E27FC236}">
                  <a16:creationId xmlns:a16="http://schemas.microsoft.com/office/drawing/2014/main" id="{4C808A1F-4DDE-476E-91F3-4E4239829CF6}"/>
                </a:ext>
              </a:extLst>
            </p:cNvPr>
            <p:cNvSpPr/>
            <p:nvPr/>
          </p:nvSpPr>
          <p:spPr>
            <a:xfrm>
              <a:off x="5353521" y="2543090"/>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8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4" y="172498"/>
                    <a:pt x="2831402" y="485775"/>
                  </a:cubicBezTo>
                  <a:cubicBezTo>
                    <a:pt x="3144679" y="799052"/>
                    <a:pt x="3317177" y="1215581"/>
                    <a:pt x="3317177" y="1658588"/>
                  </a:cubicBezTo>
                  <a:cubicBezTo>
                    <a:pt x="3317177" y="2101596"/>
                    <a:pt x="3144679" y="2518124"/>
                    <a:pt x="2831402" y="2831402"/>
                  </a:cubicBezTo>
                  <a:cubicBezTo>
                    <a:pt x="2518124" y="3144679"/>
                    <a:pt x="2101596"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8" y="2569369"/>
                    <a:pt x="3310318" y="1658588"/>
                  </a:cubicBezTo>
                  <a:cubicBezTo>
                    <a:pt x="3310318" y="747808"/>
                    <a:pt x="2569274" y="6858"/>
                    <a:pt x="1658588" y="6858"/>
                  </a:cubicBezTo>
                  <a:close/>
                </a:path>
              </a:pathLst>
            </a:custGeom>
            <a:grpFill/>
            <a:ln w="9525" cap="flat">
              <a:noFill/>
              <a:prstDash val="solid"/>
              <a:miter/>
            </a:ln>
          </p:spPr>
          <p:txBody>
            <a:bodyPr rtlCol="1" anchor="ctr"/>
            <a:lstStyle/>
            <a:p>
              <a:endParaRPr lang="ar-LY"/>
            </a:p>
          </p:txBody>
        </p:sp>
        <p:sp>
          <p:nvSpPr>
            <p:cNvPr id="117" name="Freeform: Shape 116">
              <a:extLst>
                <a:ext uri="{FF2B5EF4-FFF2-40B4-BE49-F238E27FC236}">
                  <a16:creationId xmlns:a16="http://schemas.microsoft.com/office/drawing/2014/main" id="{98AD7B4A-E065-45FD-A4AC-752A5D56CA0B}"/>
                </a:ext>
              </a:extLst>
            </p:cNvPr>
            <p:cNvSpPr/>
            <p:nvPr/>
          </p:nvSpPr>
          <p:spPr>
            <a:xfrm>
              <a:off x="8046805" y="4557528"/>
              <a:ext cx="1876421" cy="1876422"/>
            </a:xfrm>
            <a:custGeom>
              <a:avLst/>
              <a:gdLst>
                <a:gd name="connsiteX0" fmla="*/ 941546 w 1876425"/>
                <a:gd name="connsiteY0" fmla="*/ 1883093 h 1876425"/>
                <a:gd name="connsiteX1" fmla="*/ 0 w 1876425"/>
                <a:gd name="connsiteY1" fmla="*/ 941546 h 1876425"/>
                <a:gd name="connsiteX2" fmla="*/ 941546 w 1876425"/>
                <a:gd name="connsiteY2" fmla="*/ 0 h 1876425"/>
                <a:gd name="connsiteX3" fmla="*/ 1883093 w 1876425"/>
                <a:gd name="connsiteY3" fmla="*/ 941546 h 1876425"/>
                <a:gd name="connsiteX4" fmla="*/ 941546 w 1876425"/>
                <a:gd name="connsiteY4" fmla="*/ 1883093 h 1876425"/>
                <a:gd name="connsiteX5" fmla="*/ 941546 w 1876425"/>
                <a:gd name="connsiteY5" fmla="*/ 6858 h 1876425"/>
                <a:gd name="connsiteX6" fmla="*/ 6953 w 1876425"/>
                <a:gd name="connsiteY6" fmla="*/ 941451 h 1876425"/>
                <a:gd name="connsiteX7" fmla="*/ 941546 w 1876425"/>
                <a:gd name="connsiteY7" fmla="*/ 1876044 h 1876425"/>
                <a:gd name="connsiteX8" fmla="*/ 1876139 w 1876425"/>
                <a:gd name="connsiteY8" fmla="*/ 941451 h 1876425"/>
                <a:gd name="connsiteX9" fmla="*/ 941546 w 1876425"/>
                <a:gd name="connsiteY9" fmla="*/ 6858 h 187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425" h="1876425">
                  <a:moveTo>
                    <a:pt x="941546" y="1883093"/>
                  </a:moveTo>
                  <a:cubicBezTo>
                    <a:pt x="422338" y="1883093"/>
                    <a:pt x="0" y="1460754"/>
                    <a:pt x="0" y="941546"/>
                  </a:cubicBezTo>
                  <a:cubicBezTo>
                    <a:pt x="0" y="422338"/>
                    <a:pt x="422338" y="0"/>
                    <a:pt x="941546" y="0"/>
                  </a:cubicBezTo>
                  <a:cubicBezTo>
                    <a:pt x="1460754" y="0"/>
                    <a:pt x="1883093" y="422338"/>
                    <a:pt x="1883093" y="941546"/>
                  </a:cubicBezTo>
                  <a:cubicBezTo>
                    <a:pt x="1883187" y="1460659"/>
                    <a:pt x="1460754" y="1883093"/>
                    <a:pt x="941546" y="1883093"/>
                  </a:cubicBezTo>
                  <a:close/>
                  <a:moveTo>
                    <a:pt x="941546" y="6858"/>
                  </a:moveTo>
                  <a:cubicBezTo>
                    <a:pt x="426148" y="6858"/>
                    <a:pt x="6953" y="426148"/>
                    <a:pt x="6953" y="941451"/>
                  </a:cubicBezTo>
                  <a:cubicBezTo>
                    <a:pt x="6953" y="1456754"/>
                    <a:pt x="426244" y="1876044"/>
                    <a:pt x="941546" y="1876044"/>
                  </a:cubicBezTo>
                  <a:cubicBezTo>
                    <a:pt x="1456849" y="1876044"/>
                    <a:pt x="1876139" y="1456754"/>
                    <a:pt x="1876139" y="941451"/>
                  </a:cubicBezTo>
                  <a:cubicBezTo>
                    <a:pt x="1876234" y="426148"/>
                    <a:pt x="1456944" y="6858"/>
                    <a:pt x="941546" y="6858"/>
                  </a:cubicBezTo>
                  <a:close/>
                </a:path>
              </a:pathLst>
            </a:custGeom>
            <a:grpFill/>
            <a:ln w="9525" cap="flat">
              <a:noFill/>
              <a:prstDash val="solid"/>
              <a:miter/>
            </a:ln>
          </p:spPr>
          <p:txBody>
            <a:bodyPr rtlCol="1" anchor="ctr"/>
            <a:lstStyle/>
            <a:p>
              <a:endParaRPr lang="ar-LY"/>
            </a:p>
          </p:txBody>
        </p:sp>
        <p:sp>
          <p:nvSpPr>
            <p:cNvPr id="118" name="Freeform: Shape 117">
              <a:extLst>
                <a:ext uri="{FF2B5EF4-FFF2-40B4-BE49-F238E27FC236}">
                  <a16:creationId xmlns:a16="http://schemas.microsoft.com/office/drawing/2014/main" id="{9A81721C-345A-43C6-9596-F3E7011B553F}"/>
                </a:ext>
              </a:extLst>
            </p:cNvPr>
            <p:cNvSpPr/>
            <p:nvPr/>
          </p:nvSpPr>
          <p:spPr>
            <a:xfrm>
              <a:off x="6580720" y="4483233"/>
              <a:ext cx="85725" cy="85725"/>
            </a:xfrm>
            <a:custGeom>
              <a:avLst/>
              <a:gdLst>
                <a:gd name="connsiteX0" fmla="*/ 89535 w 85725"/>
                <a:gd name="connsiteY0" fmla="*/ 44768 h 85725"/>
                <a:gd name="connsiteX1" fmla="*/ 44768 w 85725"/>
                <a:gd name="connsiteY1" fmla="*/ 89535 h 85725"/>
                <a:gd name="connsiteX2" fmla="*/ 0 w 85725"/>
                <a:gd name="connsiteY2" fmla="*/ 44768 h 85725"/>
                <a:gd name="connsiteX3" fmla="*/ 44768 w 85725"/>
                <a:gd name="connsiteY3" fmla="*/ 0 h 85725"/>
                <a:gd name="connsiteX4" fmla="*/ 89535 w 85725"/>
                <a:gd name="connsiteY4" fmla="*/ 44768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9535" y="44768"/>
                  </a:moveTo>
                  <a:cubicBezTo>
                    <a:pt x="89535" y="69533"/>
                    <a:pt x="69437" y="89535"/>
                    <a:pt x="44768" y="89535"/>
                  </a:cubicBezTo>
                  <a:cubicBezTo>
                    <a:pt x="20003" y="89535"/>
                    <a:pt x="0" y="69438"/>
                    <a:pt x="0" y="44768"/>
                  </a:cubicBezTo>
                  <a:cubicBezTo>
                    <a:pt x="0" y="20003"/>
                    <a:pt x="20098" y="0"/>
                    <a:pt x="44768" y="0"/>
                  </a:cubicBezTo>
                  <a:cubicBezTo>
                    <a:pt x="69437" y="-95"/>
                    <a:pt x="89535" y="20003"/>
                    <a:pt x="89535" y="44768"/>
                  </a:cubicBezTo>
                  <a:close/>
                </a:path>
              </a:pathLst>
            </a:custGeom>
            <a:grpFill/>
            <a:ln w="9525" cap="flat">
              <a:noFill/>
              <a:prstDash val="solid"/>
              <a:miter/>
            </a:ln>
          </p:spPr>
          <p:txBody>
            <a:bodyPr rtlCol="1" anchor="ctr"/>
            <a:lstStyle/>
            <a:p>
              <a:endParaRPr lang="ar-LY"/>
            </a:p>
          </p:txBody>
        </p:sp>
        <p:sp>
          <p:nvSpPr>
            <p:cNvPr id="119" name="Freeform: Shape 118">
              <a:extLst>
                <a:ext uri="{FF2B5EF4-FFF2-40B4-BE49-F238E27FC236}">
                  <a16:creationId xmlns:a16="http://schemas.microsoft.com/office/drawing/2014/main" id="{FD19CA89-95D3-47AC-AEC7-7CEF1C02AD2D}"/>
                </a:ext>
              </a:extLst>
            </p:cNvPr>
            <p:cNvSpPr/>
            <p:nvPr/>
          </p:nvSpPr>
          <p:spPr>
            <a:xfrm>
              <a:off x="6510616" y="4413225"/>
              <a:ext cx="228600" cy="228600"/>
            </a:xfrm>
            <a:custGeom>
              <a:avLst/>
              <a:gdLst>
                <a:gd name="connsiteX0" fmla="*/ 229552 w 228600"/>
                <a:gd name="connsiteY0" fmla="*/ 114776 h 228600"/>
                <a:gd name="connsiteX1" fmla="*/ 114776 w 228600"/>
                <a:gd name="connsiteY1" fmla="*/ 229552 h 228600"/>
                <a:gd name="connsiteX2" fmla="*/ 0 w 228600"/>
                <a:gd name="connsiteY2" fmla="*/ 114776 h 228600"/>
                <a:gd name="connsiteX3" fmla="*/ 114776 w 228600"/>
                <a:gd name="connsiteY3" fmla="*/ 0 h 228600"/>
                <a:gd name="connsiteX4" fmla="*/ 229552 w 228600"/>
                <a:gd name="connsiteY4" fmla="*/ 114776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9552" y="114776"/>
                  </a:moveTo>
                  <a:cubicBezTo>
                    <a:pt x="229552" y="178165"/>
                    <a:pt x="178165" y="229552"/>
                    <a:pt x="114776" y="229552"/>
                  </a:cubicBezTo>
                  <a:cubicBezTo>
                    <a:pt x="51387" y="229552"/>
                    <a:pt x="0" y="178165"/>
                    <a:pt x="0" y="114776"/>
                  </a:cubicBezTo>
                  <a:cubicBezTo>
                    <a:pt x="0" y="51387"/>
                    <a:pt x="51387" y="0"/>
                    <a:pt x="114776" y="0"/>
                  </a:cubicBezTo>
                  <a:cubicBezTo>
                    <a:pt x="178165" y="0"/>
                    <a:pt x="229552" y="51387"/>
                    <a:pt x="229552" y="114776"/>
                  </a:cubicBezTo>
                  <a:close/>
                </a:path>
              </a:pathLst>
            </a:custGeom>
            <a:grpFill/>
            <a:ln w="9525" cap="flat">
              <a:noFill/>
              <a:prstDash val="solid"/>
              <a:miter/>
            </a:ln>
          </p:spPr>
          <p:txBody>
            <a:bodyPr rtlCol="1" anchor="ctr"/>
            <a:lstStyle/>
            <a:p>
              <a:endParaRPr lang="ar-LY"/>
            </a:p>
          </p:txBody>
        </p:sp>
        <p:sp>
          <p:nvSpPr>
            <p:cNvPr id="120" name="Freeform: Shape 119">
              <a:extLst>
                <a:ext uri="{FF2B5EF4-FFF2-40B4-BE49-F238E27FC236}">
                  <a16:creationId xmlns:a16="http://schemas.microsoft.com/office/drawing/2014/main" id="{B0D504A2-A3E5-4157-BE64-E485AB4DFBB1}"/>
                </a:ext>
              </a:extLst>
            </p:cNvPr>
            <p:cNvSpPr/>
            <p:nvPr/>
          </p:nvSpPr>
          <p:spPr>
            <a:xfrm>
              <a:off x="6365075" y="3134400"/>
              <a:ext cx="85725" cy="85725"/>
            </a:xfrm>
            <a:custGeom>
              <a:avLst/>
              <a:gdLst>
                <a:gd name="connsiteX0" fmla="*/ 90297 w 85725"/>
                <a:gd name="connsiteY0" fmla="*/ 45149 h 85725"/>
                <a:gd name="connsiteX1" fmla="*/ 45148 w 85725"/>
                <a:gd name="connsiteY1" fmla="*/ 90297 h 85725"/>
                <a:gd name="connsiteX2" fmla="*/ 0 w 85725"/>
                <a:gd name="connsiteY2" fmla="*/ 45149 h 85725"/>
                <a:gd name="connsiteX3" fmla="*/ 45148 w 85725"/>
                <a:gd name="connsiteY3" fmla="*/ 0 h 85725"/>
                <a:gd name="connsiteX4" fmla="*/ 90297 w 85725"/>
                <a:gd name="connsiteY4" fmla="*/ 45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90297" y="45149"/>
                  </a:moveTo>
                  <a:cubicBezTo>
                    <a:pt x="90297" y="70104"/>
                    <a:pt x="70104" y="90297"/>
                    <a:pt x="45148" y="90297"/>
                  </a:cubicBezTo>
                  <a:cubicBezTo>
                    <a:pt x="20193" y="90297"/>
                    <a:pt x="0" y="70104"/>
                    <a:pt x="0" y="45149"/>
                  </a:cubicBezTo>
                  <a:cubicBezTo>
                    <a:pt x="0" y="20193"/>
                    <a:pt x="20193" y="0"/>
                    <a:pt x="45148" y="0"/>
                  </a:cubicBezTo>
                  <a:cubicBezTo>
                    <a:pt x="70104" y="0"/>
                    <a:pt x="90297" y="20193"/>
                    <a:pt x="90297" y="45149"/>
                  </a:cubicBezTo>
                  <a:close/>
                </a:path>
              </a:pathLst>
            </a:custGeom>
            <a:grpFill/>
            <a:ln w="9525" cap="flat">
              <a:noFill/>
              <a:prstDash val="solid"/>
              <a:miter/>
            </a:ln>
          </p:spPr>
          <p:txBody>
            <a:bodyPr rtlCol="1" anchor="ctr"/>
            <a:lstStyle/>
            <a:p>
              <a:endParaRPr lang="ar-LY"/>
            </a:p>
          </p:txBody>
        </p:sp>
        <p:sp>
          <p:nvSpPr>
            <p:cNvPr id="121" name="Freeform: Shape 120">
              <a:extLst>
                <a:ext uri="{FF2B5EF4-FFF2-40B4-BE49-F238E27FC236}">
                  <a16:creationId xmlns:a16="http://schemas.microsoft.com/office/drawing/2014/main" id="{8EE7778B-653E-450F-978F-7E925E87D391}"/>
                </a:ext>
              </a:extLst>
            </p:cNvPr>
            <p:cNvSpPr/>
            <p:nvPr/>
          </p:nvSpPr>
          <p:spPr>
            <a:xfrm>
              <a:off x="6287827" y="3057058"/>
              <a:ext cx="238124" cy="238124"/>
            </a:xfrm>
            <a:custGeom>
              <a:avLst/>
              <a:gdLst>
                <a:gd name="connsiteX0" fmla="*/ 244983 w 238125"/>
                <a:gd name="connsiteY0" fmla="*/ 122492 h 238125"/>
                <a:gd name="connsiteX1" fmla="*/ 122492 w 238125"/>
                <a:gd name="connsiteY1" fmla="*/ 244983 h 238125"/>
                <a:gd name="connsiteX2" fmla="*/ 0 w 238125"/>
                <a:gd name="connsiteY2" fmla="*/ 122492 h 238125"/>
                <a:gd name="connsiteX3" fmla="*/ 122492 w 238125"/>
                <a:gd name="connsiteY3" fmla="*/ 0 h 238125"/>
                <a:gd name="connsiteX4" fmla="*/ 244983 w 238125"/>
                <a:gd name="connsiteY4" fmla="*/ 122492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238125">
                  <a:moveTo>
                    <a:pt x="244983" y="122492"/>
                  </a:moveTo>
                  <a:cubicBezTo>
                    <a:pt x="244983" y="190142"/>
                    <a:pt x="190142" y="244983"/>
                    <a:pt x="122492" y="244983"/>
                  </a:cubicBezTo>
                  <a:cubicBezTo>
                    <a:pt x="54841" y="244983"/>
                    <a:pt x="0" y="190142"/>
                    <a:pt x="0" y="122492"/>
                  </a:cubicBezTo>
                  <a:cubicBezTo>
                    <a:pt x="0" y="54841"/>
                    <a:pt x="54842" y="0"/>
                    <a:pt x="122492" y="0"/>
                  </a:cubicBezTo>
                  <a:cubicBezTo>
                    <a:pt x="190142" y="0"/>
                    <a:pt x="244983" y="54841"/>
                    <a:pt x="244983" y="122492"/>
                  </a:cubicBezTo>
                  <a:close/>
                </a:path>
              </a:pathLst>
            </a:custGeom>
            <a:grpFill/>
            <a:ln w="9525" cap="flat">
              <a:noFill/>
              <a:prstDash val="solid"/>
              <a:miter/>
            </a:ln>
          </p:spPr>
          <p:txBody>
            <a:bodyPr rtlCol="1" anchor="ctr"/>
            <a:lstStyle/>
            <a:p>
              <a:endParaRPr lang="ar-LY"/>
            </a:p>
          </p:txBody>
        </p:sp>
        <p:sp>
          <p:nvSpPr>
            <p:cNvPr id="122" name="Freeform: Shape 121">
              <a:extLst>
                <a:ext uri="{FF2B5EF4-FFF2-40B4-BE49-F238E27FC236}">
                  <a16:creationId xmlns:a16="http://schemas.microsoft.com/office/drawing/2014/main" id="{6E0ED142-A91B-4655-9613-58C5826EE2A2}"/>
                </a:ext>
              </a:extLst>
            </p:cNvPr>
            <p:cNvSpPr/>
            <p:nvPr/>
          </p:nvSpPr>
          <p:spPr>
            <a:xfrm>
              <a:off x="9208186" y="3732188"/>
              <a:ext cx="95250" cy="95250"/>
            </a:xfrm>
            <a:custGeom>
              <a:avLst/>
              <a:gdLst>
                <a:gd name="connsiteX0" fmla="*/ 96964 w 95250"/>
                <a:gd name="connsiteY0" fmla="*/ 48482 h 95250"/>
                <a:gd name="connsiteX1" fmla="*/ 48483 w 95250"/>
                <a:gd name="connsiteY1" fmla="*/ 96965 h 95250"/>
                <a:gd name="connsiteX2" fmla="*/ 0 w 95250"/>
                <a:gd name="connsiteY2" fmla="*/ 48482 h 95250"/>
                <a:gd name="connsiteX3" fmla="*/ 48483 w 95250"/>
                <a:gd name="connsiteY3" fmla="*/ 0 h 95250"/>
                <a:gd name="connsiteX4" fmla="*/ 96964 w 95250"/>
                <a:gd name="connsiteY4" fmla="*/ 4848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964" y="48482"/>
                  </a:moveTo>
                  <a:cubicBezTo>
                    <a:pt x="96964" y="75248"/>
                    <a:pt x="75248" y="96965"/>
                    <a:pt x="48483" y="96965"/>
                  </a:cubicBezTo>
                  <a:cubicBezTo>
                    <a:pt x="21717" y="96965"/>
                    <a:pt x="0" y="75248"/>
                    <a:pt x="0" y="48482"/>
                  </a:cubicBezTo>
                  <a:cubicBezTo>
                    <a:pt x="0" y="21717"/>
                    <a:pt x="21717" y="0"/>
                    <a:pt x="48483" y="0"/>
                  </a:cubicBezTo>
                  <a:cubicBezTo>
                    <a:pt x="75248" y="0"/>
                    <a:pt x="96964" y="21717"/>
                    <a:pt x="96964" y="48482"/>
                  </a:cubicBezTo>
                  <a:close/>
                </a:path>
              </a:pathLst>
            </a:custGeom>
            <a:grpFill/>
            <a:ln w="9525" cap="flat">
              <a:noFill/>
              <a:prstDash val="solid"/>
              <a:miter/>
            </a:ln>
          </p:spPr>
          <p:txBody>
            <a:bodyPr rtlCol="1" anchor="ctr"/>
            <a:lstStyle/>
            <a:p>
              <a:endParaRPr lang="ar-LY"/>
            </a:p>
          </p:txBody>
        </p:sp>
        <p:sp>
          <p:nvSpPr>
            <p:cNvPr id="123" name="Freeform: Shape 122">
              <a:extLst>
                <a:ext uri="{FF2B5EF4-FFF2-40B4-BE49-F238E27FC236}">
                  <a16:creationId xmlns:a16="http://schemas.microsoft.com/office/drawing/2014/main" id="{A5C1FEEE-2E7D-4CA6-880C-953D7AAC9EE7}"/>
                </a:ext>
              </a:extLst>
            </p:cNvPr>
            <p:cNvSpPr/>
            <p:nvPr/>
          </p:nvSpPr>
          <p:spPr>
            <a:xfrm>
              <a:off x="9147607" y="3671610"/>
              <a:ext cx="209549" cy="209549"/>
            </a:xfrm>
            <a:custGeom>
              <a:avLst/>
              <a:gdLst>
                <a:gd name="connsiteX0" fmla="*/ 218122 w 209550"/>
                <a:gd name="connsiteY0" fmla="*/ 109061 h 209550"/>
                <a:gd name="connsiteX1" fmla="*/ 109061 w 209550"/>
                <a:gd name="connsiteY1" fmla="*/ 218123 h 209550"/>
                <a:gd name="connsiteX2" fmla="*/ 0 w 209550"/>
                <a:gd name="connsiteY2" fmla="*/ 109061 h 209550"/>
                <a:gd name="connsiteX3" fmla="*/ 109061 w 209550"/>
                <a:gd name="connsiteY3" fmla="*/ 0 h 209550"/>
                <a:gd name="connsiteX4" fmla="*/ 218122 w 209550"/>
                <a:gd name="connsiteY4" fmla="*/ 109061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18122" y="109061"/>
                  </a:moveTo>
                  <a:cubicBezTo>
                    <a:pt x="218122" y="169294"/>
                    <a:pt x="169294" y="218123"/>
                    <a:pt x="109061" y="218123"/>
                  </a:cubicBezTo>
                  <a:cubicBezTo>
                    <a:pt x="48828" y="218123"/>
                    <a:pt x="0" y="169294"/>
                    <a:pt x="0" y="109061"/>
                  </a:cubicBezTo>
                  <a:cubicBezTo>
                    <a:pt x="0" y="48828"/>
                    <a:pt x="48828" y="0"/>
                    <a:pt x="109061" y="0"/>
                  </a:cubicBezTo>
                  <a:cubicBezTo>
                    <a:pt x="169294" y="0"/>
                    <a:pt x="218122" y="48828"/>
                    <a:pt x="218122" y="109061"/>
                  </a:cubicBezTo>
                  <a:close/>
                </a:path>
              </a:pathLst>
            </a:custGeom>
            <a:grpFill/>
            <a:ln w="9525" cap="flat">
              <a:noFill/>
              <a:prstDash val="solid"/>
              <a:miter/>
            </a:ln>
          </p:spPr>
          <p:txBody>
            <a:bodyPr rtlCol="1" anchor="ctr"/>
            <a:lstStyle/>
            <a:p>
              <a:endParaRPr lang="ar-LY"/>
            </a:p>
          </p:txBody>
        </p:sp>
        <p:sp>
          <p:nvSpPr>
            <p:cNvPr id="124" name="Freeform: Shape 123">
              <a:extLst>
                <a:ext uri="{FF2B5EF4-FFF2-40B4-BE49-F238E27FC236}">
                  <a16:creationId xmlns:a16="http://schemas.microsoft.com/office/drawing/2014/main" id="{701DF13E-798F-4729-9EA1-17DE99DF83F4}"/>
                </a:ext>
              </a:extLst>
            </p:cNvPr>
            <p:cNvSpPr/>
            <p:nvPr/>
          </p:nvSpPr>
          <p:spPr>
            <a:xfrm>
              <a:off x="8059951" y="5750056"/>
              <a:ext cx="85725" cy="85725"/>
            </a:xfrm>
            <a:custGeom>
              <a:avLst/>
              <a:gdLst>
                <a:gd name="connsiteX0" fmla="*/ 88582 w 85725"/>
                <a:gd name="connsiteY0" fmla="*/ 44291 h 85725"/>
                <a:gd name="connsiteX1" fmla="*/ 44291 w 85725"/>
                <a:gd name="connsiteY1" fmla="*/ 88582 h 85725"/>
                <a:gd name="connsiteX2" fmla="*/ 0 w 85725"/>
                <a:gd name="connsiteY2" fmla="*/ 44291 h 85725"/>
                <a:gd name="connsiteX3" fmla="*/ 44291 w 85725"/>
                <a:gd name="connsiteY3" fmla="*/ 0 h 85725"/>
                <a:gd name="connsiteX4" fmla="*/ 88582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8582" y="44291"/>
                  </a:moveTo>
                  <a:cubicBezTo>
                    <a:pt x="88582" y="68771"/>
                    <a:pt x="68770" y="88582"/>
                    <a:pt x="44291" y="88582"/>
                  </a:cubicBezTo>
                  <a:cubicBezTo>
                    <a:pt x="19812" y="88582"/>
                    <a:pt x="0" y="68771"/>
                    <a:pt x="0" y="44291"/>
                  </a:cubicBezTo>
                  <a:cubicBezTo>
                    <a:pt x="0" y="19812"/>
                    <a:pt x="19812" y="0"/>
                    <a:pt x="44291" y="0"/>
                  </a:cubicBezTo>
                  <a:cubicBezTo>
                    <a:pt x="68770" y="0"/>
                    <a:pt x="88582" y="19812"/>
                    <a:pt x="88582" y="44291"/>
                  </a:cubicBezTo>
                  <a:close/>
                </a:path>
              </a:pathLst>
            </a:custGeom>
            <a:grpFill/>
            <a:ln w="9525" cap="flat">
              <a:noFill/>
              <a:prstDash val="solid"/>
              <a:miter/>
            </a:ln>
          </p:spPr>
          <p:txBody>
            <a:bodyPr rtlCol="1" anchor="ctr"/>
            <a:lstStyle/>
            <a:p>
              <a:endParaRPr lang="ar-LY"/>
            </a:p>
          </p:txBody>
        </p:sp>
        <p:sp>
          <p:nvSpPr>
            <p:cNvPr id="125" name="Freeform: Shape 124">
              <a:extLst>
                <a:ext uri="{FF2B5EF4-FFF2-40B4-BE49-F238E27FC236}">
                  <a16:creationId xmlns:a16="http://schemas.microsoft.com/office/drawing/2014/main" id="{289DADEF-0121-4312-8834-FDDE9C9B8AD7}"/>
                </a:ext>
              </a:extLst>
            </p:cNvPr>
            <p:cNvSpPr/>
            <p:nvPr/>
          </p:nvSpPr>
          <p:spPr>
            <a:xfrm>
              <a:off x="7999371" y="5689382"/>
              <a:ext cx="209549" cy="209549"/>
            </a:xfrm>
            <a:custGeom>
              <a:avLst/>
              <a:gdLst>
                <a:gd name="connsiteX0" fmla="*/ 209931 w 209550"/>
                <a:gd name="connsiteY0" fmla="*/ 104966 h 209550"/>
                <a:gd name="connsiteX1" fmla="*/ 104966 w 209550"/>
                <a:gd name="connsiteY1" fmla="*/ 209931 h 209550"/>
                <a:gd name="connsiteX2" fmla="*/ 0 w 209550"/>
                <a:gd name="connsiteY2" fmla="*/ 104966 h 209550"/>
                <a:gd name="connsiteX3" fmla="*/ 104966 w 209550"/>
                <a:gd name="connsiteY3" fmla="*/ 0 h 209550"/>
                <a:gd name="connsiteX4" fmla="*/ 209931 w 209550"/>
                <a:gd name="connsiteY4" fmla="*/ 104966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931" y="104966"/>
                  </a:moveTo>
                  <a:cubicBezTo>
                    <a:pt x="209931" y="162936"/>
                    <a:pt x="162937" y="209931"/>
                    <a:pt x="104966" y="209931"/>
                  </a:cubicBezTo>
                  <a:cubicBezTo>
                    <a:pt x="46995" y="209931"/>
                    <a:pt x="0" y="162936"/>
                    <a:pt x="0" y="104966"/>
                  </a:cubicBezTo>
                  <a:cubicBezTo>
                    <a:pt x="0" y="46995"/>
                    <a:pt x="46995" y="0"/>
                    <a:pt x="104966" y="0"/>
                  </a:cubicBezTo>
                  <a:cubicBezTo>
                    <a:pt x="162937" y="0"/>
                    <a:pt x="209931" y="46995"/>
                    <a:pt x="209931" y="104966"/>
                  </a:cubicBezTo>
                  <a:close/>
                </a:path>
              </a:pathLst>
            </a:custGeom>
            <a:grpFill/>
            <a:ln w="9525" cap="flat">
              <a:noFill/>
              <a:prstDash val="solid"/>
              <a:miter/>
            </a:ln>
          </p:spPr>
          <p:txBody>
            <a:bodyPr rtlCol="1" anchor="ctr"/>
            <a:lstStyle/>
            <a:p>
              <a:endParaRPr lang="ar-LY"/>
            </a:p>
          </p:txBody>
        </p:sp>
        <p:sp>
          <p:nvSpPr>
            <p:cNvPr id="126" name="Freeform: Shape 125">
              <a:extLst>
                <a:ext uri="{FF2B5EF4-FFF2-40B4-BE49-F238E27FC236}">
                  <a16:creationId xmlns:a16="http://schemas.microsoft.com/office/drawing/2014/main" id="{96CAE51E-2807-41A4-8E40-AB804DCC63A8}"/>
                </a:ext>
              </a:extLst>
            </p:cNvPr>
            <p:cNvSpPr/>
            <p:nvPr/>
          </p:nvSpPr>
          <p:spPr>
            <a:xfrm>
              <a:off x="6062086" y="4302163"/>
              <a:ext cx="57150" cy="57150"/>
            </a:xfrm>
            <a:custGeom>
              <a:avLst/>
              <a:gdLst>
                <a:gd name="connsiteX0" fmla="*/ 59055 w 57150"/>
                <a:gd name="connsiteY0" fmla="*/ 29527 h 57150"/>
                <a:gd name="connsiteX1" fmla="*/ 29527 w 57150"/>
                <a:gd name="connsiteY1" fmla="*/ 59055 h 57150"/>
                <a:gd name="connsiteX2" fmla="*/ 0 w 57150"/>
                <a:gd name="connsiteY2" fmla="*/ 29527 h 57150"/>
                <a:gd name="connsiteX3" fmla="*/ 29527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35"/>
                    <a:pt x="45835" y="59055"/>
                    <a:pt x="29527" y="59055"/>
                  </a:cubicBezTo>
                  <a:cubicBezTo>
                    <a:pt x="13220" y="59055"/>
                    <a:pt x="0" y="45835"/>
                    <a:pt x="0" y="29527"/>
                  </a:cubicBezTo>
                  <a:cubicBezTo>
                    <a:pt x="0" y="13220"/>
                    <a:pt x="13220" y="0"/>
                    <a:pt x="29527" y="0"/>
                  </a:cubicBezTo>
                  <a:cubicBezTo>
                    <a:pt x="45835" y="0"/>
                    <a:pt x="59055" y="13220"/>
                    <a:pt x="59055" y="29527"/>
                  </a:cubicBezTo>
                  <a:close/>
                </a:path>
              </a:pathLst>
            </a:custGeom>
            <a:grpFill/>
            <a:ln w="9525" cap="flat">
              <a:noFill/>
              <a:prstDash val="solid"/>
              <a:miter/>
            </a:ln>
          </p:spPr>
          <p:txBody>
            <a:bodyPr rtlCol="1" anchor="ctr"/>
            <a:lstStyle/>
            <a:p>
              <a:endParaRPr lang="ar-LY"/>
            </a:p>
          </p:txBody>
        </p:sp>
        <p:sp>
          <p:nvSpPr>
            <p:cNvPr id="127" name="Freeform: Shape 126">
              <a:extLst>
                <a:ext uri="{FF2B5EF4-FFF2-40B4-BE49-F238E27FC236}">
                  <a16:creationId xmlns:a16="http://schemas.microsoft.com/office/drawing/2014/main" id="{4AC318D9-09A3-47AD-9AA3-AC30AB82F2C8}"/>
                </a:ext>
              </a:extLst>
            </p:cNvPr>
            <p:cNvSpPr/>
            <p:nvPr/>
          </p:nvSpPr>
          <p:spPr>
            <a:xfrm>
              <a:off x="6022081" y="4262158"/>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8013" y="0"/>
                    <a:pt x="139065" y="31147"/>
                    <a:pt x="139065" y="69532"/>
                  </a:cubicBezTo>
                  <a:close/>
                </a:path>
              </a:pathLst>
            </a:custGeom>
            <a:grpFill/>
            <a:ln w="9525" cap="flat">
              <a:noFill/>
              <a:prstDash val="solid"/>
              <a:miter/>
            </a:ln>
          </p:spPr>
          <p:txBody>
            <a:bodyPr rtlCol="1" anchor="ctr"/>
            <a:lstStyle/>
            <a:p>
              <a:endParaRPr lang="ar-LY"/>
            </a:p>
          </p:txBody>
        </p:sp>
        <p:sp>
          <p:nvSpPr>
            <p:cNvPr id="128" name="Freeform: Shape 127">
              <a:extLst>
                <a:ext uri="{FF2B5EF4-FFF2-40B4-BE49-F238E27FC236}">
                  <a16:creationId xmlns:a16="http://schemas.microsoft.com/office/drawing/2014/main" id="{681F6B32-3912-446E-827B-5B3BE0AE76F9}"/>
                </a:ext>
              </a:extLst>
            </p:cNvPr>
            <p:cNvSpPr/>
            <p:nvPr/>
          </p:nvSpPr>
          <p:spPr>
            <a:xfrm>
              <a:off x="7614752" y="3005622"/>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911" y="0"/>
                    <a:pt x="59055" y="13240"/>
                    <a:pt x="59055" y="29527"/>
                  </a:cubicBezTo>
                  <a:close/>
                </a:path>
              </a:pathLst>
            </a:custGeom>
            <a:grpFill/>
            <a:ln w="9525" cap="flat">
              <a:noFill/>
              <a:prstDash val="solid"/>
              <a:miter/>
            </a:ln>
          </p:spPr>
          <p:txBody>
            <a:bodyPr rtlCol="1" anchor="ctr"/>
            <a:lstStyle/>
            <a:p>
              <a:endParaRPr lang="ar-LY"/>
            </a:p>
          </p:txBody>
        </p:sp>
        <p:sp>
          <p:nvSpPr>
            <p:cNvPr id="129" name="Freeform: Shape 128">
              <a:extLst>
                <a:ext uri="{FF2B5EF4-FFF2-40B4-BE49-F238E27FC236}">
                  <a16:creationId xmlns:a16="http://schemas.microsoft.com/office/drawing/2014/main" id="{428475CA-7275-4981-8594-14953EF4EB15}"/>
                </a:ext>
              </a:extLst>
            </p:cNvPr>
            <p:cNvSpPr/>
            <p:nvPr/>
          </p:nvSpPr>
          <p:spPr>
            <a:xfrm>
              <a:off x="7574842" y="2965617"/>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34"/>
                    <a:pt x="107934" y="139065"/>
                    <a:pt x="69533" y="139065"/>
                  </a:cubicBezTo>
                  <a:cubicBezTo>
                    <a:pt x="31131" y="139065"/>
                    <a:pt x="0" y="107934"/>
                    <a:pt x="0" y="69532"/>
                  </a:cubicBezTo>
                  <a:cubicBezTo>
                    <a:pt x="0" y="31131"/>
                    <a:pt x="31131" y="0"/>
                    <a:pt x="69533" y="0"/>
                  </a:cubicBezTo>
                  <a:cubicBezTo>
                    <a:pt x="107934" y="0"/>
                    <a:pt x="139065" y="31131"/>
                    <a:pt x="139065" y="69532"/>
                  </a:cubicBezTo>
                  <a:close/>
                </a:path>
              </a:pathLst>
            </a:custGeom>
            <a:grpFill/>
            <a:ln w="9525" cap="flat">
              <a:noFill/>
              <a:prstDash val="solid"/>
              <a:miter/>
            </a:ln>
          </p:spPr>
          <p:txBody>
            <a:bodyPr rtlCol="1" anchor="ctr"/>
            <a:lstStyle/>
            <a:p>
              <a:endParaRPr lang="ar-LY"/>
            </a:p>
          </p:txBody>
        </p:sp>
        <p:sp>
          <p:nvSpPr>
            <p:cNvPr id="130" name="Freeform: Shape 129">
              <a:extLst>
                <a:ext uri="{FF2B5EF4-FFF2-40B4-BE49-F238E27FC236}">
                  <a16:creationId xmlns:a16="http://schemas.microsoft.com/office/drawing/2014/main" id="{7718CADC-792B-4F8B-87D2-B9728CA55A05}"/>
                </a:ext>
              </a:extLst>
            </p:cNvPr>
            <p:cNvSpPr/>
            <p:nvPr/>
          </p:nvSpPr>
          <p:spPr>
            <a:xfrm>
              <a:off x="6266682" y="5218561"/>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a:p>
          </p:txBody>
        </p:sp>
        <p:sp>
          <p:nvSpPr>
            <p:cNvPr id="131" name="Freeform: Shape 130">
              <a:extLst>
                <a:ext uri="{FF2B5EF4-FFF2-40B4-BE49-F238E27FC236}">
                  <a16:creationId xmlns:a16="http://schemas.microsoft.com/office/drawing/2014/main" id="{9E4BCBDD-1D0B-4522-87B8-00D6B54FCC74}"/>
                </a:ext>
              </a:extLst>
            </p:cNvPr>
            <p:cNvSpPr/>
            <p:nvPr/>
          </p:nvSpPr>
          <p:spPr>
            <a:xfrm>
              <a:off x="6226677" y="5178557"/>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a:p>
          </p:txBody>
        </p:sp>
        <p:sp>
          <p:nvSpPr>
            <p:cNvPr id="132" name="Freeform: Shape 131">
              <a:extLst>
                <a:ext uri="{FF2B5EF4-FFF2-40B4-BE49-F238E27FC236}">
                  <a16:creationId xmlns:a16="http://schemas.microsoft.com/office/drawing/2014/main" id="{C6DAD548-F79E-475D-A3FD-430855A8D4CD}"/>
                </a:ext>
              </a:extLst>
            </p:cNvPr>
            <p:cNvSpPr/>
            <p:nvPr/>
          </p:nvSpPr>
          <p:spPr>
            <a:xfrm>
              <a:off x="6710641" y="5362674"/>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35"/>
                    <a:pt x="45835" y="59055"/>
                    <a:pt x="29527" y="59055"/>
                  </a:cubicBezTo>
                  <a:cubicBezTo>
                    <a:pt x="13220" y="59055"/>
                    <a:pt x="0" y="45835"/>
                    <a:pt x="0" y="29528"/>
                  </a:cubicBezTo>
                  <a:cubicBezTo>
                    <a:pt x="0" y="13220"/>
                    <a:pt x="13220" y="0"/>
                    <a:pt x="29527" y="0"/>
                  </a:cubicBezTo>
                  <a:cubicBezTo>
                    <a:pt x="45835" y="0"/>
                    <a:pt x="59055" y="13220"/>
                    <a:pt x="59055" y="29528"/>
                  </a:cubicBezTo>
                  <a:close/>
                </a:path>
              </a:pathLst>
            </a:custGeom>
            <a:grpFill/>
            <a:ln w="9525" cap="flat">
              <a:no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596A69F1-20DD-48CB-AE5E-DFBE8C519BF0}"/>
                </a:ext>
              </a:extLst>
            </p:cNvPr>
            <p:cNvSpPr/>
            <p:nvPr/>
          </p:nvSpPr>
          <p:spPr>
            <a:xfrm>
              <a:off x="6670636" y="532266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9B1CD320-2DA3-48D5-84C1-D9244253B593}"/>
                </a:ext>
              </a:extLst>
            </p:cNvPr>
            <p:cNvSpPr/>
            <p:nvPr/>
          </p:nvSpPr>
          <p:spPr>
            <a:xfrm>
              <a:off x="5947975" y="5469449"/>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D55BF967-B83B-4F8C-B401-364087ABDB10}"/>
                </a:ext>
              </a:extLst>
            </p:cNvPr>
            <p:cNvSpPr/>
            <p:nvPr/>
          </p:nvSpPr>
          <p:spPr>
            <a:xfrm>
              <a:off x="5907970" y="5429445"/>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95"/>
                    <a:pt x="139065" y="31147"/>
                    <a:pt x="139065" y="69532"/>
                  </a:cubicBezTo>
                  <a:close/>
                </a:path>
              </a:pathLst>
            </a:custGeom>
            <a:grpFill/>
            <a:ln w="9525" cap="flat">
              <a:noFill/>
              <a:prstDash val="solid"/>
              <a:miter/>
            </a:ln>
          </p:spPr>
          <p:txBody>
            <a:bodyPr rtlCol="1" anchor="ctr"/>
            <a:lstStyle/>
            <a:p>
              <a:endParaRPr lang="ar-LY"/>
            </a:p>
          </p:txBody>
        </p:sp>
        <p:sp>
          <p:nvSpPr>
            <p:cNvPr id="136" name="Freeform: Shape 135">
              <a:extLst>
                <a:ext uri="{FF2B5EF4-FFF2-40B4-BE49-F238E27FC236}">
                  <a16:creationId xmlns:a16="http://schemas.microsoft.com/office/drawing/2014/main" id="{7BE9792D-086A-4AF8-A630-840582407577}"/>
                </a:ext>
              </a:extLst>
            </p:cNvPr>
            <p:cNvSpPr/>
            <p:nvPr/>
          </p:nvSpPr>
          <p:spPr>
            <a:xfrm>
              <a:off x="8883574" y="3671514"/>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815" y="0"/>
                    <a:pt x="59055" y="13240"/>
                    <a:pt x="59055" y="29527"/>
                  </a:cubicBezTo>
                  <a:close/>
                </a:path>
              </a:pathLst>
            </a:custGeom>
            <a:grpFill/>
            <a:ln w="9525" cap="flat">
              <a:noFill/>
              <a:prstDash val="solid"/>
              <a:miter/>
            </a:ln>
          </p:spPr>
          <p:txBody>
            <a:bodyPr rtlCol="1" anchor="ctr"/>
            <a:lstStyle/>
            <a:p>
              <a:endParaRPr lang="ar-LY"/>
            </a:p>
          </p:txBody>
        </p:sp>
        <p:sp>
          <p:nvSpPr>
            <p:cNvPr id="137" name="Freeform: Shape 136">
              <a:extLst>
                <a:ext uri="{FF2B5EF4-FFF2-40B4-BE49-F238E27FC236}">
                  <a16:creationId xmlns:a16="http://schemas.microsoft.com/office/drawing/2014/main" id="{0B5C730C-FDE5-413D-B8DB-3D2EF8DA8220}"/>
                </a:ext>
              </a:extLst>
            </p:cNvPr>
            <p:cNvSpPr/>
            <p:nvPr/>
          </p:nvSpPr>
          <p:spPr>
            <a:xfrm>
              <a:off x="8843569" y="363150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a:p>
          </p:txBody>
        </p:sp>
        <p:sp>
          <p:nvSpPr>
            <p:cNvPr id="138" name="Freeform: Shape 137">
              <a:extLst>
                <a:ext uri="{FF2B5EF4-FFF2-40B4-BE49-F238E27FC236}">
                  <a16:creationId xmlns:a16="http://schemas.microsoft.com/office/drawing/2014/main" id="{23B92F83-F1CF-46E8-B5DB-C09C74DBD5E8}"/>
                </a:ext>
              </a:extLst>
            </p:cNvPr>
            <p:cNvSpPr/>
            <p:nvPr/>
          </p:nvSpPr>
          <p:spPr>
            <a:xfrm>
              <a:off x="9123318" y="4543526"/>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7" y="59055"/>
                  </a:cubicBezTo>
                  <a:cubicBezTo>
                    <a:pt x="13239" y="59055"/>
                    <a:pt x="0" y="45815"/>
                    <a:pt x="0" y="29528"/>
                  </a:cubicBezTo>
                  <a:cubicBezTo>
                    <a:pt x="0" y="13240"/>
                    <a:pt x="13239" y="0"/>
                    <a:pt x="29527" y="0"/>
                  </a:cubicBezTo>
                  <a:cubicBezTo>
                    <a:pt x="45910" y="95"/>
                    <a:pt x="59055" y="13240"/>
                    <a:pt x="59055" y="29528"/>
                  </a:cubicBezTo>
                  <a:close/>
                </a:path>
              </a:pathLst>
            </a:custGeom>
            <a:grpFill/>
            <a:ln w="9525" cap="flat">
              <a:no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0446919C-B6A9-4394-ACBE-2A07A507DBAB}"/>
                </a:ext>
              </a:extLst>
            </p:cNvPr>
            <p:cNvSpPr/>
            <p:nvPr/>
          </p:nvSpPr>
          <p:spPr>
            <a:xfrm>
              <a:off x="9083408" y="4503235"/>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F85861B1-DF83-4CFB-AECB-159E868CEAD9}"/>
                </a:ext>
              </a:extLst>
            </p:cNvPr>
            <p:cNvSpPr/>
            <p:nvPr/>
          </p:nvSpPr>
          <p:spPr>
            <a:xfrm>
              <a:off x="9227140" y="5087307"/>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8F42432-F2AE-4F37-8263-177E4B42F934}"/>
                </a:ext>
              </a:extLst>
            </p:cNvPr>
            <p:cNvSpPr/>
            <p:nvPr/>
          </p:nvSpPr>
          <p:spPr>
            <a:xfrm>
              <a:off x="9187136" y="5047304"/>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0"/>
                    <a:pt x="139065" y="31147"/>
                    <a:pt x="139065" y="69532"/>
                  </a:cubicBezTo>
                  <a:close/>
                </a:path>
              </a:pathLst>
            </a:custGeom>
            <a:grpFill/>
            <a:ln w="9525" cap="flat">
              <a:no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C6CD409E-8A15-4A92-9D13-7DF760D4A7E5}"/>
                </a:ext>
              </a:extLst>
            </p:cNvPr>
            <p:cNvSpPr/>
            <p:nvPr/>
          </p:nvSpPr>
          <p:spPr>
            <a:xfrm>
              <a:off x="6714071" y="3097063"/>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CCABC29B-5A52-4654-847A-BD11CD88F20B}"/>
                </a:ext>
              </a:extLst>
            </p:cNvPr>
            <p:cNvSpPr/>
            <p:nvPr/>
          </p:nvSpPr>
          <p:spPr>
            <a:xfrm>
              <a:off x="6674079" y="3057063"/>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a:p>
          </p:txBody>
        </p:sp>
      </p:grpSp>
    </p:spTree>
    <p:extLst>
      <p:ext uri="{BB962C8B-B14F-4D97-AF65-F5344CB8AC3E}">
        <p14:creationId xmlns:p14="http://schemas.microsoft.com/office/powerpoint/2010/main" val="1082210236"/>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tiff"/></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tiff"/></Relationships>
</file>

<file path=ppt/slides/_rels/slide2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308">
            <a:extLst>
              <a:ext uri="{FF2B5EF4-FFF2-40B4-BE49-F238E27FC236}">
                <a16:creationId xmlns:a16="http://schemas.microsoft.com/office/drawing/2014/main" id="{D5FC8BB6-F6FB-476D-B484-6B5D63DE65D3}"/>
              </a:ext>
            </a:extLst>
          </p:cNvPr>
          <p:cNvSpPr txBox="1"/>
          <p:nvPr/>
        </p:nvSpPr>
        <p:spPr>
          <a:xfrm>
            <a:off x="4721778" y="2611449"/>
            <a:ext cx="5027339" cy="1107996"/>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a:p>
            <a:r>
              <a:rPr lang="en-CA" dirty="0">
                <a:solidFill>
                  <a:schemeClr val="bg1"/>
                </a:solidFill>
              </a:rPr>
              <a:t>Climate Management for Cities of Tomorrow</a:t>
            </a:r>
            <a:endParaRPr lang="en-CA" sz="2400" dirty="0">
              <a:solidFill>
                <a:schemeClr val="bg1"/>
              </a:solidFill>
            </a:endParaRPr>
          </a:p>
        </p:txBody>
      </p:sp>
      <p:grpSp>
        <p:nvGrpSpPr>
          <p:cNvPr id="4" name="Group 3">
            <a:extLst>
              <a:ext uri="{FF2B5EF4-FFF2-40B4-BE49-F238E27FC236}">
                <a16:creationId xmlns:a16="http://schemas.microsoft.com/office/drawing/2014/main" id="{DCC86869-144C-4362-8835-D83D20FAD15C}"/>
              </a:ext>
            </a:extLst>
          </p:cNvPr>
          <p:cNvGrpSpPr/>
          <p:nvPr/>
        </p:nvGrpSpPr>
        <p:grpSpPr>
          <a:xfrm>
            <a:off x="0" y="4868032"/>
            <a:ext cx="2362200" cy="2025452"/>
            <a:chOff x="0" y="4868032"/>
            <a:chExt cx="2362200" cy="2025452"/>
          </a:xfrm>
        </p:grpSpPr>
        <p:sp>
          <p:nvSpPr>
            <p:cNvPr id="108" name="Freeform: Shape 107">
              <a:extLst>
                <a:ext uri="{FF2B5EF4-FFF2-40B4-BE49-F238E27FC236}">
                  <a16:creationId xmlns:a16="http://schemas.microsoft.com/office/drawing/2014/main" id="{7ACC092D-78DF-43A4-A6FD-9333EE17D3AB}"/>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109" name="Freeform: Shape 108">
              <a:extLst>
                <a:ext uri="{FF2B5EF4-FFF2-40B4-BE49-F238E27FC236}">
                  <a16:creationId xmlns:a16="http://schemas.microsoft.com/office/drawing/2014/main" id="{380BCF0F-69DE-4BB7-9095-FBC6E0843EFE}"/>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110" name="Freeform: Shape 109">
              <a:extLst>
                <a:ext uri="{FF2B5EF4-FFF2-40B4-BE49-F238E27FC236}">
                  <a16:creationId xmlns:a16="http://schemas.microsoft.com/office/drawing/2014/main" id="{6B579CB2-7678-49F4-88A7-4999A20A95CE}"/>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111" name="Freeform: Shape 110">
              <a:extLst>
                <a:ext uri="{FF2B5EF4-FFF2-40B4-BE49-F238E27FC236}">
                  <a16:creationId xmlns:a16="http://schemas.microsoft.com/office/drawing/2014/main" id="{18CAAF9A-FB00-4319-B3BB-3C400040CB09}"/>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12" name="Freeform: Shape 111">
              <a:extLst>
                <a:ext uri="{FF2B5EF4-FFF2-40B4-BE49-F238E27FC236}">
                  <a16:creationId xmlns:a16="http://schemas.microsoft.com/office/drawing/2014/main" id="{A7EF2380-4836-42E9-AFD0-6A2BFF259481}"/>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3" name="Freeform: Shape 112">
              <a:extLst>
                <a:ext uri="{FF2B5EF4-FFF2-40B4-BE49-F238E27FC236}">
                  <a16:creationId xmlns:a16="http://schemas.microsoft.com/office/drawing/2014/main" id="{4F340D06-58A4-4370-A1F7-8F744B68750F}"/>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14" name="Freeform: Shape 113">
              <a:extLst>
                <a:ext uri="{FF2B5EF4-FFF2-40B4-BE49-F238E27FC236}">
                  <a16:creationId xmlns:a16="http://schemas.microsoft.com/office/drawing/2014/main" id="{5CFD9798-531C-4A05-998B-5C6D65916ECC}"/>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15" name="Freeform: Shape 114">
              <a:extLst>
                <a:ext uri="{FF2B5EF4-FFF2-40B4-BE49-F238E27FC236}">
                  <a16:creationId xmlns:a16="http://schemas.microsoft.com/office/drawing/2014/main" id="{7AA26C9D-42AB-46CF-80C1-C70767C9E73D}"/>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116" name="Freeform: Shape 115">
              <a:extLst>
                <a:ext uri="{FF2B5EF4-FFF2-40B4-BE49-F238E27FC236}">
                  <a16:creationId xmlns:a16="http://schemas.microsoft.com/office/drawing/2014/main" id="{E72CB72B-FD85-4DC3-8F3B-C107D1D8265B}"/>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17" name="Freeform: Shape 116">
              <a:extLst>
                <a:ext uri="{FF2B5EF4-FFF2-40B4-BE49-F238E27FC236}">
                  <a16:creationId xmlns:a16="http://schemas.microsoft.com/office/drawing/2014/main" id="{B9151E3B-F894-4AB0-AA0E-EEC36F29EFF1}"/>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18" name="Freeform: Shape 117">
              <a:extLst>
                <a:ext uri="{FF2B5EF4-FFF2-40B4-BE49-F238E27FC236}">
                  <a16:creationId xmlns:a16="http://schemas.microsoft.com/office/drawing/2014/main" id="{B0752B23-2A48-45EA-8029-E73055306DBE}"/>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9" name="Freeform: Shape 118">
              <a:extLst>
                <a:ext uri="{FF2B5EF4-FFF2-40B4-BE49-F238E27FC236}">
                  <a16:creationId xmlns:a16="http://schemas.microsoft.com/office/drawing/2014/main" id="{638608FF-F4D3-4A4C-88BF-AB40047AEBAF}"/>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0" name="Freeform: Shape 119">
              <a:extLst>
                <a:ext uri="{FF2B5EF4-FFF2-40B4-BE49-F238E27FC236}">
                  <a16:creationId xmlns:a16="http://schemas.microsoft.com/office/drawing/2014/main" id="{E8C2A47E-5451-469D-9593-BE466AF3261F}"/>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1" name="Freeform: Shape 120">
              <a:extLst>
                <a:ext uri="{FF2B5EF4-FFF2-40B4-BE49-F238E27FC236}">
                  <a16:creationId xmlns:a16="http://schemas.microsoft.com/office/drawing/2014/main" id="{86CE580B-9297-481E-8EFD-111C8EB1DA22}"/>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2" name="Freeform: Shape 121">
              <a:extLst>
                <a:ext uri="{FF2B5EF4-FFF2-40B4-BE49-F238E27FC236}">
                  <a16:creationId xmlns:a16="http://schemas.microsoft.com/office/drawing/2014/main" id="{2474B05D-C381-4F0F-A16F-E35DC5850724}"/>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3" name="Freeform: Shape 122">
              <a:extLst>
                <a:ext uri="{FF2B5EF4-FFF2-40B4-BE49-F238E27FC236}">
                  <a16:creationId xmlns:a16="http://schemas.microsoft.com/office/drawing/2014/main" id="{BD3AF008-5BDE-4A4F-9174-5B51298F6F20}"/>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124" name="Freeform: Shape 123">
              <a:extLst>
                <a:ext uri="{FF2B5EF4-FFF2-40B4-BE49-F238E27FC236}">
                  <a16:creationId xmlns:a16="http://schemas.microsoft.com/office/drawing/2014/main" id="{F57B656B-D254-4308-8FFF-3E5521C28F19}"/>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5" name="Freeform: Shape 124">
              <a:extLst>
                <a:ext uri="{FF2B5EF4-FFF2-40B4-BE49-F238E27FC236}">
                  <a16:creationId xmlns:a16="http://schemas.microsoft.com/office/drawing/2014/main" id="{A8C92B49-0F94-4570-B79E-A18D73B7745C}"/>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126" name="Freeform: Shape 125">
              <a:extLst>
                <a:ext uri="{FF2B5EF4-FFF2-40B4-BE49-F238E27FC236}">
                  <a16:creationId xmlns:a16="http://schemas.microsoft.com/office/drawing/2014/main" id="{8AC761C4-41DA-438E-A81C-7D1D96456964}"/>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127" name="Freeform: Shape 126">
              <a:extLst>
                <a:ext uri="{FF2B5EF4-FFF2-40B4-BE49-F238E27FC236}">
                  <a16:creationId xmlns:a16="http://schemas.microsoft.com/office/drawing/2014/main" id="{FC8B8D8F-A2F4-448D-8077-D07A23B344D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8" name="Freeform: Shape 127">
              <a:extLst>
                <a:ext uri="{FF2B5EF4-FFF2-40B4-BE49-F238E27FC236}">
                  <a16:creationId xmlns:a16="http://schemas.microsoft.com/office/drawing/2014/main" id="{EC505487-3EA0-467C-97AC-0095AD99C644}"/>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129" name="Freeform: Shape 128">
              <a:extLst>
                <a:ext uri="{FF2B5EF4-FFF2-40B4-BE49-F238E27FC236}">
                  <a16:creationId xmlns:a16="http://schemas.microsoft.com/office/drawing/2014/main" id="{3649AF7F-34F7-4872-B653-BF3744860CB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0" name="Freeform: Shape 129">
              <a:extLst>
                <a:ext uri="{FF2B5EF4-FFF2-40B4-BE49-F238E27FC236}">
                  <a16:creationId xmlns:a16="http://schemas.microsoft.com/office/drawing/2014/main" id="{64F37E16-C5C4-4E19-A59A-8D5DD503030F}"/>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1" name="Freeform: Shape 130">
              <a:extLst>
                <a:ext uri="{FF2B5EF4-FFF2-40B4-BE49-F238E27FC236}">
                  <a16:creationId xmlns:a16="http://schemas.microsoft.com/office/drawing/2014/main" id="{50705E66-353C-47B6-9C99-539997795B1B}"/>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2" name="Freeform: Shape 131">
              <a:extLst>
                <a:ext uri="{FF2B5EF4-FFF2-40B4-BE49-F238E27FC236}">
                  <a16:creationId xmlns:a16="http://schemas.microsoft.com/office/drawing/2014/main" id="{1E20D68C-2697-40F0-99FA-491651632149}"/>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373B34EE-9E1B-4B70-848E-0DB23028952F}"/>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2AEE5365-86DF-4FF5-83C5-177544A3439B}"/>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7D5ABBF1-980E-465F-8804-DD999CDEEA67}"/>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7958CCEC-22C6-4C76-B8A4-B33FCED516C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8DC821A8-A0F3-4634-8905-3308E896108F}"/>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37BE0B8-165B-45E4-8F14-58CB4F668298}"/>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2721A00C-E42F-4A86-AEA3-F2C50D7D0AE3}"/>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630AD418-F949-447A-A2EE-907FE44B38D8}"/>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 name="Straight Connector 2">
              <a:extLst>
                <a:ext uri="{FF2B5EF4-FFF2-40B4-BE49-F238E27FC236}">
                  <a16:creationId xmlns:a16="http://schemas.microsoft.com/office/drawing/2014/main" id="{A64E411C-C5F7-40EB-9FB3-2F337BAC6738}"/>
                </a:ext>
              </a:extLst>
            </p:cNvPr>
            <p:cNvCxnSpPr>
              <a:stCxn id="114" idx="0"/>
              <a:endCxn id="11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1595E0A-9E8E-427D-A1A2-40E46D78CDD9}"/>
              </a:ext>
            </a:extLst>
          </p:cNvPr>
          <p:cNvGrpSpPr/>
          <p:nvPr/>
        </p:nvGrpSpPr>
        <p:grpSpPr>
          <a:xfrm>
            <a:off x="9646172" y="-78917"/>
            <a:ext cx="2567428" cy="2201423"/>
            <a:chOff x="9646172" y="-78917"/>
            <a:chExt cx="2567428" cy="2201423"/>
          </a:xfrm>
        </p:grpSpPr>
        <p:sp>
          <p:nvSpPr>
            <p:cNvPr id="32" name="Freeform: Shape 31">
              <a:extLst>
                <a:ext uri="{FF2B5EF4-FFF2-40B4-BE49-F238E27FC236}">
                  <a16:creationId xmlns:a16="http://schemas.microsoft.com/office/drawing/2014/main" id="{9E7A7763-7818-4DDC-BC05-47B0FBF9EDB8}"/>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41" name="Freeform: Shape 40">
              <a:extLst>
                <a:ext uri="{FF2B5EF4-FFF2-40B4-BE49-F238E27FC236}">
                  <a16:creationId xmlns:a16="http://schemas.microsoft.com/office/drawing/2014/main" id="{DDFD568A-8E81-4AB7-BF0D-7FFB45CEE9DB}"/>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95" name="Freeform: Shape 94">
              <a:extLst>
                <a:ext uri="{FF2B5EF4-FFF2-40B4-BE49-F238E27FC236}">
                  <a16:creationId xmlns:a16="http://schemas.microsoft.com/office/drawing/2014/main" id="{39B599B4-A601-4066-891E-478B8C92F598}"/>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94" name="Freeform: Shape 93">
              <a:extLst>
                <a:ext uri="{FF2B5EF4-FFF2-40B4-BE49-F238E27FC236}">
                  <a16:creationId xmlns:a16="http://schemas.microsoft.com/office/drawing/2014/main" id="{42248E57-1982-4C77-B7B6-98067B11D1D0}"/>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79" name="Freeform: Shape 78">
              <a:extLst>
                <a:ext uri="{FF2B5EF4-FFF2-40B4-BE49-F238E27FC236}">
                  <a16:creationId xmlns:a16="http://schemas.microsoft.com/office/drawing/2014/main" id="{34989CAA-40F1-4EFA-A879-220B2D5F2A65}"/>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5" name="Freeform: Shape 64">
              <a:extLst>
                <a:ext uri="{FF2B5EF4-FFF2-40B4-BE49-F238E27FC236}">
                  <a16:creationId xmlns:a16="http://schemas.microsoft.com/office/drawing/2014/main" id="{A1875776-4C74-43F2-AEEC-816CFBAEB717}"/>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4" name="Freeform: Shape 63">
              <a:extLst>
                <a:ext uri="{FF2B5EF4-FFF2-40B4-BE49-F238E27FC236}">
                  <a16:creationId xmlns:a16="http://schemas.microsoft.com/office/drawing/2014/main" id="{E218BE3B-E994-44D2-8724-0F39BEC2B403}"/>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3" name="Freeform: Shape 62">
              <a:extLst>
                <a:ext uri="{FF2B5EF4-FFF2-40B4-BE49-F238E27FC236}">
                  <a16:creationId xmlns:a16="http://schemas.microsoft.com/office/drawing/2014/main" id="{111D1371-80CE-4D92-AD42-1CD94C8B430F}"/>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 name="Freeform: Shape 5">
              <a:extLst>
                <a:ext uri="{FF2B5EF4-FFF2-40B4-BE49-F238E27FC236}">
                  <a16:creationId xmlns:a16="http://schemas.microsoft.com/office/drawing/2014/main" id="{DA0BE4FC-E249-4118-8CDC-104C4F90FA99}"/>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7" name="Freeform: Shape 6">
              <a:extLst>
                <a:ext uri="{FF2B5EF4-FFF2-40B4-BE49-F238E27FC236}">
                  <a16:creationId xmlns:a16="http://schemas.microsoft.com/office/drawing/2014/main" id="{55EB3C09-B204-400D-AE74-F4633E5D1BF6}"/>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8" name="Freeform: Shape 7">
              <a:extLst>
                <a:ext uri="{FF2B5EF4-FFF2-40B4-BE49-F238E27FC236}">
                  <a16:creationId xmlns:a16="http://schemas.microsoft.com/office/drawing/2014/main" id="{5AEDAA89-2EDC-4940-908D-F4F13997DE4D}"/>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9" name="Freeform: Shape 8">
              <a:extLst>
                <a:ext uri="{FF2B5EF4-FFF2-40B4-BE49-F238E27FC236}">
                  <a16:creationId xmlns:a16="http://schemas.microsoft.com/office/drawing/2014/main" id="{A7B952A6-2FF0-4FE4-9335-2E660CAD6F4C}"/>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0" name="Freeform: Shape 9">
              <a:extLst>
                <a:ext uri="{FF2B5EF4-FFF2-40B4-BE49-F238E27FC236}">
                  <a16:creationId xmlns:a16="http://schemas.microsoft.com/office/drawing/2014/main" id="{C1E3601C-F2C6-49E9-89A7-AEAF5213F83A}"/>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 name="Freeform: Shape 10">
              <a:extLst>
                <a:ext uri="{FF2B5EF4-FFF2-40B4-BE49-F238E27FC236}">
                  <a16:creationId xmlns:a16="http://schemas.microsoft.com/office/drawing/2014/main" id="{D78C6FF3-7A07-4CE1-806E-F86A50C1D310}"/>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3" name="Freeform: Shape 12">
              <a:extLst>
                <a:ext uri="{FF2B5EF4-FFF2-40B4-BE49-F238E27FC236}">
                  <a16:creationId xmlns:a16="http://schemas.microsoft.com/office/drawing/2014/main" id="{701A1714-B275-453F-B17D-8C979553C5B2}"/>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4" name="Freeform: Shape 13">
              <a:extLst>
                <a:ext uri="{FF2B5EF4-FFF2-40B4-BE49-F238E27FC236}">
                  <a16:creationId xmlns:a16="http://schemas.microsoft.com/office/drawing/2014/main" id="{7D5FEB2B-C37D-4740-BC67-4BA2C198E7E8}"/>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5" name="Freeform: Shape 14">
              <a:extLst>
                <a:ext uri="{FF2B5EF4-FFF2-40B4-BE49-F238E27FC236}">
                  <a16:creationId xmlns:a16="http://schemas.microsoft.com/office/drawing/2014/main" id="{DF2AEB8D-D654-4621-844C-3C11F5A26A01}"/>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6" name="Freeform: Shape 15">
              <a:extLst>
                <a:ext uri="{FF2B5EF4-FFF2-40B4-BE49-F238E27FC236}">
                  <a16:creationId xmlns:a16="http://schemas.microsoft.com/office/drawing/2014/main" id="{7D8C20A4-77D2-4510-8BF3-A7F865E4AD9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04" name="Freeform: Shape 103">
              <a:extLst>
                <a:ext uri="{FF2B5EF4-FFF2-40B4-BE49-F238E27FC236}">
                  <a16:creationId xmlns:a16="http://schemas.microsoft.com/office/drawing/2014/main" id="{1E5F006B-92DF-4EC3-8936-C7F3F8C6EE7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1" name="Freeform: Shape 100">
              <a:extLst>
                <a:ext uri="{FF2B5EF4-FFF2-40B4-BE49-F238E27FC236}">
                  <a16:creationId xmlns:a16="http://schemas.microsoft.com/office/drawing/2014/main" id="{7F62F606-8377-4849-9C8A-FBF71850764F}"/>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0" name="Freeform: Shape 99">
              <a:extLst>
                <a:ext uri="{FF2B5EF4-FFF2-40B4-BE49-F238E27FC236}">
                  <a16:creationId xmlns:a16="http://schemas.microsoft.com/office/drawing/2014/main" id="{995C44F4-8747-4DF8-9E05-01180D885AC4}"/>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8" name="Freeform: Shape 17">
              <a:extLst>
                <a:ext uri="{FF2B5EF4-FFF2-40B4-BE49-F238E27FC236}">
                  <a16:creationId xmlns:a16="http://schemas.microsoft.com/office/drawing/2014/main" id="{C0522BFE-3F6A-4D00-9354-C9B1640C029A}"/>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9" name="Freeform: Shape 18">
              <a:extLst>
                <a:ext uri="{FF2B5EF4-FFF2-40B4-BE49-F238E27FC236}">
                  <a16:creationId xmlns:a16="http://schemas.microsoft.com/office/drawing/2014/main" id="{D89E3CD7-9086-446F-9391-D2770EB46090}"/>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20" name="Freeform: Shape 19">
              <a:extLst>
                <a:ext uri="{FF2B5EF4-FFF2-40B4-BE49-F238E27FC236}">
                  <a16:creationId xmlns:a16="http://schemas.microsoft.com/office/drawing/2014/main" id="{5F67EBAA-20C0-4BD5-BA48-726EDA4A78D0}"/>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21" name="Freeform: Shape 20">
              <a:extLst>
                <a:ext uri="{FF2B5EF4-FFF2-40B4-BE49-F238E27FC236}">
                  <a16:creationId xmlns:a16="http://schemas.microsoft.com/office/drawing/2014/main" id="{BAD38D0B-BF4A-460F-8411-CE9D51C91629}"/>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22" name="Freeform: Shape 21">
              <a:extLst>
                <a:ext uri="{FF2B5EF4-FFF2-40B4-BE49-F238E27FC236}">
                  <a16:creationId xmlns:a16="http://schemas.microsoft.com/office/drawing/2014/main" id="{58C187B5-B513-4FD6-B2D4-77BB2F8EE81C}"/>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25" name="Freeform: Shape 24">
              <a:extLst>
                <a:ext uri="{FF2B5EF4-FFF2-40B4-BE49-F238E27FC236}">
                  <a16:creationId xmlns:a16="http://schemas.microsoft.com/office/drawing/2014/main" id="{4963B90B-F6AA-47B5-A122-4215B6665540}"/>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26" name="Freeform: Shape 25">
              <a:extLst>
                <a:ext uri="{FF2B5EF4-FFF2-40B4-BE49-F238E27FC236}">
                  <a16:creationId xmlns:a16="http://schemas.microsoft.com/office/drawing/2014/main" id="{22951845-37F1-43F7-85FC-F98449620568}"/>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8" name="Freeform: Shape 47">
              <a:extLst>
                <a:ext uri="{FF2B5EF4-FFF2-40B4-BE49-F238E27FC236}">
                  <a16:creationId xmlns:a16="http://schemas.microsoft.com/office/drawing/2014/main" id="{370E5F52-70E3-48CB-B497-66DD4C96C7D3}"/>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9" name="Freeform: Shape 48">
              <a:extLst>
                <a:ext uri="{FF2B5EF4-FFF2-40B4-BE49-F238E27FC236}">
                  <a16:creationId xmlns:a16="http://schemas.microsoft.com/office/drawing/2014/main" id="{F9DE2464-4D85-4453-B698-75D676F33865}"/>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0" name="Freeform: Shape 49">
              <a:extLst>
                <a:ext uri="{FF2B5EF4-FFF2-40B4-BE49-F238E27FC236}">
                  <a16:creationId xmlns:a16="http://schemas.microsoft.com/office/drawing/2014/main" id="{23FB01A5-728A-4A3C-AB4D-BCA7FC61063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1" name="Freeform: Shape 50">
              <a:extLst>
                <a:ext uri="{FF2B5EF4-FFF2-40B4-BE49-F238E27FC236}">
                  <a16:creationId xmlns:a16="http://schemas.microsoft.com/office/drawing/2014/main" id="{1EACAF30-0929-48B7-8DD1-1190B209BA8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3" name="Freeform: Shape 52">
              <a:extLst>
                <a:ext uri="{FF2B5EF4-FFF2-40B4-BE49-F238E27FC236}">
                  <a16:creationId xmlns:a16="http://schemas.microsoft.com/office/drawing/2014/main" id="{97C99107-C4F8-4C92-9F7A-10DCF9A5ACD2}"/>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4" name="Freeform: Shape 53">
              <a:extLst>
                <a:ext uri="{FF2B5EF4-FFF2-40B4-BE49-F238E27FC236}">
                  <a16:creationId xmlns:a16="http://schemas.microsoft.com/office/drawing/2014/main" id="{B36A5D5D-1212-4972-88F2-ACA4F24ABC0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5" name="Freeform: Shape 54">
              <a:extLst>
                <a:ext uri="{FF2B5EF4-FFF2-40B4-BE49-F238E27FC236}">
                  <a16:creationId xmlns:a16="http://schemas.microsoft.com/office/drawing/2014/main" id="{5813AF68-4B88-49DC-8D5F-19741244B69F}"/>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78" name="Freeform: Shape 77">
              <a:extLst>
                <a:ext uri="{FF2B5EF4-FFF2-40B4-BE49-F238E27FC236}">
                  <a16:creationId xmlns:a16="http://schemas.microsoft.com/office/drawing/2014/main" id="{4020148D-809B-406F-8AE9-6378531A50FF}"/>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57" name="Freeform: Shape 56">
              <a:extLst>
                <a:ext uri="{FF2B5EF4-FFF2-40B4-BE49-F238E27FC236}">
                  <a16:creationId xmlns:a16="http://schemas.microsoft.com/office/drawing/2014/main" id="{9901E08C-E238-4FB9-A622-274942CB80FD}"/>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58" name="Straight Connector 357">
              <a:extLst>
                <a:ext uri="{FF2B5EF4-FFF2-40B4-BE49-F238E27FC236}">
                  <a16:creationId xmlns:a16="http://schemas.microsoft.com/office/drawing/2014/main" id="{FCEBB729-71CD-47ED-986C-1E732F9AAAB1}"/>
                </a:ext>
              </a:extLst>
            </p:cNvPr>
            <p:cNvCxnSpPr>
              <a:cxnSpLocks/>
              <a:endCxn id="13"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7D1081D1-3993-492A-A293-1F93C7739B71}"/>
              </a:ext>
            </a:extLst>
          </p:cNvPr>
          <p:cNvGrpSpPr/>
          <p:nvPr/>
        </p:nvGrpSpPr>
        <p:grpSpPr>
          <a:xfrm flipH="1">
            <a:off x="29592" y="-34758"/>
            <a:ext cx="2567428" cy="2201423"/>
            <a:chOff x="9646172" y="-78917"/>
            <a:chExt cx="2567428" cy="2201423"/>
          </a:xfrm>
        </p:grpSpPr>
        <p:sp>
          <p:nvSpPr>
            <p:cNvPr id="262" name="Freeform: Shape 261">
              <a:extLst>
                <a:ext uri="{FF2B5EF4-FFF2-40B4-BE49-F238E27FC236}">
                  <a16:creationId xmlns:a16="http://schemas.microsoft.com/office/drawing/2014/main" id="{21203898-75F5-43AF-8606-3E55A307715E}"/>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263" name="Freeform: Shape 262">
              <a:extLst>
                <a:ext uri="{FF2B5EF4-FFF2-40B4-BE49-F238E27FC236}">
                  <a16:creationId xmlns:a16="http://schemas.microsoft.com/office/drawing/2014/main" id="{560F1574-9085-489D-B747-5B001AD6274F}"/>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264" name="Freeform: Shape 263">
              <a:extLst>
                <a:ext uri="{FF2B5EF4-FFF2-40B4-BE49-F238E27FC236}">
                  <a16:creationId xmlns:a16="http://schemas.microsoft.com/office/drawing/2014/main" id="{1D6C1127-94E0-4957-890F-444F307AB581}"/>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5" name="Freeform: Shape 264">
              <a:extLst>
                <a:ext uri="{FF2B5EF4-FFF2-40B4-BE49-F238E27FC236}">
                  <a16:creationId xmlns:a16="http://schemas.microsoft.com/office/drawing/2014/main" id="{5108B5DD-00AC-480E-BCE3-BA53E825D431}"/>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6" name="Freeform: Shape 265">
              <a:extLst>
                <a:ext uri="{FF2B5EF4-FFF2-40B4-BE49-F238E27FC236}">
                  <a16:creationId xmlns:a16="http://schemas.microsoft.com/office/drawing/2014/main" id="{E8E2DB72-5014-4F57-AE3E-994ACD62AE58}"/>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07" name="Freeform: Shape 306">
              <a:extLst>
                <a:ext uri="{FF2B5EF4-FFF2-40B4-BE49-F238E27FC236}">
                  <a16:creationId xmlns:a16="http://schemas.microsoft.com/office/drawing/2014/main" id="{C1B5F59B-6BBB-4C27-A1C9-D58B234A7661}"/>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10" name="Freeform: Shape 309">
              <a:extLst>
                <a:ext uri="{FF2B5EF4-FFF2-40B4-BE49-F238E27FC236}">
                  <a16:creationId xmlns:a16="http://schemas.microsoft.com/office/drawing/2014/main" id="{5E5F9897-B5BF-45BB-9A97-C7417506C266}"/>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6" name="Freeform: Shape 355">
              <a:extLst>
                <a:ext uri="{FF2B5EF4-FFF2-40B4-BE49-F238E27FC236}">
                  <a16:creationId xmlns:a16="http://schemas.microsoft.com/office/drawing/2014/main" id="{D50EB562-9DF9-4039-9EC8-192CC851C2E8}"/>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7" name="Freeform: Shape 356">
              <a:extLst>
                <a:ext uri="{FF2B5EF4-FFF2-40B4-BE49-F238E27FC236}">
                  <a16:creationId xmlns:a16="http://schemas.microsoft.com/office/drawing/2014/main" id="{5890C0BC-2726-43EE-8B45-A1756CDA5832}"/>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359" name="Freeform: Shape 358">
              <a:extLst>
                <a:ext uri="{FF2B5EF4-FFF2-40B4-BE49-F238E27FC236}">
                  <a16:creationId xmlns:a16="http://schemas.microsoft.com/office/drawing/2014/main" id="{63D069DF-864A-4F67-B185-CF720614D9D8}"/>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360" name="Freeform: Shape 359">
              <a:extLst>
                <a:ext uri="{FF2B5EF4-FFF2-40B4-BE49-F238E27FC236}">
                  <a16:creationId xmlns:a16="http://schemas.microsoft.com/office/drawing/2014/main" id="{33D0529D-C258-4D6C-B202-542EE7BA56E0}"/>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361" name="Freeform: Shape 360">
              <a:extLst>
                <a:ext uri="{FF2B5EF4-FFF2-40B4-BE49-F238E27FC236}">
                  <a16:creationId xmlns:a16="http://schemas.microsoft.com/office/drawing/2014/main" id="{23F21052-C521-4292-929B-D40D675CDD15}"/>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362" name="Freeform: Shape 361">
              <a:extLst>
                <a:ext uri="{FF2B5EF4-FFF2-40B4-BE49-F238E27FC236}">
                  <a16:creationId xmlns:a16="http://schemas.microsoft.com/office/drawing/2014/main" id="{16E1C646-B40F-4688-885F-BCC512D92272}"/>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3" name="Freeform: Shape 362">
              <a:extLst>
                <a:ext uri="{FF2B5EF4-FFF2-40B4-BE49-F238E27FC236}">
                  <a16:creationId xmlns:a16="http://schemas.microsoft.com/office/drawing/2014/main" id="{8A7431CF-1A92-47DC-83C7-5C6299B8B3D3}"/>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364" name="Freeform: Shape 363">
              <a:extLst>
                <a:ext uri="{FF2B5EF4-FFF2-40B4-BE49-F238E27FC236}">
                  <a16:creationId xmlns:a16="http://schemas.microsoft.com/office/drawing/2014/main" id="{33C1A73F-012F-4758-B091-CB6602C945AD}"/>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365" name="Freeform: Shape 364">
              <a:extLst>
                <a:ext uri="{FF2B5EF4-FFF2-40B4-BE49-F238E27FC236}">
                  <a16:creationId xmlns:a16="http://schemas.microsoft.com/office/drawing/2014/main" id="{AB804377-27A8-4CC5-9F61-EF69A7FEDC2D}"/>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66" name="Freeform: Shape 365">
              <a:extLst>
                <a:ext uri="{FF2B5EF4-FFF2-40B4-BE49-F238E27FC236}">
                  <a16:creationId xmlns:a16="http://schemas.microsoft.com/office/drawing/2014/main" id="{8AB7A34F-77E0-4F44-85D5-EC1FCD1C005E}"/>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367" name="Freeform: Shape 366">
              <a:extLst>
                <a:ext uri="{FF2B5EF4-FFF2-40B4-BE49-F238E27FC236}">
                  <a16:creationId xmlns:a16="http://schemas.microsoft.com/office/drawing/2014/main" id="{532FC38E-3D4D-493F-9534-B4E19B1D78D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368" name="Freeform: Shape 367">
              <a:extLst>
                <a:ext uri="{FF2B5EF4-FFF2-40B4-BE49-F238E27FC236}">
                  <a16:creationId xmlns:a16="http://schemas.microsoft.com/office/drawing/2014/main" id="{BB1C3AE0-FDAC-4527-82A3-7F67024E29B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9" name="Freeform: Shape 368">
              <a:extLst>
                <a:ext uri="{FF2B5EF4-FFF2-40B4-BE49-F238E27FC236}">
                  <a16:creationId xmlns:a16="http://schemas.microsoft.com/office/drawing/2014/main" id="{63042967-13E2-4CA9-AD8D-EFE84F48E814}"/>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0" name="Freeform: Shape 369">
              <a:extLst>
                <a:ext uri="{FF2B5EF4-FFF2-40B4-BE49-F238E27FC236}">
                  <a16:creationId xmlns:a16="http://schemas.microsoft.com/office/drawing/2014/main" id="{47D43CB0-3885-4A86-964C-24E518FEB7BA}"/>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1" name="Freeform: Shape 370">
              <a:extLst>
                <a:ext uri="{FF2B5EF4-FFF2-40B4-BE49-F238E27FC236}">
                  <a16:creationId xmlns:a16="http://schemas.microsoft.com/office/drawing/2014/main" id="{64800A95-B7DD-4BB7-BFA6-90438D4074DD}"/>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2" name="Freeform: Shape 371">
              <a:extLst>
                <a:ext uri="{FF2B5EF4-FFF2-40B4-BE49-F238E27FC236}">
                  <a16:creationId xmlns:a16="http://schemas.microsoft.com/office/drawing/2014/main" id="{7E85A836-4772-4DD2-82E6-BC3D5D352188}"/>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3" name="Freeform: Shape 372">
              <a:extLst>
                <a:ext uri="{FF2B5EF4-FFF2-40B4-BE49-F238E27FC236}">
                  <a16:creationId xmlns:a16="http://schemas.microsoft.com/office/drawing/2014/main" id="{73B1AC75-3A44-4E21-B775-2642E72CE53B}"/>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374" name="Freeform: Shape 373">
              <a:extLst>
                <a:ext uri="{FF2B5EF4-FFF2-40B4-BE49-F238E27FC236}">
                  <a16:creationId xmlns:a16="http://schemas.microsoft.com/office/drawing/2014/main" id="{B8C516EA-925C-4BE3-B77D-6C8F9ACFD37E}"/>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5" name="Freeform: Shape 374">
              <a:extLst>
                <a:ext uri="{FF2B5EF4-FFF2-40B4-BE49-F238E27FC236}">
                  <a16:creationId xmlns:a16="http://schemas.microsoft.com/office/drawing/2014/main" id="{FB04E203-3151-47D1-BF21-7E3E8EB60E2A}"/>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376" name="Freeform: Shape 375">
              <a:extLst>
                <a:ext uri="{FF2B5EF4-FFF2-40B4-BE49-F238E27FC236}">
                  <a16:creationId xmlns:a16="http://schemas.microsoft.com/office/drawing/2014/main" id="{258A6CC8-9E30-4B8F-945A-BD18AF5D368C}"/>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377" name="Freeform: Shape 376">
              <a:extLst>
                <a:ext uri="{FF2B5EF4-FFF2-40B4-BE49-F238E27FC236}">
                  <a16:creationId xmlns:a16="http://schemas.microsoft.com/office/drawing/2014/main" id="{D57D8E5C-F9AC-455D-8D4D-FFD0B14EAAD9}"/>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8" name="Freeform: Shape 377">
              <a:extLst>
                <a:ext uri="{FF2B5EF4-FFF2-40B4-BE49-F238E27FC236}">
                  <a16:creationId xmlns:a16="http://schemas.microsoft.com/office/drawing/2014/main" id="{915A31FF-0B2D-40FA-943F-49FFA49A5500}"/>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79" name="Freeform: Shape 378">
              <a:extLst>
                <a:ext uri="{FF2B5EF4-FFF2-40B4-BE49-F238E27FC236}">
                  <a16:creationId xmlns:a16="http://schemas.microsoft.com/office/drawing/2014/main" id="{4EAADF45-6631-4B08-82E4-BFCAE6011DE8}"/>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0" name="Freeform: Shape 379">
              <a:extLst>
                <a:ext uri="{FF2B5EF4-FFF2-40B4-BE49-F238E27FC236}">
                  <a16:creationId xmlns:a16="http://schemas.microsoft.com/office/drawing/2014/main" id="{CDB6778E-4E12-4BC2-8DFB-FFDF9F944B63}"/>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1" name="Freeform: Shape 380">
              <a:extLst>
                <a:ext uri="{FF2B5EF4-FFF2-40B4-BE49-F238E27FC236}">
                  <a16:creationId xmlns:a16="http://schemas.microsoft.com/office/drawing/2014/main" id="{D1475A72-4EF5-4265-A848-B4CE35354D0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2" name="Freeform: Shape 381">
              <a:extLst>
                <a:ext uri="{FF2B5EF4-FFF2-40B4-BE49-F238E27FC236}">
                  <a16:creationId xmlns:a16="http://schemas.microsoft.com/office/drawing/2014/main" id="{4473C88C-90F1-472C-97A0-584345D72B58}"/>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3" name="Freeform: Shape 382">
              <a:extLst>
                <a:ext uri="{FF2B5EF4-FFF2-40B4-BE49-F238E27FC236}">
                  <a16:creationId xmlns:a16="http://schemas.microsoft.com/office/drawing/2014/main" id="{6091FAB6-9F3F-4928-BD4A-57A4DB7FD544}"/>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4" name="Freeform: Shape 383">
              <a:extLst>
                <a:ext uri="{FF2B5EF4-FFF2-40B4-BE49-F238E27FC236}">
                  <a16:creationId xmlns:a16="http://schemas.microsoft.com/office/drawing/2014/main" id="{F178557F-E42E-4AD9-91D2-06FE205260CC}"/>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5" name="Freeform: Shape 384">
              <a:extLst>
                <a:ext uri="{FF2B5EF4-FFF2-40B4-BE49-F238E27FC236}">
                  <a16:creationId xmlns:a16="http://schemas.microsoft.com/office/drawing/2014/main" id="{3A8FA096-1E93-4945-A628-FED1FD8D9EE4}"/>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386" name="Freeform: Shape 385">
              <a:extLst>
                <a:ext uri="{FF2B5EF4-FFF2-40B4-BE49-F238E27FC236}">
                  <a16:creationId xmlns:a16="http://schemas.microsoft.com/office/drawing/2014/main" id="{6F9AEBA0-65A9-4496-99ED-BF82A41D437B}"/>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87" name="Straight Connector 386">
              <a:extLst>
                <a:ext uri="{FF2B5EF4-FFF2-40B4-BE49-F238E27FC236}">
                  <a16:creationId xmlns:a16="http://schemas.microsoft.com/office/drawing/2014/main" id="{F0C32599-B900-4F66-8138-3DB3C3BA4FA0}"/>
                </a:ext>
              </a:extLst>
            </p:cNvPr>
            <p:cNvCxnSpPr>
              <a:cxnSpLocks/>
              <a:endCxn id="364"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427" name="Group 426">
            <a:extLst>
              <a:ext uri="{FF2B5EF4-FFF2-40B4-BE49-F238E27FC236}">
                <a16:creationId xmlns:a16="http://schemas.microsoft.com/office/drawing/2014/main" id="{4243A657-DAF3-4492-97EF-85FC6C802AB0}"/>
              </a:ext>
            </a:extLst>
          </p:cNvPr>
          <p:cNvGrpSpPr/>
          <p:nvPr/>
        </p:nvGrpSpPr>
        <p:grpSpPr>
          <a:xfrm flipH="1">
            <a:off x="9829800" y="4832548"/>
            <a:ext cx="2362200" cy="2025452"/>
            <a:chOff x="0" y="4868032"/>
            <a:chExt cx="2362200" cy="2025452"/>
          </a:xfrm>
        </p:grpSpPr>
        <p:sp>
          <p:nvSpPr>
            <p:cNvPr id="428" name="Freeform: Shape 427">
              <a:extLst>
                <a:ext uri="{FF2B5EF4-FFF2-40B4-BE49-F238E27FC236}">
                  <a16:creationId xmlns:a16="http://schemas.microsoft.com/office/drawing/2014/main" id="{FE06C695-3AF8-4511-A827-397633C49A0A}"/>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429" name="Freeform: Shape 428">
              <a:extLst>
                <a:ext uri="{FF2B5EF4-FFF2-40B4-BE49-F238E27FC236}">
                  <a16:creationId xmlns:a16="http://schemas.microsoft.com/office/drawing/2014/main" id="{77FAC9AF-0C05-4A43-B2CE-CE6C6379F552}"/>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430" name="Freeform: Shape 429">
              <a:extLst>
                <a:ext uri="{FF2B5EF4-FFF2-40B4-BE49-F238E27FC236}">
                  <a16:creationId xmlns:a16="http://schemas.microsoft.com/office/drawing/2014/main" id="{C53AB519-76C2-429D-830D-294354209599}"/>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431" name="Freeform: Shape 430">
              <a:extLst>
                <a:ext uri="{FF2B5EF4-FFF2-40B4-BE49-F238E27FC236}">
                  <a16:creationId xmlns:a16="http://schemas.microsoft.com/office/drawing/2014/main" id="{31D2B566-79E0-4346-BFDD-750BA6C54FD2}"/>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432" name="Freeform: Shape 431">
              <a:extLst>
                <a:ext uri="{FF2B5EF4-FFF2-40B4-BE49-F238E27FC236}">
                  <a16:creationId xmlns:a16="http://schemas.microsoft.com/office/drawing/2014/main" id="{E81A3D89-CE5B-4500-82E4-01F147646262}"/>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3" name="Freeform: Shape 432">
              <a:extLst>
                <a:ext uri="{FF2B5EF4-FFF2-40B4-BE49-F238E27FC236}">
                  <a16:creationId xmlns:a16="http://schemas.microsoft.com/office/drawing/2014/main" id="{3E915323-C1F6-4011-A307-4531A07FE0FD}"/>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434" name="Freeform: Shape 433">
              <a:extLst>
                <a:ext uri="{FF2B5EF4-FFF2-40B4-BE49-F238E27FC236}">
                  <a16:creationId xmlns:a16="http://schemas.microsoft.com/office/drawing/2014/main" id="{97D27A2A-4717-482A-A951-1273C2FA2B5A}"/>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435" name="Freeform: Shape 434">
              <a:extLst>
                <a:ext uri="{FF2B5EF4-FFF2-40B4-BE49-F238E27FC236}">
                  <a16:creationId xmlns:a16="http://schemas.microsoft.com/office/drawing/2014/main" id="{4B230D0B-C07A-4EE2-A0C5-6664EEE0B669}"/>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436" name="Freeform: Shape 435">
              <a:extLst>
                <a:ext uri="{FF2B5EF4-FFF2-40B4-BE49-F238E27FC236}">
                  <a16:creationId xmlns:a16="http://schemas.microsoft.com/office/drawing/2014/main" id="{BB4755D7-C78E-4DA7-84E6-67C1CD7FDFC7}"/>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437" name="Freeform: Shape 436">
              <a:extLst>
                <a:ext uri="{FF2B5EF4-FFF2-40B4-BE49-F238E27FC236}">
                  <a16:creationId xmlns:a16="http://schemas.microsoft.com/office/drawing/2014/main" id="{74F6F84D-936A-4760-ACC4-055B64FF23DE}"/>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438" name="Freeform: Shape 437">
              <a:extLst>
                <a:ext uri="{FF2B5EF4-FFF2-40B4-BE49-F238E27FC236}">
                  <a16:creationId xmlns:a16="http://schemas.microsoft.com/office/drawing/2014/main" id="{89D65E30-885A-457F-9CA3-43FB9528B5BF}"/>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9" name="Freeform: Shape 438">
              <a:extLst>
                <a:ext uri="{FF2B5EF4-FFF2-40B4-BE49-F238E27FC236}">
                  <a16:creationId xmlns:a16="http://schemas.microsoft.com/office/drawing/2014/main" id="{07019A0F-FC42-4D5B-BF57-264B4A9045AC}"/>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0" name="Freeform: Shape 439">
              <a:extLst>
                <a:ext uri="{FF2B5EF4-FFF2-40B4-BE49-F238E27FC236}">
                  <a16:creationId xmlns:a16="http://schemas.microsoft.com/office/drawing/2014/main" id="{EB478AE6-5B32-4669-A7D5-CE7811A77EAE}"/>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1" name="Freeform: Shape 440">
              <a:extLst>
                <a:ext uri="{FF2B5EF4-FFF2-40B4-BE49-F238E27FC236}">
                  <a16:creationId xmlns:a16="http://schemas.microsoft.com/office/drawing/2014/main" id="{10856FB5-71B5-4FCF-9FA6-B2C51CDEABBB}"/>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2" name="Freeform: Shape 441">
              <a:extLst>
                <a:ext uri="{FF2B5EF4-FFF2-40B4-BE49-F238E27FC236}">
                  <a16:creationId xmlns:a16="http://schemas.microsoft.com/office/drawing/2014/main" id="{B36AD7C1-8F87-4CF7-A0E5-1C1D90DE7FF8}"/>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3" name="Freeform: Shape 442">
              <a:extLst>
                <a:ext uri="{FF2B5EF4-FFF2-40B4-BE49-F238E27FC236}">
                  <a16:creationId xmlns:a16="http://schemas.microsoft.com/office/drawing/2014/main" id="{F28DA495-1CCA-4D4A-81EA-28774C725DFA}"/>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444" name="Freeform: Shape 443">
              <a:extLst>
                <a:ext uri="{FF2B5EF4-FFF2-40B4-BE49-F238E27FC236}">
                  <a16:creationId xmlns:a16="http://schemas.microsoft.com/office/drawing/2014/main" id="{071E87B6-45C9-4A0A-93E0-9D006FBA4916}"/>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5" name="Freeform: Shape 444">
              <a:extLst>
                <a:ext uri="{FF2B5EF4-FFF2-40B4-BE49-F238E27FC236}">
                  <a16:creationId xmlns:a16="http://schemas.microsoft.com/office/drawing/2014/main" id="{8822C763-DDF6-458C-9E9C-FC[redacted]}"/>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446" name="Freeform: Shape 445">
              <a:extLst>
                <a:ext uri="{FF2B5EF4-FFF2-40B4-BE49-F238E27FC236}">
                  <a16:creationId xmlns:a16="http://schemas.microsoft.com/office/drawing/2014/main" id="{F1846E64-0F4A-4981-A955-7CE13D26F3E8}"/>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447" name="Freeform: Shape 446">
              <a:extLst>
                <a:ext uri="{FF2B5EF4-FFF2-40B4-BE49-F238E27FC236}">
                  <a16:creationId xmlns:a16="http://schemas.microsoft.com/office/drawing/2014/main" id="{D4F8241A-CA55-4F4E-AED1-1EEEE96AEB5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8" name="Freeform: Shape 447">
              <a:extLst>
                <a:ext uri="{FF2B5EF4-FFF2-40B4-BE49-F238E27FC236}">
                  <a16:creationId xmlns:a16="http://schemas.microsoft.com/office/drawing/2014/main" id="{2BB546F8-8D6F-4E5C-A8E4-C4C5D2AF980C}"/>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449" name="Freeform: Shape 448">
              <a:extLst>
                <a:ext uri="{FF2B5EF4-FFF2-40B4-BE49-F238E27FC236}">
                  <a16:creationId xmlns:a16="http://schemas.microsoft.com/office/drawing/2014/main" id="{4C4597FF-CB53-40D4-A186-8F3E4CE2CF1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0" name="Freeform: Shape 449">
              <a:extLst>
                <a:ext uri="{FF2B5EF4-FFF2-40B4-BE49-F238E27FC236}">
                  <a16:creationId xmlns:a16="http://schemas.microsoft.com/office/drawing/2014/main" id="{51F13E0C-46F2-4215-8356-56C438E9A323}"/>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1" name="Freeform: Shape 450">
              <a:extLst>
                <a:ext uri="{FF2B5EF4-FFF2-40B4-BE49-F238E27FC236}">
                  <a16:creationId xmlns:a16="http://schemas.microsoft.com/office/drawing/2014/main" id="{5625A08C-E1C8-4FA6-9B2B-4F37C1B2E972}"/>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2" name="Freeform: Shape 451">
              <a:extLst>
                <a:ext uri="{FF2B5EF4-FFF2-40B4-BE49-F238E27FC236}">
                  <a16:creationId xmlns:a16="http://schemas.microsoft.com/office/drawing/2014/main" id="{3F781752-D22C-410C-8057-17EE3F28044D}"/>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3" name="Freeform: Shape 452">
              <a:extLst>
                <a:ext uri="{FF2B5EF4-FFF2-40B4-BE49-F238E27FC236}">
                  <a16:creationId xmlns:a16="http://schemas.microsoft.com/office/drawing/2014/main" id="{439B8E36-13E0-49BF-9E8F-99BA6F0D79C4}"/>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4" name="Freeform: Shape 453">
              <a:extLst>
                <a:ext uri="{FF2B5EF4-FFF2-40B4-BE49-F238E27FC236}">
                  <a16:creationId xmlns:a16="http://schemas.microsoft.com/office/drawing/2014/main" id="{3D86812D-B40E-4A3A-B13D-890B13453A21}"/>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5" name="Freeform: Shape 454">
              <a:extLst>
                <a:ext uri="{FF2B5EF4-FFF2-40B4-BE49-F238E27FC236}">
                  <a16:creationId xmlns:a16="http://schemas.microsoft.com/office/drawing/2014/main" id="{95811A06-C330-4DCB-A18B-DB4267A998EC}"/>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6" name="Freeform: Shape 455">
              <a:extLst>
                <a:ext uri="{FF2B5EF4-FFF2-40B4-BE49-F238E27FC236}">
                  <a16:creationId xmlns:a16="http://schemas.microsoft.com/office/drawing/2014/main" id="{A85EE8B6-01A6-46CB-A497-5C65A718FEA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7" name="Freeform: Shape 456">
              <a:extLst>
                <a:ext uri="{FF2B5EF4-FFF2-40B4-BE49-F238E27FC236}">
                  <a16:creationId xmlns:a16="http://schemas.microsoft.com/office/drawing/2014/main" id="{40C86AD7-7590-49E1-BAB4-6E3A20572C26}"/>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8" name="Freeform: Shape 457">
              <a:extLst>
                <a:ext uri="{FF2B5EF4-FFF2-40B4-BE49-F238E27FC236}">
                  <a16:creationId xmlns:a16="http://schemas.microsoft.com/office/drawing/2014/main" id="{05D61590-8F32-4425-A2F0-CBBCEF0A126B}"/>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9" name="Freeform: Shape 458">
              <a:extLst>
                <a:ext uri="{FF2B5EF4-FFF2-40B4-BE49-F238E27FC236}">
                  <a16:creationId xmlns:a16="http://schemas.microsoft.com/office/drawing/2014/main" id="{2B8522D7-AAE5-4079-8552-E082C7398E62}"/>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60" name="Freeform: Shape 459">
              <a:extLst>
                <a:ext uri="{FF2B5EF4-FFF2-40B4-BE49-F238E27FC236}">
                  <a16:creationId xmlns:a16="http://schemas.microsoft.com/office/drawing/2014/main" id="{75855995-316B-4940-AD56-9DE3569549C5}"/>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461" name="Straight Connector 460">
              <a:extLst>
                <a:ext uri="{FF2B5EF4-FFF2-40B4-BE49-F238E27FC236}">
                  <a16:creationId xmlns:a16="http://schemas.microsoft.com/office/drawing/2014/main" id="{7DF5540B-9671-4FF2-A550-DF6A34B616AF}"/>
                </a:ext>
              </a:extLst>
            </p:cNvPr>
            <p:cNvCxnSpPr>
              <a:cxnSpLocks/>
              <a:stCxn id="434" idx="0"/>
              <a:endCxn id="43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pic>
        <p:nvPicPr>
          <p:cNvPr id="17" name="Graphic 16">
            <a:extLst>
              <a:ext uri="{FF2B5EF4-FFF2-40B4-BE49-F238E27FC236}">
                <a16:creationId xmlns:a16="http://schemas.microsoft.com/office/drawing/2014/main" id="{E2F6A26E-E6F5-5D4C-BC24-7FA44DBF668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19337" y="2497255"/>
            <a:ext cx="1602441" cy="1612153"/>
          </a:xfrm>
          <a:prstGeom prst="rect">
            <a:avLst/>
          </a:prstGeom>
        </p:spPr>
      </p:pic>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8" name="Google Shape;998;p188"/>
          <p:cNvSpPr/>
          <p:nvPr/>
        </p:nvSpPr>
        <p:spPr>
          <a:xfrm>
            <a:off x="-20000" y="-16200"/>
            <a:ext cx="12232000" cy="6890400"/>
          </a:xfrm>
          <a:prstGeom prst="rect">
            <a:avLst/>
          </a:prstGeom>
          <a:solidFill>
            <a:srgbClr val="003876">
              <a:alpha val="75280"/>
            </a:srgbClr>
          </a:solidFill>
          <a:ln>
            <a:noFill/>
          </a:ln>
        </p:spPr>
        <p:txBody>
          <a:bodyPr spcFirstLastPara="1" wrap="square" lIns="121900" tIns="121900" rIns="121900" bIns="121900" anchor="ctr" anchorCtr="0">
            <a:noAutofit/>
          </a:bodyPr>
          <a:lstStyle/>
          <a:p>
            <a:endParaRPr sz="2400"/>
          </a:p>
        </p:txBody>
      </p:sp>
      <p:sp>
        <p:nvSpPr>
          <p:cNvPr id="999" name="Google Shape;999;p188"/>
          <p:cNvSpPr/>
          <p:nvPr/>
        </p:nvSpPr>
        <p:spPr>
          <a:xfrm>
            <a:off x="-45700" y="4993433"/>
            <a:ext cx="12257600" cy="18764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nvGrpSpPr>
          <p:cNvPr id="1000" name="Google Shape;1000;p188"/>
          <p:cNvGrpSpPr/>
          <p:nvPr/>
        </p:nvGrpSpPr>
        <p:grpSpPr>
          <a:xfrm>
            <a:off x="9357984" y="3177534"/>
            <a:ext cx="2127200" cy="3680500"/>
            <a:chOff x="532275" y="2383150"/>
            <a:chExt cx="1595400" cy="2760375"/>
          </a:xfrm>
        </p:grpSpPr>
        <p:sp>
          <p:nvSpPr>
            <p:cNvPr id="1001" name="Google Shape;1001;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2" name="Google Shape;1002;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grpSp>
        <p:nvGrpSpPr>
          <p:cNvPr id="1003" name="Google Shape;1003;p188"/>
          <p:cNvGrpSpPr/>
          <p:nvPr/>
        </p:nvGrpSpPr>
        <p:grpSpPr>
          <a:xfrm>
            <a:off x="6474084" y="3177534"/>
            <a:ext cx="2127200" cy="3680500"/>
            <a:chOff x="532275" y="2383150"/>
            <a:chExt cx="1595400" cy="2760375"/>
          </a:xfrm>
        </p:grpSpPr>
        <p:sp>
          <p:nvSpPr>
            <p:cNvPr id="1004" name="Google Shape;100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5" name="Google Shape;100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grpSp>
        <p:nvGrpSpPr>
          <p:cNvPr id="1006" name="Google Shape;1006;p188"/>
          <p:cNvGrpSpPr/>
          <p:nvPr/>
        </p:nvGrpSpPr>
        <p:grpSpPr>
          <a:xfrm>
            <a:off x="709700" y="3177534"/>
            <a:ext cx="2127200" cy="3680500"/>
            <a:chOff x="532275" y="2383150"/>
            <a:chExt cx="1595400" cy="2760375"/>
          </a:xfrm>
        </p:grpSpPr>
        <p:sp>
          <p:nvSpPr>
            <p:cNvPr id="1007" name="Google Shape;1007;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8" name="Google Shape;1008;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09" name="Google Shape;1009;p188"/>
          <p:cNvSpPr txBox="1"/>
          <p:nvPr/>
        </p:nvSpPr>
        <p:spPr>
          <a:xfrm>
            <a:off x="566584" y="5028499"/>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solidFill>
                  <a:schemeClr val="dk1"/>
                </a:solidFill>
                <a:latin typeface="Lato"/>
                <a:ea typeface="Lato"/>
                <a:cs typeface="Lato"/>
                <a:sym typeface="Lato"/>
              </a:rPr>
              <a:t>Ivan </a:t>
            </a:r>
            <a:r>
              <a:rPr lang="en" sz="2000" dirty="0">
                <a:solidFill>
                  <a:schemeClr val="dk1"/>
                </a:solidFill>
                <a:latin typeface="Lato"/>
                <a:ea typeface="Lato"/>
                <a:cs typeface="Lato"/>
                <a:sym typeface="Lato"/>
              </a:rPr>
              <a:t>Damnjanovi</a:t>
            </a:r>
            <a:r>
              <a:rPr lang="en" sz="2000" dirty="0">
                <a:latin typeface="Lato"/>
                <a:ea typeface="Lato"/>
                <a:cs typeface="Lato"/>
                <a:sym typeface="Lato"/>
              </a:rPr>
              <a:t>ć</a:t>
            </a:r>
            <a:endParaRPr sz="2000"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Founder</a:t>
            </a:r>
            <a:endParaRPr sz="1333" i="1" dirty="0">
              <a:solidFill>
                <a:schemeClr val="dk1"/>
              </a:solidFill>
              <a:latin typeface="Lato"/>
              <a:ea typeface="Lato"/>
              <a:cs typeface="Lato"/>
              <a:sym typeface="Lato"/>
            </a:endParaRPr>
          </a:p>
        </p:txBody>
      </p:sp>
      <p:sp>
        <p:nvSpPr>
          <p:cNvPr id="1010" name="Google Shape;1010;p188"/>
          <p:cNvSpPr txBox="1"/>
          <p:nvPr/>
        </p:nvSpPr>
        <p:spPr>
          <a:xfrm>
            <a:off x="6331451" y="5028327"/>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latin typeface="Lato"/>
                <a:ea typeface="Lato"/>
                <a:cs typeface="Lato"/>
                <a:sym typeface="Lato"/>
              </a:rPr>
              <a:t>Venture Manager</a:t>
            </a:r>
            <a:endParaRPr sz="2000" dirty="0">
              <a:latin typeface="Lato"/>
              <a:ea typeface="Lato"/>
              <a:cs typeface="Lato"/>
              <a:sym typeface="Lato"/>
            </a:endParaRPr>
          </a:p>
          <a:p>
            <a:pPr algn="ctr">
              <a:buClr>
                <a:srgbClr val="000000"/>
              </a:buClr>
              <a:buSzPts val="1000"/>
            </a:pPr>
            <a:r>
              <a:rPr lang="en" sz="1333" i="1" dirty="0">
                <a:latin typeface="Lato"/>
                <a:ea typeface="Lato"/>
                <a:cs typeface="Lato"/>
                <a:sym typeface="Lato"/>
              </a:rPr>
              <a:t>Advisor</a:t>
            </a:r>
            <a:endParaRPr sz="1333" i="1" dirty="0">
              <a:latin typeface="Lato"/>
              <a:ea typeface="Lato"/>
              <a:cs typeface="Lato"/>
              <a:sym typeface="Lato"/>
            </a:endParaRPr>
          </a:p>
        </p:txBody>
      </p:sp>
      <p:grpSp>
        <p:nvGrpSpPr>
          <p:cNvPr id="1013" name="Google Shape;1013;p188"/>
          <p:cNvGrpSpPr/>
          <p:nvPr/>
        </p:nvGrpSpPr>
        <p:grpSpPr>
          <a:xfrm>
            <a:off x="3590233" y="3177534"/>
            <a:ext cx="2127200" cy="3680500"/>
            <a:chOff x="532275" y="2383150"/>
            <a:chExt cx="1595400" cy="2760375"/>
          </a:xfrm>
        </p:grpSpPr>
        <p:sp>
          <p:nvSpPr>
            <p:cNvPr id="1014" name="Google Shape;101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15" name="Google Shape;101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16" name="Google Shape;1016;p188"/>
          <p:cNvSpPr txBox="1"/>
          <p:nvPr/>
        </p:nvSpPr>
        <p:spPr>
          <a:xfrm>
            <a:off x="3270702" y="5061599"/>
            <a:ext cx="28567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[Third party]</a:t>
            </a:r>
            <a:endParaRPr lang="en" sz="1333" i="1"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Advisor, Corporate Development</a:t>
            </a:r>
            <a:endParaRPr sz="2000" dirty="0">
              <a:solidFill>
                <a:schemeClr val="dk1"/>
              </a:solidFill>
              <a:latin typeface="Lato"/>
              <a:ea typeface="Lato"/>
              <a:cs typeface="Lato"/>
              <a:sym typeface="Lato"/>
            </a:endParaRPr>
          </a:p>
        </p:txBody>
      </p:sp>
      <p:sp>
        <p:nvSpPr>
          <p:cNvPr id="1020" name="Google Shape;1020;p188"/>
          <p:cNvSpPr txBox="1"/>
          <p:nvPr/>
        </p:nvSpPr>
        <p:spPr>
          <a:xfrm>
            <a:off x="1784000" y="1495204"/>
            <a:ext cx="8624000" cy="1367882"/>
          </a:xfrm>
          <a:prstGeom prst="rect">
            <a:avLst/>
          </a:prstGeom>
          <a:noFill/>
          <a:ln>
            <a:noFill/>
          </a:ln>
        </p:spPr>
        <p:txBody>
          <a:bodyPr spcFirstLastPara="1" wrap="square" lIns="91433" tIns="45700" rIns="91433" bIns="45700" anchor="t" anchorCtr="0">
            <a:noAutofit/>
          </a:bodyPr>
          <a:lstStyle/>
          <a:p>
            <a:pPr algn="ctr">
              <a:lnSpc>
                <a:spcPct val="115000"/>
              </a:lnSpc>
              <a:buClr>
                <a:schemeClr val="dk1"/>
              </a:buClr>
              <a:buSzPts val="1100"/>
            </a:pPr>
            <a:r>
              <a:rPr lang="en" sz="2400" dirty="0">
                <a:solidFill>
                  <a:srgbClr val="FFFFFF"/>
                </a:solidFill>
                <a:latin typeface="Lato"/>
                <a:ea typeface="Lato"/>
                <a:cs typeface="Lato"/>
                <a:sym typeface="Lato"/>
              </a:rPr>
              <a:t>An international team consisting of experienced entrepreneurs, engineers, and management consultants with a </a:t>
            </a:r>
            <a:r>
              <a:rPr lang="en" sz="2400" dirty="0">
                <a:solidFill>
                  <a:srgbClr val="FFFFFF"/>
                </a:solidFill>
                <a:latin typeface="Lato Black"/>
                <a:ea typeface="Lato Black"/>
                <a:cs typeface="Lato Black"/>
                <a:sym typeface="Lato Black"/>
              </a:rPr>
              <a:t>wealth of experience in commercial activities.</a:t>
            </a:r>
            <a:endParaRPr sz="2400" dirty="0">
              <a:solidFill>
                <a:srgbClr val="FFFFFF"/>
              </a:solidFill>
              <a:latin typeface="Lato"/>
              <a:ea typeface="Lato"/>
              <a:cs typeface="Lato"/>
              <a:sym typeface="Lato"/>
            </a:endParaRPr>
          </a:p>
        </p:txBody>
      </p:sp>
      <p:sp>
        <p:nvSpPr>
          <p:cNvPr id="1021" name="Google Shape;1021;p188"/>
          <p:cNvSpPr txBox="1"/>
          <p:nvPr/>
        </p:nvSpPr>
        <p:spPr>
          <a:xfrm>
            <a:off x="8949984" y="5035431"/>
            <a:ext cx="28843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Commercial Champion</a:t>
            </a:r>
            <a:endParaRPr sz="2000" dirty="0">
              <a:solidFill>
                <a:schemeClr val="dk1"/>
              </a:solidFill>
              <a:latin typeface="Lato"/>
              <a:ea typeface="Lato"/>
              <a:cs typeface="Lato"/>
              <a:sym typeface="Lato"/>
            </a:endParaRPr>
          </a:p>
          <a:p>
            <a:pPr algn="ctr">
              <a:buClr>
                <a:srgbClr val="000000"/>
              </a:buClr>
              <a:buSzPts val="1000"/>
            </a:pPr>
            <a:r>
              <a:rPr lang="en" sz="1333" i="1" dirty="0">
                <a:latin typeface="Lato"/>
                <a:ea typeface="Lato"/>
                <a:cs typeface="Lato"/>
                <a:sym typeface="Lato"/>
              </a:rPr>
              <a:t>Advisor </a:t>
            </a:r>
            <a:endParaRPr sz="1333" i="1" dirty="0">
              <a:latin typeface="Lato"/>
              <a:ea typeface="Lato"/>
              <a:cs typeface="Lato"/>
              <a:sym typeface="Lato"/>
            </a:endParaRPr>
          </a:p>
        </p:txBody>
      </p:sp>
      <p:sp>
        <p:nvSpPr>
          <p:cNvPr id="1025" name="Google Shape;1025;p188"/>
          <p:cNvSpPr txBox="1"/>
          <p:nvPr/>
        </p:nvSpPr>
        <p:spPr>
          <a:xfrm>
            <a:off x="704389" y="6195867"/>
            <a:ext cx="212720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333" dirty="0">
                <a:solidFill>
                  <a:srgbClr val="434343"/>
                </a:solidFill>
                <a:latin typeface="Lato"/>
                <a:ea typeface="Lato"/>
                <a:cs typeface="Lato"/>
                <a:sym typeface="Lato"/>
              </a:rPr>
              <a:t>Computer Science MSc</a:t>
            </a:r>
          </a:p>
          <a:p>
            <a:pPr algn="ctr">
              <a:lnSpc>
                <a:spcPct val="115000"/>
              </a:lnSpc>
              <a:buClr>
                <a:srgbClr val="000000"/>
              </a:buClr>
              <a:buSzPts val="800"/>
            </a:pPr>
            <a:r>
              <a:rPr lang="en-CA" sz="1333" dirty="0">
                <a:solidFill>
                  <a:srgbClr val="434343"/>
                </a:solidFill>
                <a:latin typeface="Lato"/>
                <a:ea typeface="Lato"/>
                <a:cs typeface="Lato"/>
                <a:sym typeface="Lato"/>
              </a:rPr>
              <a:t>NUS (Singapore)</a:t>
            </a:r>
          </a:p>
        </p:txBody>
      </p:sp>
      <p:sp>
        <p:nvSpPr>
          <p:cNvPr id="1026" name="Google Shape;1026;p188"/>
          <p:cNvSpPr txBox="1"/>
          <p:nvPr/>
        </p:nvSpPr>
        <p:spPr>
          <a:xfrm>
            <a:off x="6419384" y="6258526"/>
            <a:ext cx="212720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333" dirty="0">
                <a:solidFill>
                  <a:srgbClr val="434343"/>
                </a:solidFill>
                <a:latin typeface="Lato"/>
                <a:ea typeface="Lato"/>
                <a:cs typeface="Lato"/>
                <a:sym typeface="Lato"/>
              </a:rPr>
              <a:t>NUS GRIP</a:t>
            </a:r>
            <a:endParaRPr sz="1333" dirty="0">
              <a:solidFill>
                <a:srgbClr val="434343"/>
              </a:solidFill>
              <a:latin typeface="Lato"/>
              <a:ea typeface="Lato"/>
              <a:cs typeface="Lato"/>
              <a:sym typeface="Lato"/>
            </a:endParaRPr>
          </a:p>
        </p:txBody>
      </p:sp>
      <p:sp>
        <p:nvSpPr>
          <p:cNvPr id="1027" name="Google Shape;1027;p188"/>
          <p:cNvSpPr txBox="1"/>
          <p:nvPr/>
        </p:nvSpPr>
        <p:spPr>
          <a:xfrm>
            <a:off x="3639030" y="6217132"/>
            <a:ext cx="212720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400" dirty="0">
                <a:solidFill>
                  <a:srgbClr val="434343"/>
                </a:solidFill>
                <a:latin typeface="Lato"/>
                <a:ea typeface="Lato"/>
                <a:cs typeface="Lato"/>
                <a:sym typeface="Lato"/>
              </a:rPr>
              <a:t>Management Consultant</a:t>
            </a:r>
          </a:p>
          <a:p>
            <a:pPr algn="ctr">
              <a:lnSpc>
                <a:spcPct val="115000"/>
              </a:lnSpc>
              <a:buClr>
                <a:srgbClr val="000000"/>
              </a:buClr>
              <a:buSzPts val="800"/>
            </a:pPr>
            <a:r>
              <a:rPr lang="en-CA" sz="1400" dirty="0">
                <a:solidFill>
                  <a:srgbClr val="434343"/>
                </a:solidFill>
                <a:latin typeface="Lato"/>
                <a:ea typeface="Lato"/>
                <a:cs typeface="Lato"/>
                <a:sym typeface="Lato"/>
              </a:rPr>
              <a:t>Company Name</a:t>
            </a:r>
          </a:p>
          <a:p>
            <a:pPr algn="ctr">
              <a:lnSpc>
                <a:spcPct val="115000"/>
              </a:lnSpc>
              <a:buClr>
                <a:srgbClr val="000000"/>
              </a:buClr>
              <a:buSzPts val="800"/>
            </a:pPr>
            <a:endParaRPr lang="en-CA" sz="1400" dirty="0">
              <a:solidFill>
                <a:srgbClr val="434343"/>
              </a:solidFill>
              <a:latin typeface="Lato"/>
              <a:ea typeface="Lato"/>
              <a:cs typeface="Lato"/>
              <a:sym typeface="Lato"/>
            </a:endParaRPr>
          </a:p>
        </p:txBody>
      </p:sp>
      <p:sp>
        <p:nvSpPr>
          <p:cNvPr id="1028" name="Google Shape;1028;p188"/>
          <p:cNvSpPr txBox="1"/>
          <p:nvPr/>
        </p:nvSpPr>
        <p:spPr>
          <a:xfrm>
            <a:off x="9216784" y="6255426"/>
            <a:ext cx="240960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333" dirty="0">
                <a:solidFill>
                  <a:srgbClr val="434343"/>
                </a:solidFill>
                <a:latin typeface="Lato"/>
                <a:ea typeface="Lato"/>
                <a:cs typeface="Lato"/>
                <a:sym typeface="Lato"/>
              </a:rPr>
              <a:t>Company</a:t>
            </a:r>
            <a:endParaRPr sz="1333" dirty="0">
              <a:solidFill>
                <a:srgbClr val="FF0000"/>
              </a:solidFill>
              <a:latin typeface="Lato"/>
              <a:ea typeface="Lato"/>
              <a:cs typeface="Lato"/>
              <a:sym typeface="Lato"/>
            </a:endParaRPr>
          </a:p>
        </p:txBody>
      </p:sp>
      <p:sp>
        <p:nvSpPr>
          <p:cNvPr id="38" name="TextBox 37">
            <a:extLst>
              <a:ext uri="{FF2B5EF4-FFF2-40B4-BE49-F238E27FC236}">
                <a16:creationId xmlns:a16="http://schemas.microsoft.com/office/drawing/2014/main" id="{E21BC74C-6746-EE44-8DD1-B654F88D5537}"/>
              </a:ext>
            </a:extLst>
          </p:cNvPr>
          <p:cNvSpPr txBox="1"/>
          <p:nvPr/>
        </p:nvSpPr>
        <p:spPr>
          <a:xfrm>
            <a:off x="3880161" y="572111"/>
            <a:ext cx="5027339" cy="830997"/>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p:txBody>
      </p:sp>
      <p:pic>
        <p:nvPicPr>
          <p:cNvPr id="40" name="Picture 39" descr="A person wearing a suit and tie&#10;&#10;Description automatically generated">
            <a:extLst>
              <a:ext uri="{FF2B5EF4-FFF2-40B4-BE49-F238E27FC236}">
                <a16:creationId xmlns:a16="http://schemas.microsoft.com/office/drawing/2014/main" id="{4A6ADEA3-092C-034C-9118-B0DBE8B5B9EA}"/>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981697" y="3395615"/>
            <a:ext cx="1603024"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1" name="Picture 40">
            <a:extLst>
              <a:ext uri="{FF2B5EF4-FFF2-40B4-BE49-F238E27FC236}">
                <a16:creationId xmlns:a16="http://schemas.microsoft.com/office/drawing/2014/main" id="{84F26CD3-A82B-2A4C-A37B-048221E753B3}"/>
              </a:ext>
            </a:extLst>
          </p:cNvPr>
          <p:cNvPicPr>
            <a:picLocks noChangeAspect="1"/>
          </p:cNvPicPr>
          <p:nvPr/>
        </p:nvPicPr>
        <p:blipFill>
          <a:blip r:embed="rId4"/>
          <a:stretch>
            <a:fillRect/>
          </a:stretch>
        </p:blipFill>
        <p:spPr>
          <a:xfrm>
            <a:off x="3889076" y="3395615"/>
            <a:ext cx="1620000"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 name="Picture 3" descr="Icon&#10;&#10;Description automatically generated">
            <a:extLst>
              <a:ext uri="{FF2B5EF4-FFF2-40B4-BE49-F238E27FC236}">
                <a16:creationId xmlns:a16="http://schemas.microsoft.com/office/drawing/2014/main" id="{236DB9D6-F1E8-B145-85C8-57C4C58991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2338" y="5519828"/>
            <a:ext cx="828000" cy="828000"/>
          </a:xfrm>
          <a:prstGeom prst="rect">
            <a:avLst/>
          </a:prstGeom>
        </p:spPr>
      </p:pic>
      <p:pic>
        <p:nvPicPr>
          <p:cNvPr id="6" name="Picture 5" descr="Icon&#10;&#10;Description automatically generated">
            <a:extLst>
              <a:ext uri="{FF2B5EF4-FFF2-40B4-BE49-F238E27FC236}">
                <a16:creationId xmlns:a16="http://schemas.microsoft.com/office/drawing/2014/main" id="{00D12B80-307F-0640-87D0-7A5E7162F1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3981" y="5519828"/>
            <a:ext cx="828000" cy="828000"/>
          </a:xfrm>
          <a:prstGeom prst="rect">
            <a:avLst/>
          </a:prstGeom>
        </p:spPr>
      </p:pic>
      <p:pic>
        <p:nvPicPr>
          <p:cNvPr id="8" name="Picture 7" descr="Icon&#10;&#10;Description automatically generated">
            <a:extLst>
              <a:ext uri="{FF2B5EF4-FFF2-40B4-BE49-F238E27FC236}">
                <a16:creationId xmlns:a16="http://schemas.microsoft.com/office/drawing/2014/main" id="{12AE1ED3-5D1B-FB4D-A727-57DA39310E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43387" y="5519828"/>
            <a:ext cx="828000" cy="828000"/>
          </a:xfrm>
          <a:prstGeom prst="rect">
            <a:avLst/>
          </a:prstGeom>
        </p:spPr>
      </p:pic>
      <p:pic>
        <p:nvPicPr>
          <p:cNvPr id="50" name="Picture 49" descr="Icon&#10;&#10;Description automatically generated">
            <a:extLst>
              <a:ext uri="{FF2B5EF4-FFF2-40B4-BE49-F238E27FC236}">
                <a16:creationId xmlns:a16="http://schemas.microsoft.com/office/drawing/2014/main" id="{4C25B665-2CA4-8D47-B659-381249E1DF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94000" y="5492803"/>
            <a:ext cx="828000" cy="828000"/>
          </a:xfrm>
          <a:prstGeom prst="rect">
            <a:avLst/>
          </a:prstGeom>
        </p:spPr>
      </p:pic>
      <p:sp>
        <p:nvSpPr>
          <p:cNvPr id="32" name="Slide Number Placeholder 4">
            <a:extLst>
              <a:ext uri="{FF2B5EF4-FFF2-40B4-BE49-F238E27FC236}">
                <a16:creationId xmlns:a16="http://schemas.microsoft.com/office/drawing/2014/main" id="{B83E5E92-2D15-234C-828E-A7138B4E91E4}"/>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1</a:t>
            </a:fld>
            <a:endParaRPr lang="ar-LY" dirty="0"/>
          </a:p>
        </p:txBody>
      </p:sp>
    </p:spTree>
    <p:extLst>
      <p:ext uri="{BB962C8B-B14F-4D97-AF65-F5344CB8AC3E}">
        <p14:creationId xmlns:p14="http://schemas.microsoft.com/office/powerpoint/2010/main" val="1476430173"/>
      </p:ext>
    </p:extLst>
  </p:cSld>
  <p:clrMapOvr>
    <a:masterClrMapping/>
  </p:clrMapOvr>
  <mc:AlternateContent xmlns:mc="http://schemas.openxmlformats.org/markup-compatibility/2006" xmlns:p14="http://schemas.microsoft.com/office/powerpoint/2010/main">
    <mc:Choice Requires="p14">
      <p:transition spd="slow" p14:dur="16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48ABC3-8E8C-4FDD-AA32-797A4908BA56}"/>
              </a:ext>
            </a:extLst>
          </p:cNvPr>
          <p:cNvSpPr txBox="1"/>
          <p:nvPr/>
        </p:nvSpPr>
        <p:spPr>
          <a:xfrm>
            <a:off x="1119861" y="1515999"/>
            <a:ext cx="4541638" cy="1077218"/>
          </a:xfrm>
          <a:prstGeom prst="rect">
            <a:avLst/>
          </a:prstGeom>
          <a:noFill/>
        </p:spPr>
        <p:txBody>
          <a:bodyPr wrap="square" rtlCol="1">
            <a:spAutoFit/>
          </a:bodyPr>
          <a:lstStyle/>
          <a:p>
            <a:r>
              <a:rPr lang="en-US" sz="3200" b="1" dirty="0">
                <a:solidFill>
                  <a:schemeClr val="accent1"/>
                </a:solidFill>
                <a:latin typeface="Cantarell" panose="02000603000000000000" pitchFamily="2" charset="0"/>
                <a:cs typeface="Poppins Black" panose="00000A00000000000000" pitchFamily="2" charset="0"/>
              </a:rPr>
              <a:t>Modern Buildings</a:t>
            </a:r>
          </a:p>
          <a:p>
            <a:r>
              <a:rPr lang="en-US" sz="3200" b="1" dirty="0">
                <a:solidFill>
                  <a:schemeClr val="bg1"/>
                </a:solidFill>
                <a:latin typeface="Cantarell bold" panose="02000803000000000000" pitchFamily="2" charset="0"/>
                <a:cs typeface="Poppins Black" panose="00000A00000000000000" pitchFamily="2" charset="0"/>
              </a:rPr>
              <a:t>Face Many Challenges</a:t>
            </a:r>
            <a:endParaRPr lang="ar-LY" sz="3200" b="1" dirty="0">
              <a:solidFill>
                <a:schemeClr val="bg1"/>
              </a:solidFill>
              <a:latin typeface="Cantarell bold" panose="02000803000000000000" pitchFamily="2" charset="0"/>
            </a:endParaRPr>
          </a:p>
        </p:txBody>
      </p:sp>
      <p:sp>
        <p:nvSpPr>
          <p:cNvPr id="6" name="TextBox 5">
            <a:extLst>
              <a:ext uri="{FF2B5EF4-FFF2-40B4-BE49-F238E27FC236}">
                <a16:creationId xmlns:a16="http://schemas.microsoft.com/office/drawing/2014/main" id="{48B38AC8-6A13-48D8-A3E9-1B663F3239DA}"/>
              </a:ext>
            </a:extLst>
          </p:cNvPr>
          <p:cNvSpPr txBox="1"/>
          <p:nvPr/>
        </p:nvSpPr>
        <p:spPr>
          <a:xfrm>
            <a:off x="1150340" y="2866523"/>
            <a:ext cx="4258638" cy="1631216"/>
          </a:xfrm>
          <a:prstGeom prst="rect">
            <a:avLst/>
          </a:prstGeom>
          <a:noFill/>
        </p:spPr>
        <p:txBody>
          <a:bodyPr wrap="square" rtlCol="1">
            <a:spAutoFit/>
          </a:bodyPr>
          <a:lstStyle/>
          <a:p>
            <a:pPr marL="228600" indent="-228600">
              <a:buFont typeface="+mj-lt"/>
              <a:buAutoNum type="arabicPeriod"/>
            </a:pPr>
            <a:r>
              <a:rPr lang="en-CA" sz="2000" dirty="0">
                <a:solidFill>
                  <a:schemeClr val="bg1"/>
                </a:solidFill>
                <a:latin typeface="Cantarell bold" panose="02000803000000000000" pitchFamily="2" charset="0"/>
              </a:rPr>
              <a:t>Climate Change</a:t>
            </a:r>
          </a:p>
          <a:p>
            <a:pPr marL="228600" indent="-228600">
              <a:buFont typeface="+mj-lt"/>
              <a:buAutoNum type="arabicPeriod"/>
            </a:pPr>
            <a:r>
              <a:rPr lang="en-CA" sz="2000" dirty="0">
                <a:solidFill>
                  <a:schemeClr val="bg1"/>
                </a:solidFill>
                <a:latin typeface="Cantarell bold" panose="02000803000000000000" pitchFamily="2" charset="0"/>
              </a:rPr>
              <a:t>Urban Pollution</a:t>
            </a:r>
          </a:p>
          <a:p>
            <a:pPr marL="228600" indent="-228600">
              <a:buFont typeface="+mj-lt"/>
              <a:buAutoNum type="arabicPeriod"/>
            </a:pPr>
            <a:r>
              <a:rPr lang="en-CA" sz="2000" dirty="0">
                <a:solidFill>
                  <a:schemeClr val="bg1"/>
                </a:solidFill>
                <a:latin typeface="Cantarell bold" panose="02000803000000000000" pitchFamily="2" charset="0"/>
              </a:rPr>
              <a:t>Indoor Contaminants</a:t>
            </a:r>
          </a:p>
          <a:p>
            <a:pPr marL="228600" indent="-228600">
              <a:buFont typeface="+mj-lt"/>
              <a:buAutoNum type="arabicPeriod"/>
            </a:pPr>
            <a:r>
              <a:rPr lang="en-CA" sz="2000" dirty="0">
                <a:solidFill>
                  <a:schemeClr val="bg1"/>
                </a:solidFill>
                <a:latin typeface="Cantarell bold" panose="02000803000000000000" pitchFamily="2" charset="0"/>
              </a:rPr>
              <a:t>Rising Energy Costs</a:t>
            </a:r>
          </a:p>
          <a:p>
            <a:pPr marL="228600" indent="-228600">
              <a:buFont typeface="+mj-lt"/>
              <a:buAutoNum type="arabicPeriod"/>
            </a:pPr>
            <a:r>
              <a:rPr lang="en-CA" sz="2000" dirty="0">
                <a:solidFill>
                  <a:schemeClr val="bg1"/>
                </a:solidFill>
                <a:latin typeface="Cantarell bold" panose="02000803000000000000" pitchFamily="2" charset="0"/>
              </a:rPr>
              <a:t>Increasing Technological Complexity</a:t>
            </a:r>
          </a:p>
        </p:txBody>
      </p:sp>
      <p:pic>
        <p:nvPicPr>
          <p:cNvPr id="1027" name="Picture 3">
            <a:extLst>
              <a:ext uri="{FF2B5EF4-FFF2-40B4-BE49-F238E27FC236}">
                <a16:creationId xmlns:a16="http://schemas.microsoft.com/office/drawing/2014/main" id="{695A43E0-6D70-DC4D-B04B-E0C23115E0B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00347" y="2470850"/>
            <a:ext cx="3085566" cy="19163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F05CB951-D72E-2E4B-ADBA-DCE50F027083}"/>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100347" y="4394435"/>
            <a:ext cx="3085566" cy="181132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limate change is turning cities into harsh, sweltering hotspots">
            <a:extLst>
              <a:ext uri="{FF2B5EF4-FFF2-40B4-BE49-F238E27FC236}">
                <a16:creationId xmlns:a16="http://schemas.microsoft.com/office/drawing/2014/main" id="{BB9886C1-B585-C542-BEA5-4433035C5BC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100348" y="727935"/>
            <a:ext cx="3085565" cy="173563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FF3C7AF-9892-2C48-9353-A65E0CD34D60}"/>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2</a:t>
            </a:fld>
            <a:endParaRPr lang="ar-LY" dirty="0"/>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C52A0-B39B-CD41-8A84-7440DE4707A2}"/>
              </a:ext>
            </a:extLst>
          </p:cNvPr>
          <p:cNvSpPr>
            <a:spLocks noGrp="1"/>
          </p:cNvSpPr>
          <p:nvPr>
            <p:ph type="title"/>
          </p:nvPr>
        </p:nvSpPr>
        <p:spPr/>
        <p:txBody>
          <a:bodyPr/>
          <a:lstStyle/>
          <a:p>
            <a:r>
              <a:rPr lang="en-US" dirty="0"/>
              <a:t>Indoor Farming Specific Problem</a:t>
            </a:r>
          </a:p>
        </p:txBody>
      </p:sp>
      <p:sp>
        <p:nvSpPr>
          <p:cNvPr id="2" name="Slide Number Placeholder 1">
            <a:extLst>
              <a:ext uri="{FF2B5EF4-FFF2-40B4-BE49-F238E27FC236}">
                <a16:creationId xmlns:a16="http://schemas.microsoft.com/office/drawing/2014/main" id="{EE393505-CDE9-DC4C-97B1-4573CEF7E796}"/>
              </a:ext>
            </a:extLst>
          </p:cNvPr>
          <p:cNvSpPr>
            <a:spLocks noGrp="1"/>
          </p:cNvSpPr>
          <p:nvPr>
            <p:ph type="sldNum" sz="quarter" idx="4"/>
          </p:nvPr>
        </p:nvSpPr>
        <p:spPr/>
        <p:txBody>
          <a:bodyPr/>
          <a:lstStyle/>
          <a:p>
            <a:fld id="{9312FC69-CE3E-4598-98C1-B119891192DE}" type="slidenum">
              <a:rPr lang="ar-LY" smtClean="0"/>
              <a:pPr/>
              <a:t>3</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idx="[redacted]"/>
          </p:nvPr>
        </p:nvSpPr>
        <p:spPr>
          <a:xfrm>
            <a:off x="668740" y="542925"/>
            <a:ext cx="9689910" cy="4766386"/>
          </a:xfrm>
          <a:prstGeom prst="rect">
            <a:avLst/>
          </a:prstGeom>
        </p:spPr>
        <p:txBody>
          <a:bodyPr spcFirstLastPara="1" vert="horz" wrap="square" lIns="121900" tIns="121900" rIns="121900" bIns="121900" rtlCol="0" anchor="ctr" anchorCtr="0">
            <a:noAutofit/>
          </a:bodyPr>
          <a:lstStyle/>
          <a:p>
            <a:r>
              <a:rPr lang="en-CA" b="1" dirty="0">
                <a:solidFill>
                  <a:schemeClr val="bg1"/>
                </a:solidFill>
              </a:rPr>
              <a:t>Indoor Farming Opportunity</a:t>
            </a:r>
            <a:endParaRPr b="1" dirty="0">
              <a:solidFill>
                <a:schemeClr val="bg1"/>
              </a:solidFill>
            </a:endParaRPr>
          </a:p>
          <a:p>
            <a:endParaRPr sz="3200" dirty="0">
              <a:solidFill>
                <a:schemeClr val="bg2"/>
              </a:solidFill>
            </a:endParaRPr>
          </a:p>
          <a:p>
            <a:pPr marL="609585" indent="-507987">
              <a:buSzPts val="2400"/>
              <a:buAutoNum type="arabicPeriod"/>
            </a:pPr>
            <a:r>
              <a:rPr lang="en-GB" sz="3200" dirty="0">
                <a:solidFill>
                  <a:schemeClr val="bg1"/>
                </a:solidFill>
              </a:rPr>
              <a:t>Vertical Farming is a rapidly growing industry with 24% CAGR*.</a:t>
            </a:r>
            <a:br>
              <a:rPr lang="en-GB" sz="3200" dirty="0">
                <a:solidFill>
                  <a:schemeClr val="bg1"/>
                </a:solidFill>
              </a:rPr>
            </a:br>
            <a:endParaRPr sz="3200" dirty="0">
              <a:solidFill>
                <a:schemeClr val="bg1"/>
              </a:solidFill>
            </a:endParaRPr>
          </a:p>
          <a:p>
            <a:pPr marL="609585" indent="-507987">
              <a:buSzPts val="2400"/>
              <a:buAutoNum type="arabicPeriod"/>
            </a:pPr>
            <a:r>
              <a:rPr lang="en-CA" sz="3200" dirty="0">
                <a:solidFill>
                  <a:schemeClr val="bg1"/>
                </a:solidFill>
              </a:rPr>
              <a:t>Asia-Pacific is the global leader in vertical farming with market value of &gt;$350M* in 2015.</a:t>
            </a:r>
            <a:endParaRPr sz="3200" dirty="0">
              <a:solidFill>
                <a:schemeClr val="bg1"/>
              </a:solidFill>
            </a:endParaRPr>
          </a:p>
          <a:p>
            <a:pPr marL="1123935" indent="-514350">
              <a:buFont typeface="+mj-lt"/>
              <a:buAutoNum type="arabicPeriod"/>
            </a:pPr>
            <a:endParaRPr sz="3200" dirty="0">
              <a:solidFill>
                <a:schemeClr val="bg2"/>
              </a:solidFill>
            </a:endParaRPr>
          </a:p>
          <a:p>
            <a:pPr marL="609585" indent="-507987">
              <a:buSzPts val="2400"/>
              <a:buAutoNum type="arabicPeriod"/>
            </a:pPr>
            <a:r>
              <a:rPr lang="en-GB" sz="3200" dirty="0">
                <a:solidFill>
                  <a:schemeClr val="bg2"/>
                </a:solidFill>
              </a:rPr>
              <a:t>Clear need from several farm operators in Singapore.</a:t>
            </a:r>
            <a:endParaRPr sz="3200" dirty="0">
              <a:solidFill>
                <a:schemeClr val="bg2"/>
              </a:solidFill>
            </a:endParaRPr>
          </a:p>
        </p:txBody>
      </p:sp>
      <p:sp>
        <p:nvSpPr>
          <p:cNvPr id="3" name="Google Shape;145;p21">
            <a:extLst>
              <a:ext uri="{FF2B5EF4-FFF2-40B4-BE49-F238E27FC236}">
                <a16:creationId xmlns:a16="http://schemas.microsoft.com/office/drawing/2014/main" id="{96C91798-36A7-A745-AFAE-0D471968FB21}"/>
              </a:ext>
            </a:extLst>
          </p:cNvPr>
          <p:cNvSpPr txBox="1"/>
          <p:nvPr/>
        </p:nvSpPr>
        <p:spPr>
          <a:xfrm>
            <a:off x="668740" y="6121785"/>
            <a:ext cx="3412800" cy="435200"/>
          </a:xfrm>
          <a:prstGeom prst="rect">
            <a:avLst/>
          </a:prstGeom>
          <a:noFill/>
          <a:ln>
            <a:noFill/>
          </a:ln>
        </p:spPr>
        <p:txBody>
          <a:bodyPr spcFirstLastPara="1" wrap="square" lIns="121900" tIns="121900" rIns="121900" bIns="121900" anchor="ctr" anchorCtr="0">
            <a:noAutofit/>
          </a:bodyPr>
          <a:lstStyle/>
          <a:p>
            <a:r>
              <a:rPr lang="en-GB" sz="1600" dirty="0">
                <a:solidFill>
                  <a:schemeClr val="bg1"/>
                </a:solidFill>
                <a:latin typeface="Source Sans Pro"/>
                <a:ea typeface="Source Sans Pro"/>
                <a:cs typeface="Source Sans Pro"/>
                <a:sym typeface="Source Sans Pro"/>
              </a:rPr>
              <a:t>*Source: Statista</a:t>
            </a:r>
            <a:endParaRPr sz="1600" dirty="0">
              <a:solidFill>
                <a:schemeClr val="bg1"/>
              </a:solidFill>
              <a:latin typeface="Source Sans Pro"/>
              <a:ea typeface="Source Sans Pro"/>
              <a:cs typeface="Source Sans Pro"/>
              <a:sym typeface="Source Sans Pro"/>
            </a:endParaRPr>
          </a:p>
        </p:txBody>
      </p:sp>
      <p:sp>
        <p:nvSpPr>
          <p:cNvPr id="4" name="Slide Number Placeholder 4">
            <a:extLst>
              <a:ext uri="{FF2B5EF4-FFF2-40B4-BE49-F238E27FC236}">
                <a16:creationId xmlns:a16="http://schemas.microsoft.com/office/drawing/2014/main" id="{F6FAF644-EC05-FE4D-ACA6-4701F3418458}"/>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4</a:t>
            </a:fld>
            <a:endParaRPr lang="ar-LY" dirty="0"/>
          </a:p>
        </p:txBody>
      </p:sp>
    </p:spTree>
    <p:extLst>
      <p:ext uri="{BB962C8B-B14F-4D97-AF65-F5344CB8AC3E}">
        <p14:creationId xmlns:p14="http://schemas.microsoft.com/office/powerpoint/2010/main" val="[redacted]"/>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1" y="364009"/>
            <a:ext cx="11730038"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19" y="1874408"/>
            <a:ext cx="4153407" cy="2059468"/>
            <a:chOff x="700948" y="1573522"/>
            <a:chExt cx="5074819" cy="2059468"/>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8" y="2678883"/>
              <a:ext cx="5074819" cy="954107"/>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3"/>
          <a:srcRect/>
          <a:stretch>
            <a:fillRect/>
          </a:stretch>
        </p:blipFill>
        <p:spPr>
          <a:xfrm>
            <a:off x="615199" y="872151"/>
            <a:ext cx="7192413" cy="4136802"/>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2"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3"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3"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6"/>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6"/>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pic>
        <p:nvPicPr>
          <p:cNvPr id="82" name="Picture Placeholder 81">
            <a:extLst>
              <a:ext uri="{FF2B5EF4-FFF2-40B4-BE49-F238E27FC236}">
                <a16:creationId xmlns:a16="http://schemas.microsoft.com/office/drawing/2014/main" id="{CE6442E0-A2C0-447A-9A06-C06FFA2B4D46}"/>
              </a:ext>
            </a:extLst>
          </p:cNvPr>
          <p:cNvPicPr>
            <a:picLocks noGrp="1" noChangeAspect="1"/>
          </p:cNvPicPr>
          <p:nvPr>
            <p:ph type="pic" sz="quarter" idx="14"/>
          </p:nvPr>
        </p:nvPicPr>
        <p:blipFill>
          <a:blip r:embed="rId4">
            <a:extLst>
              <a:ext uri="{28A0092B-C50C-407E-A947-70E740481C1C}">
                <a14:useLocalDpi xmlns:a14="http://schemas.microsoft.com/office/drawing/2010/main"/>
              </a:ext>
            </a:extLst>
          </a:blip>
          <a:srcRect l="658" r="658"/>
          <a:stretch/>
        </p:blipFill>
        <p:spPr>
          <a:xfrm>
            <a:off x="1426570" y="1028073"/>
            <a:ext cx="5566533" cy="3525472"/>
          </a:xfrm>
        </p:spPr>
      </p:pic>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0"/>
            <a:ext cx="2743200" cy="365125"/>
          </a:xfrm>
        </p:spPr>
        <p:txBody>
          <a:bodyPr/>
          <a:lstStyle/>
          <a:p>
            <a:fld id="{E977B4EF-27B9-4B65-8823-058A934F584F}" type="slidenum">
              <a:rPr lang="ar-LY" smtClean="0"/>
              <a:t>5</a:t>
            </a:fld>
            <a:endParaRPr lang="ar-LY"/>
          </a:p>
        </p:txBody>
      </p:sp>
    </p:spTree>
    <p:extLst>
      <p:ext uri="{BB962C8B-B14F-4D97-AF65-F5344CB8AC3E}">
        <p14:creationId xmlns:p14="http://schemas.microsoft.com/office/powerpoint/2010/main" val="119853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TextBox 1103">
            <a:extLst>
              <a:ext uri="{FF2B5EF4-FFF2-40B4-BE49-F238E27FC236}">
                <a16:creationId xmlns:a16="http://schemas.microsoft.com/office/drawing/2014/main" id="{E47514FA-4071-4E6D-95E5-017A4B39940B}"/>
              </a:ext>
            </a:extLst>
          </p:cNvPr>
          <p:cNvSpPr txBox="1"/>
          <p:nvPr/>
        </p:nvSpPr>
        <p:spPr>
          <a:xfrm>
            <a:off x="6756851" y="1330209"/>
            <a:ext cx="4541638" cy="1077218"/>
          </a:xfrm>
          <a:prstGeom prst="rect">
            <a:avLst/>
          </a:prstGeom>
          <a:noFill/>
        </p:spPr>
        <p:txBody>
          <a:bodyPr wrap="square" rtlCol="1">
            <a:spAutoFit/>
          </a:bodyPr>
          <a:lstStyle/>
          <a:p>
            <a:r>
              <a:rPr lang="en-US" sz="3200" b="1" dirty="0">
                <a:solidFill>
                  <a:schemeClr val="accent1"/>
                </a:solidFill>
                <a:latin typeface="Cantarell" panose="02000603000000000000" pitchFamily="2" charset="0"/>
                <a:cs typeface="Poppins Black" panose="00000A00000000000000" pitchFamily="2" charset="0"/>
              </a:rPr>
              <a:t>Solution</a:t>
            </a:r>
            <a:br>
              <a:rPr lang="en-US" sz="3200" b="1" dirty="0">
                <a:solidFill>
                  <a:schemeClr val="bg1"/>
                </a:solidFill>
                <a:latin typeface="Cantarell" panose="02000603000000000000" pitchFamily="2" charset="0"/>
                <a:cs typeface="Poppins Black" panose="00000A00000000000000" pitchFamily="2" charset="0"/>
              </a:rPr>
            </a:br>
            <a:r>
              <a:rPr lang="en-US" sz="3200" b="1" dirty="0">
                <a:solidFill>
                  <a:schemeClr val="bg1"/>
                </a:solidFill>
                <a:latin typeface="Cantarell bold" panose="02000803000000000000" pitchFamily="2" charset="0"/>
                <a:cs typeface="Poppins Black" panose="00000A00000000000000" pitchFamily="2" charset="0"/>
              </a:rPr>
              <a:t>4-Part Tech Stack</a:t>
            </a:r>
            <a:endParaRPr lang="ar-LY" sz="3200" b="1" dirty="0">
              <a:solidFill>
                <a:schemeClr val="bg1"/>
              </a:solidFill>
              <a:latin typeface="Cantarell bold" panose="02000803000000000000" pitchFamily="2" charset="0"/>
            </a:endParaRPr>
          </a:p>
        </p:txBody>
      </p:sp>
      <p:sp>
        <p:nvSpPr>
          <p:cNvPr id="1105" name="TextBox 1104">
            <a:extLst>
              <a:ext uri="{FF2B5EF4-FFF2-40B4-BE49-F238E27FC236}">
                <a16:creationId xmlns:a16="http://schemas.microsoft.com/office/drawing/2014/main" id="{147A7B42-8B34-4172-8A1B-5B8827FF98F3}"/>
              </a:ext>
            </a:extLst>
          </p:cNvPr>
          <p:cNvSpPr txBox="1"/>
          <p:nvPr/>
        </p:nvSpPr>
        <p:spPr>
          <a:xfrm>
            <a:off x="6791143" y="2403145"/>
            <a:ext cx="4264792" cy="692497"/>
          </a:xfrm>
          <a:prstGeom prst="rect">
            <a:avLst/>
          </a:prstGeom>
          <a:noFill/>
        </p:spPr>
        <p:txBody>
          <a:bodyPr wrap="square" rtlCol="1">
            <a:spAutoFit/>
          </a:bodyPr>
          <a:lstStyle/>
          <a:p>
            <a:r>
              <a:rPr lang="en-US" sz="1300" dirty="0">
                <a:solidFill>
                  <a:schemeClr val="bg1"/>
                </a:solidFill>
                <a:latin typeface="Cantarell" panose="02000603000000000000" pitchFamily="2" charset="0"/>
                <a:cs typeface="Poppins Black" panose="00000A00000000000000" pitchFamily="2" charset="0"/>
              </a:rPr>
              <a:t>Ambient Sensors, Edge Nodes, and Controller are connected to the exiting equipment to provide an additional layer of intelligence for building optimization.</a:t>
            </a:r>
          </a:p>
        </p:txBody>
      </p:sp>
      <p:grpSp>
        <p:nvGrpSpPr>
          <p:cNvPr id="1178" name="Group 1177">
            <a:extLst>
              <a:ext uri="{FF2B5EF4-FFF2-40B4-BE49-F238E27FC236}">
                <a16:creationId xmlns:a16="http://schemas.microsoft.com/office/drawing/2014/main" id="{D896E129-3A77-41A4-A3C5-6B3BD2C30964}"/>
              </a:ext>
            </a:extLst>
          </p:cNvPr>
          <p:cNvGrpSpPr/>
          <p:nvPr/>
        </p:nvGrpSpPr>
        <p:grpSpPr>
          <a:xfrm>
            <a:off x="6785426" y="3344851"/>
            <a:ext cx="4715927" cy="922855"/>
            <a:chOff x="6995462" y="3658040"/>
            <a:chExt cx="4715927" cy="922855"/>
          </a:xfrm>
        </p:grpSpPr>
        <p:grpSp>
          <p:nvGrpSpPr>
            <p:cNvPr id="1123" name="Group 1122">
              <a:extLst>
                <a:ext uri="{FF2B5EF4-FFF2-40B4-BE49-F238E27FC236}">
                  <a16:creationId xmlns:a16="http://schemas.microsoft.com/office/drawing/2014/main" id="{27CFE7D0-0A45-4DD3-A502-C931CF289AF7}"/>
                </a:ext>
              </a:extLst>
            </p:cNvPr>
            <p:cNvGrpSpPr/>
            <p:nvPr/>
          </p:nvGrpSpPr>
          <p:grpSpPr>
            <a:xfrm>
              <a:off x="6995462" y="3686342"/>
              <a:ext cx="2137799" cy="894553"/>
              <a:chOff x="7081187" y="3903691"/>
              <a:chExt cx="2137799" cy="894553"/>
            </a:xfrm>
          </p:grpSpPr>
          <p:sp>
            <p:nvSpPr>
              <p:cNvPr id="1115" name="TextBox 1114">
                <a:extLst>
                  <a:ext uri="{FF2B5EF4-FFF2-40B4-BE49-F238E27FC236}">
                    <a16:creationId xmlns:a16="http://schemas.microsoft.com/office/drawing/2014/main" id="{3F161317-9273-4092-A754-88648CD127F4}"/>
                  </a:ext>
                </a:extLst>
              </p:cNvPr>
              <p:cNvSpPr txBox="1"/>
              <p:nvPr/>
            </p:nvSpPr>
            <p:spPr>
              <a:xfrm>
                <a:off x="7081187" y="4221163"/>
                <a:ext cx="2137799" cy="577081"/>
              </a:xfrm>
              <a:prstGeom prst="rect">
                <a:avLst/>
              </a:prstGeom>
              <a:noFill/>
            </p:spPr>
            <p:txBody>
              <a:bodyPr wrap="square" rtlCol="1">
                <a:spAutoFit/>
              </a:bodyPr>
              <a:lstStyle/>
              <a:p>
                <a:r>
                  <a:rPr lang="en-US" sz="1050" dirty="0">
                    <a:solidFill>
                      <a:schemeClr val="bg1"/>
                    </a:solidFill>
                    <a:latin typeface="Cantarell" panose="02000603000000000000" pitchFamily="2" charset="0"/>
                    <a:cs typeface="Poppins Black" panose="00000A00000000000000" pitchFamily="2" charset="0"/>
                  </a:rPr>
                  <a:t>Lorem ipsum dolor sit amet, [Third party], sed do eiusmod</a:t>
                </a:r>
                <a:endParaRPr lang="ar-LY" sz="1050" dirty="0">
                  <a:solidFill>
                    <a:schemeClr val="bg1"/>
                  </a:solidFill>
                  <a:latin typeface="Cantarell bold" panose="02000803000000000000" pitchFamily="2" charset="0"/>
                </a:endParaRPr>
              </a:p>
            </p:txBody>
          </p:sp>
          <p:sp>
            <p:nvSpPr>
              <p:cNvPr id="1116" name="TextBox 1115">
                <a:extLst>
                  <a:ext uri="{FF2B5EF4-FFF2-40B4-BE49-F238E27FC236}">
                    <a16:creationId xmlns:a16="http://schemas.microsoft.com/office/drawing/2014/main" id="{31B97B55-0303-42D5-8527-E314E7A4F019}"/>
                  </a:ext>
                </a:extLst>
              </p:cNvPr>
              <p:cNvSpPr txBox="1"/>
              <p:nvPr/>
            </p:nvSpPr>
            <p:spPr>
              <a:xfrm>
                <a:off x="7081187" y="3903691"/>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cs typeface="Poppins Black" panose="00000A00000000000000" pitchFamily="2" charset="0"/>
                  </a:rPr>
                  <a:t>1. Sensors</a:t>
                </a:r>
                <a:endParaRPr lang="ar-LY" b="1" dirty="0">
                  <a:solidFill>
                    <a:schemeClr val="accent2"/>
                  </a:solidFill>
                  <a:latin typeface="Cantarell bold" panose="02000803000000000000" pitchFamily="2" charset="0"/>
                </a:endParaRPr>
              </a:p>
            </p:txBody>
          </p:sp>
        </p:grpSp>
        <p:grpSp>
          <p:nvGrpSpPr>
            <p:cNvPr id="1125" name="Group 1124">
              <a:extLst>
                <a:ext uri="{FF2B5EF4-FFF2-40B4-BE49-F238E27FC236}">
                  <a16:creationId xmlns:a16="http://schemas.microsoft.com/office/drawing/2014/main" id="{05588BD8-DCB3-4DC7-BB32-E1F3E956BCF8}"/>
                </a:ext>
              </a:extLst>
            </p:cNvPr>
            <p:cNvGrpSpPr/>
            <p:nvPr/>
          </p:nvGrpSpPr>
          <p:grpSpPr>
            <a:xfrm>
              <a:off x="9573590" y="3658040"/>
              <a:ext cx="2137799" cy="894553"/>
              <a:chOff x="10001270" y="3931993"/>
              <a:chExt cx="2137799" cy="894553"/>
            </a:xfrm>
          </p:grpSpPr>
          <p:sp>
            <p:nvSpPr>
              <p:cNvPr id="1119" name="TextBox 1118">
                <a:extLst>
                  <a:ext uri="{FF2B5EF4-FFF2-40B4-BE49-F238E27FC236}">
                    <a16:creationId xmlns:a16="http://schemas.microsoft.com/office/drawing/2014/main" id="{9FFF2AAC-C642-460E-A36D-257E6D3515C7}"/>
                  </a:ext>
                </a:extLst>
              </p:cNvPr>
              <p:cNvSpPr txBox="1"/>
              <p:nvPr/>
            </p:nvSpPr>
            <p:spPr>
              <a:xfrm>
                <a:off x="10001270" y="4249465"/>
                <a:ext cx="2137799" cy="577081"/>
              </a:xfrm>
              <a:prstGeom prst="rect">
                <a:avLst/>
              </a:prstGeom>
              <a:noFill/>
            </p:spPr>
            <p:txBody>
              <a:bodyPr wrap="square" rtlCol="1">
                <a:spAutoFit/>
              </a:bodyPr>
              <a:lstStyle/>
              <a:p>
                <a:r>
                  <a:rPr lang="en-US" sz="1050" dirty="0">
                    <a:solidFill>
                      <a:schemeClr val="bg1"/>
                    </a:solidFill>
                    <a:latin typeface="Cantarell" panose="02000603000000000000" pitchFamily="2" charset="0"/>
                    <a:cs typeface="Poppins Black" panose="00000A00000000000000" pitchFamily="2" charset="0"/>
                  </a:rPr>
                  <a:t>Lorem ipsum dolor sit amet, [Third party], sed do eiusmod</a:t>
                </a:r>
                <a:endParaRPr lang="ar-LY" sz="1050" dirty="0">
                  <a:solidFill>
                    <a:schemeClr val="bg1"/>
                  </a:solidFill>
                  <a:latin typeface="Cantarell bold" panose="02000803000000000000" pitchFamily="2" charset="0"/>
                </a:endParaRPr>
              </a:p>
            </p:txBody>
          </p:sp>
          <p:sp>
            <p:nvSpPr>
              <p:cNvPr id="1120" name="TextBox 1119">
                <a:extLst>
                  <a:ext uri="{FF2B5EF4-FFF2-40B4-BE49-F238E27FC236}">
                    <a16:creationId xmlns:a16="http://schemas.microsoft.com/office/drawing/2014/main" id="{077CAB3F-F63A-45A3-9D04-D7092DBAAE31}"/>
                  </a:ext>
                </a:extLst>
              </p:cNvPr>
              <p:cNvSpPr txBox="1"/>
              <p:nvPr/>
            </p:nvSpPr>
            <p:spPr>
              <a:xfrm>
                <a:off x="10001270" y="3931993"/>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rPr>
                  <a:t>2. Edge Nodes</a:t>
                </a:r>
                <a:endParaRPr lang="ar-LY" b="1" dirty="0">
                  <a:solidFill>
                    <a:schemeClr val="accent2"/>
                  </a:solidFill>
                  <a:latin typeface="Cantarell bold" panose="02000803000000000000" pitchFamily="2" charset="0"/>
                </a:endParaRPr>
              </a:p>
            </p:txBody>
          </p:sp>
        </p:grpSp>
      </p:grpSp>
      <p:grpSp>
        <p:nvGrpSpPr>
          <p:cNvPr id="1179" name="Group 1178">
            <a:extLst>
              <a:ext uri="{FF2B5EF4-FFF2-40B4-BE49-F238E27FC236}">
                <a16:creationId xmlns:a16="http://schemas.microsoft.com/office/drawing/2014/main" id="{9B6590EF-89DA-4EFC-9CAA-4685A2B1A318}"/>
              </a:ext>
            </a:extLst>
          </p:cNvPr>
          <p:cNvGrpSpPr/>
          <p:nvPr/>
        </p:nvGrpSpPr>
        <p:grpSpPr>
          <a:xfrm>
            <a:off x="6770186" y="4947186"/>
            <a:ext cx="4715927" cy="894553"/>
            <a:chOff x="6995462" y="5260375"/>
            <a:chExt cx="4715927" cy="894553"/>
          </a:xfrm>
        </p:grpSpPr>
        <p:grpSp>
          <p:nvGrpSpPr>
            <p:cNvPr id="1124" name="Group 1123">
              <a:extLst>
                <a:ext uri="{FF2B5EF4-FFF2-40B4-BE49-F238E27FC236}">
                  <a16:creationId xmlns:a16="http://schemas.microsoft.com/office/drawing/2014/main" id="{186AFA60-E74E-4463-9424-969615AF598A}"/>
                </a:ext>
              </a:extLst>
            </p:cNvPr>
            <p:cNvGrpSpPr/>
            <p:nvPr/>
          </p:nvGrpSpPr>
          <p:grpSpPr>
            <a:xfrm>
              <a:off x="6995462" y="5260375"/>
              <a:ext cx="2137799" cy="894553"/>
              <a:chOff x="6995462" y="5491875"/>
              <a:chExt cx="2137799" cy="894553"/>
            </a:xfrm>
          </p:grpSpPr>
          <p:sp>
            <p:nvSpPr>
              <p:cNvPr id="1117" name="TextBox 1116">
                <a:extLst>
                  <a:ext uri="{FF2B5EF4-FFF2-40B4-BE49-F238E27FC236}">
                    <a16:creationId xmlns:a16="http://schemas.microsoft.com/office/drawing/2014/main" id="{7B3F4A6E-E070-43EE-8652-5E5A546477CE}"/>
                  </a:ext>
                </a:extLst>
              </p:cNvPr>
              <p:cNvSpPr txBox="1"/>
              <p:nvPr/>
            </p:nvSpPr>
            <p:spPr>
              <a:xfrm>
                <a:off x="6995462" y="5809347"/>
                <a:ext cx="2137799" cy="577081"/>
              </a:xfrm>
              <a:prstGeom prst="rect">
                <a:avLst/>
              </a:prstGeom>
              <a:noFill/>
            </p:spPr>
            <p:txBody>
              <a:bodyPr wrap="square" rtlCol="1">
                <a:spAutoFit/>
              </a:bodyPr>
              <a:lstStyle/>
              <a:p>
                <a:r>
                  <a:rPr lang="en-US" sz="1050" dirty="0">
                    <a:solidFill>
                      <a:schemeClr val="bg1"/>
                    </a:solidFill>
                    <a:latin typeface="Cantarell" panose="02000603000000000000" pitchFamily="2" charset="0"/>
                    <a:cs typeface="Poppins Black" panose="00000A00000000000000" pitchFamily="2" charset="0"/>
                  </a:rPr>
                  <a:t>Lorem ipsum dolor sit amet, [Third party], sed do eiusmod</a:t>
                </a:r>
                <a:endParaRPr lang="ar-LY" sz="1050" dirty="0">
                  <a:solidFill>
                    <a:schemeClr val="bg1"/>
                  </a:solidFill>
                  <a:latin typeface="Cantarell bold" panose="02000803000000000000" pitchFamily="2" charset="0"/>
                </a:endParaRPr>
              </a:p>
            </p:txBody>
          </p:sp>
          <p:sp>
            <p:nvSpPr>
              <p:cNvPr id="1118" name="TextBox 1117">
                <a:extLst>
                  <a:ext uri="{FF2B5EF4-FFF2-40B4-BE49-F238E27FC236}">
                    <a16:creationId xmlns:a16="http://schemas.microsoft.com/office/drawing/2014/main" id="{636D83DF-F216-4FDE-B03C-8F6E246A4908}"/>
                  </a:ext>
                </a:extLst>
              </p:cNvPr>
              <p:cNvSpPr txBox="1"/>
              <p:nvPr/>
            </p:nvSpPr>
            <p:spPr>
              <a:xfrm>
                <a:off x="6995462" y="5491875"/>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cs typeface="Poppins Black" panose="00000A00000000000000" pitchFamily="2" charset="0"/>
                  </a:rPr>
                  <a:t>3. Control Unit</a:t>
                </a:r>
                <a:endParaRPr lang="ar-LY" b="1" dirty="0">
                  <a:solidFill>
                    <a:schemeClr val="accent2"/>
                  </a:solidFill>
                  <a:latin typeface="Cantarell bold" panose="02000803000000000000" pitchFamily="2" charset="0"/>
                </a:endParaRPr>
              </a:p>
            </p:txBody>
          </p:sp>
        </p:grpSp>
        <p:grpSp>
          <p:nvGrpSpPr>
            <p:cNvPr id="1126" name="Group 1125">
              <a:extLst>
                <a:ext uri="{FF2B5EF4-FFF2-40B4-BE49-F238E27FC236}">
                  <a16:creationId xmlns:a16="http://schemas.microsoft.com/office/drawing/2014/main" id="{92B1912D-3E02-4179-B[redacted]C3C81}"/>
                </a:ext>
              </a:extLst>
            </p:cNvPr>
            <p:cNvGrpSpPr/>
            <p:nvPr/>
          </p:nvGrpSpPr>
          <p:grpSpPr>
            <a:xfrm>
              <a:off x="9573590" y="5260375"/>
              <a:ext cx="2137799" cy="894553"/>
              <a:chOff x="9915545" y="5520177"/>
              <a:chExt cx="2137799" cy="894553"/>
            </a:xfrm>
          </p:grpSpPr>
          <p:sp>
            <p:nvSpPr>
              <p:cNvPr id="1121" name="TextBox 1120">
                <a:extLst>
                  <a:ext uri="{FF2B5EF4-FFF2-40B4-BE49-F238E27FC236}">
                    <a16:creationId xmlns:a16="http://schemas.microsoft.com/office/drawing/2014/main" id="{BE61C158-6DE0-4DA6-A206-0D7422C50FA4}"/>
                  </a:ext>
                </a:extLst>
              </p:cNvPr>
              <p:cNvSpPr txBox="1"/>
              <p:nvPr/>
            </p:nvSpPr>
            <p:spPr>
              <a:xfrm>
                <a:off x="9915545" y="5837649"/>
                <a:ext cx="2137799" cy="577081"/>
              </a:xfrm>
              <a:prstGeom prst="rect">
                <a:avLst/>
              </a:prstGeom>
              <a:noFill/>
            </p:spPr>
            <p:txBody>
              <a:bodyPr wrap="square" rtlCol="1">
                <a:spAutoFit/>
              </a:bodyPr>
              <a:lstStyle/>
              <a:p>
                <a:r>
                  <a:rPr lang="en-US" sz="1050" dirty="0">
                    <a:solidFill>
                      <a:schemeClr val="bg1"/>
                    </a:solidFill>
                    <a:latin typeface="Cantarell" panose="02000603000000000000" pitchFamily="2" charset="0"/>
                    <a:cs typeface="Poppins Black" panose="00000A00000000000000" pitchFamily="2" charset="0"/>
                  </a:rPr>
                  <a:t>Lorem ipsum dolor sit amet, [Third party], sed do eiusmod</a:t>
                </a:r>
                <a:endParaRPr lang="ar-LY" sz="1050" dirty="0">
                  <a:solidFill>
                    <a:schemeClr val="bg1"/>
                  </a:solidFill>
                  <a:latin typeface="Cantarell bold" panose="02000803000000000000" pitchFamily="2" charset="0"/>
                </a:endParaRPr>
              </a:p>
            </p:txBody>
          </p:sp>
          <p:sp>
            <p:nvSpPr>
              <p:cNvPr id="1122" name="TextBox 1121">
                <a:extLst>
                  <a:ext uri="{FF2B5EF4-FFF2-40B4-BE49-F238E27FC236}">
                    <a16:creationId xmlns:a16="http://schemas.microsoft.com/office/drawing/2014/main" id="{82C01406-D3FF-4A5C-9985-29CA545AF54F}"/>
                  </a:ext>
                </a:extLst>
              </p:cNvPr>
              <p:cNvSpPr txBox="1"/>
              <p:nvPr/>
            </p:nvSpPr>
            <p:spPr>
              <a:xfrm>
                <a:off x="9915545" y="5520177"/>
                <a:ext cx="2137799" cy="369332"/>
              </a:xfrm>
              <a:prstGeom prst="rect">
                <a:avLst/>
              </a:prstGeom>
              <a:noFill/>
            </p:spPr>
            <p:txBody>
              <a:bodyPr wrap="square" rtlCol="1">
                <a:spAutoFit/>
              </a:bodyPr>
              <a:lstStyle/>
              <a:p>
                <a:r>
                  <a:rPr lang="en-US" b="1" dirty="0">
                    <a:solidFill>
                      <a:schemeClr val="accent2"/>
                    </a:solidFill>
                    <a:latin typeface="Cantarell" panose="02000603000000000000" pitchFamily="2" charset="0"/>
                  </a:rPr>
                  <a:t>4. Platform</a:t>
                </a:r>
                <a:endParaRPr lang="ar-LY" b="1" dirty="0">
                  <a:solidFill>
                    <a:schemeClr val="accent2"/>
                  </a:solidFill>
                  <a:latin typeface="Cantarell bold" panose="02000803000000000000" pitchFamily="2" charset="0"/>
                </a:endParaRPr>
              </a:p>
            </p:txBody>
          </p:sp>
        </p:grpSp>
      </p:grpSp>
      <p:pic>
        <p:nvPicPr>
          <p:cNvPr id="11" name="Picture 10" descr="Diagram&#10;&#10;Description automatically generated">
            <a:extLst>
              <a:ext uri="{FF2B5EF4-FFF2-40B4-BE49-F238E27FC236}">
                <a16:creationId xmlns:a16="http://schemas.microsoft.com/office/drawing/2014/main" id="{95AB5A97-4CCF-C848-930F-A8155A084CA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30845" y="1066689"/>
            <a:ext cx="6308860" cy="5351591"/>
          </a:xfrm>
          <a:prstGeom prst="rect">
            <a:avLst/>
          </a:prstGeom>
        </p:spPr>
      </p:pic>
      <p:sp>
        <p:nvSpPr>
          <p:cNvPr id="3" name="Slide Number Placeholder 2">
            <a:extLst>
              <a:ext uri="{FF2B5EF4-FFF2-40B4-BE49-F238E27FC236}">
                <a16:creationId xmlns:a16="http://schemas.microsoft.com/office/drawing/2014/main" id="{324A352C-0521-2743-BC1D-9B14E7F2F883}"/>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6</a:t>
            </a:fld>
            <a:endParaRPr lang="ar-LY" dirty="0"/>
          </a:p>
        </p:txBody>
      </p:sp>
      <p:sp>
        <p:nvSpPr>
          <p:cNvPr id="2" name="TextBox 1">
            <a:extLst>
              <a:ext uri="{FF2B5EF4-FFF2-40B4-BE49-F238E27FC236}">
                <a16:creationId xmlns:a16="http://schemas.microsoft.com/office/drawing/2014/main" id="{291D7552-059C-5C49-9DAF-B273A96407B8}"/>
              </a:ext>
            </a:extLst>
          </p:cNvPr>
          <p:cNvSpPr txBox="1"/>
          <p:nvPr/>
        </p:nvSpPr>
        <p:spPr>
          <a:xfrm>
            <a:off x="5001059" y="2380061"/>
            <a:ext cx="301686" cy="369332"/>
          </a:xfrm>
          <a:prstGeom prst="rect">
            <a:avLst/>
          </a:prstGeom>
          <a:noFill/>
        </p:spPr>
        <p:txBody>
          <a:bodyPr wrap="none" rtlCol="0" anchor="ctr">
            <a:spAutoFit/>
          </a:bodyPr>
          <a:lstStyle/>
          <a:p>
            <a:pPr algn="ctr"/>
            <a:r>
              <a:rPr lang="en-US" b="1" dirty="0">
                <a:solidFill>
                  <a:schemeClr val="accent2"/>
                </a:solidFill>
              </a:rPr>
              <a:t>2</a:t>
            </a:r>
          </a:p>
        </p:txBody>
      </p:sp>
      <p:sp>
        <p:nvSpPr>
          <p:cNvPr id="21" name="TextBox 20">
            <a:extLst>
              <a:ext uri="{FF2B5EF4-FFF2-40B4-BE49-F238E27FC236}">
                <a16:creationId xmlns:a16="http://schemas.microsoft.com/office/drawing/2014/main" id="{3ED3C201-379D-1946-B7B9-0C[redacted]}"/>
              </a:ext>
            </a:extLst>
          </p:cNvPr>
          <p:cNvSpPr txBox="1"/>
          <p:nvPr/>
        </p:nvSpPr>
        <p:spPr>
          <a:xfrm>
            <a:off x="1990299" y="4762520"/>
            <a:ext cx="301686" cy="369332"/>
          </a:xfrm>
          <a:prstGeom prst="rect">
            <a:avLst/>
          </a:prstGeom>
          <a:noFill/>
        </p:spPr>
        <p:txBody>
          <a:bodyPr wrap="none" rtlCol="0" anchor="ctr">
            <a:spAutoFit/>
          </a:bodyPr>
          <a:lstStyle/>
          <a:p>
            <a:pPr algn="ctr"/>
            <a:r>
              <a:rPr lang="en-US" b="1" dirty="0">
                <a:solidFill>
                  <a:schemeClr val="accent2"/>
                </a:solidFill>
              </a:rPr>
              <a:t>1</a:t>
            </a:r>
          </a:p>
        </p:txBody>
      </p:sp>
      <p:sp>
        <p:nvSpPr>
          <p:cNvPr id="22" name="TextBox 21">
            <a:extLst>
              <a:ext uri="{FF2B5EF4-FFF2-40B4-BE49-F238E27FC236}">
                <a16:creationId xmlns:a16="http://schemas.microsoft.com/office/drawing/2014/main" id="{E7F52E2A-1766-564B-83B4-86CA06DA4A19}"/>
              </a:ext>
            </a:extLst>
          </p:cNvPr>
          <p:cNvSpPr txBox="1"/>
          <p:nvPr/>
        </p:nvSpPr>
        <p:spPr>
          <a:xfrm>
            <a:off x="5001059" y="3554190"/>
            <a:ext cx="301686" cy="369332"/>
          </a:xfrm>
          <a:prstGeom prst="rect">
            <a:avLst/>
          </a:prstGeom>
          <a:noFill/>
        </p:spPr>
        <p:txBody>
          <a:bodyPr wrap="none" rtlCol="0" anchor="ctr">
            <a:spAutoFit/>
          </a:bodyPr>
          <a:lstStyle/>
          <a:p>
            <a:pPr algn="ctr"/>
            <a:r>
              <a:rPr lang="en-US" b="1" dirty="0">
                <a:solidFill>
                  <a:schemeClr val="accent2"/>
                </a:solidFill>
              </a:rPr>
              <a:t>3</a:t>
            </a:r>
          </a:p>
        </p:txBody>
      </p:sp>
      <p:sp>
        <p:nvSpPr>
          <p:cNvPr id="23" name="TextBox 22">
            <a:extLst>
              <a:ext uri="{FF2B5EF4-FFF2-40B4-BE49-F238E27FC236}">
                <a16:creationId xmlns:a16="http://schemas.microsoft.com/office/drawing/2014/main" id="{BEEDE6D4-50A1-3042-B9FE-B436B32C9525}"/>
              </a:ext>
            </a:extLst>
          </p:cNvPr>
          <p:cNvSpPr txBox="1"/>
          <p:nvPr/>
        </p:nvSpPr>
        <p:spPr>
          <a:xfrm>
            <a:off x="5001059" y="4762520"/>
            <a:ext cx="301686" cy="369332"/>
          </a:xfrm>
          <a:prstGeom prst="rect">
            <a:avLst/>
          </a:prstGeom>
          <a:noFill/>
        </p:spPr>
        <p:txBody>
          <a:bodyPr wrap="none" rtlCol="0" anchor="ctr">
            <a:spAutoFit/>
          </a:bodyPr>
          <a:lstStyle/>
          <a:p>
            <a:pPr algn="ctr"/>
            <a:r>
              <a:rPr lang="en-US" b="1" dirty="0">
                <a:solidFill>
                  <a:schemeClr val="accent2"/>
                </a:solidFill>
              </a:rPr>
              <a:t>4</a:t>
            </a:r>
          </a:p>
        </p:txBody>
      </p:sp>
    </p:spTree>
    <p:extLst>
      <p:ext uri="{BB962C8B-B14F-4D97-AF65-F5344CB8AC3E}">
        <p14:creationId xmlns:p14="http://schemas.microsoft.com/office/powerpoint/2010/main" val="193857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D2D3E7CD-C84A-714F-BE35-A8437329EE8F}"/>
              </a:ext>
            </a:extLst>
          </p:cNvPr>
          <p:cNvSpPr txBox="1"/>
          <p:nvPr/>
        </p:nvSpPr>
        <p:spPr>
          <a:xfrm>
            <a:off x="8331965" y="2183963"/>
            <a:ext cx="1439844" cy="4558242"/>
          </a:xfrm>
          <a:prstGeom prst="rect">
            <a:avLst/>
          </a:prstGeom>
          <a:no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dirty="0">
                <a:solidFill>
                  <a:schemeClr val="bg1"/>
                </a:solidFill>
              </a:rPr>
              <a:t>Output Layer</a:t>
            </a:r>
          </a:p>
        </p:txBody>
      </p:sp>
      <p:sp>
        <p:nvSpPr>
          <p:cNvPr id="16" name="TextBox 15">
            <a:extLst>
              <a:ext uri="{FF2B5EF4-FFF2-40B4-BE49-F238E27FC236}">
                <a16:creationId xmlns:a16="http://schemas.microsoft.com/office/drawing/2014/main" id="{244A2CEF-C137-5B4D-ADCB-14B5D0E4AB4D}"/>
              </a:ext>
            </a:extLst>
          </p:cNvPr>
          <p:cNvSpPr txBox="1"/>
          <p:nvPr/>
        </p:nvSpPr>
        <p:spPr>
          <a:xfrm>
            <a:off x="2540756" y="2163233"/>
            <a:ext cx="1439844" cy="4558242"/>
          </a:xfrm>
          <a:prstGeom prst="rect">
            <a:avLst/>
          </a:prstGeom>
          <a:no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dirty="0">
                <a:solidFill>
                  <a:schemeClr val="bg1"/>
                </a:solidFill>
              </a:rPr>
              <a:t>Input Layer</a:t>
            </a:r>
          </a:p>
        </p:txBody>
      </p:sp>
      <p:sp>
        <p:nvSpPr>
          <p:cNvPr id="5" name="Title 4">
            <a:extLst>
              <a:ext uri="{FF2B5EF4-FFF2-40B4-BE49-F238E27FC236}">
                <a16:creationId xmlns:a16="http://schemas.microsoft.com/office/drawing/2014/main" id="{8BC37BE6-3E50-DF4E-8777-1A20966B0FAE}"/>
              </a:ext>
            </a:extLst>
          </p:cNvPr>
          <p:cNvSpPr>
            <a:spLocks noGrp="1"/>
          </p:cNvSpPr>
          <p:nvPr>
            <p:ph type="title"/>
          </p:nvPr>
        </p:nvSpPr>
        <p:spPr/>
        <p:txBody>
          <a:bodyPr/>
          <a:lstStyle/>
          <a:p>
            <a:r>
              <a:rPr lang="en-US" dirty="0"/>
              <a:t>Automation Engine</a:t>
            </a:r>
          </a:p>
        </p:txBody>
      </p:sp>
      <p:sp>
        <p:nvSpPr>
          <p:cNvPr id="4" name="Slide Number Placeholder 3">
            <a:extLst>
              <a:ext uri="{FF2B5EF4-FFF2-40B4-BE49-F238E27FC236}">
                <a16:creationId xmlns:a16="http://schemas.microsoft.com/office/drawing/2014/main" id="{B99EE52E-1B3B-F542-8E98-1E85EBC6318C}"/>
              </a:ext>
            </a:extLst>
          </p:cNvPr>
          <p:cNvSpPr>
            <a:spLocks noGrp="1"/>
          </p:cNvSpPr>
          <p:nvPr>
            <p:ph type="sldNum" sz="quarter" idx="4"/>
          </p:nvPr>
        </p:nvSpPr>
        <p:spPr/>
        <p:txBody>
          <a:bodyPr/>
          <a:lstStyle/>
          <a:p>
            <a:fld id="{9312FC69-CE3E-4598-98C1-B119891192DE}" type="slidenum">
              <a:rPr lang="ar-LY" smtClean="0"/>
              <a:pPr/>
              <a:t>7</a:t>
            </a:fld>
            <a:endParaRPr lang="ar-LY" b="1" dirty="0"/>
          </a:p>
        </p:txBody>
      </p:sp>
      <p:sp>
        <p:nvSpPr>
          <p:cNvPr id="6" name="TextBox 5">
            <a:extLst>
              <a:ext uri="{FF2B5EF4-FFF2-40B4-BE49-F238E27FC236}">
                <a16:creationId xmlns:a16="http://schemas.microsoft.com/office/drawing/2014/main" id="{C6026ECB-3E3E-8845-AEAF-96DB10ABF420}"/>
              </a:ext>
            </a:extLst>
          </p:cNvPr>
          <p:cNvSpPr txBox="1"/>
          <p:nvPr/>
        </p:nvSpPr>
        <p:spPr>
          <a:xfrm>
            <a:off x="838200" y="1506022"/>
            <a:ext cx="9949218" cy="584775"/>
          </a:xfrm>
          <a:prstGeom prst="rect">
            <a:avLst/>
          </a:prstGeom>
          <a:noFill/>
          <a:ln>
            <a:solidFill>
              <a:schemeClr val="bg1"/>
            </a:solidFill>
          </a:ln>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solidFill>
                  <a:schemeClr val="bg1"/>
                </a:solidFill>
              </a:rPr>
              <a:t>Key technological advantage of the platform is the automation engine that leverages machine learning technique called Neural Networks to recognize indoor climate patterns and provide controls optimization to the operator. </a:t>
            </a:r>
          </a:p>
        </p:txBody>
      </p:sp>
      <p:sp>
        <p:nvSpPr>
          <p:cNvPr id="7" name="Oval 6">
            <a:extLst>
              <a:ext uri="{FF2B5EF4-FFF2-40B4-BE49-F238E27FC236}">
                <a16:creationId xmlns:a16="http://schemas.microsoft.com/office/drawing/2014/main" id="{3ED2C49F-8D6C-FA49-A013-D04B084E7A35}"/>
              </a:ext>
            </a:extLst>
          </p:cNvPr>
          <p:cNvSpPr/>
          <p:nvPr/>
        </p:nvSpPr>
        <p:spPr>
          <a:xfrm>
            <a:off x="2939956" y="3304940"/>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2</a:t>
            </a:r>
          </a:p>
        </p:txBody>
      </p:sp>
      <p:sp>
        <p:nvSpPr>
          <p:cNvPr id="9" name="Oval 8">
            <a:extLst>
              <a:ext uri="{FF2B5EF4-FFF2-40B4-BE49-F238E27FC236}">
                <a16:creationId xmlns:a16="http://schemas.microsoft.com/office/drawing/2014/main" id="{6E9050E3-ED2F-9C46-BCD7-C1AE12F5D9A8}"/>
              </a:ext>
            </a:extLst>
          </p:cNvPr>
          <p:cNvSpPr/>
          <p:nvPr/>
        </p:nvSpPr>
        <p:spPr>
          <a:xfrm>
            <a:off x="2939956" y="4037307"/>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3</a:t>
            </a:r>
          </a:p>
        </p:txBody>
      </p:sp>
      <p:sp>
        <p:nvSpPr>
          <p:cNvPr id="10" name="Oval 9">
            <a:extLst>
              <a:ext uri="{FF2B5EF4-FFF2-40B4-BE49-F238E27FC236}">
                <a16:creationId xmlns:a16="http://schemas.microsoft.com/office/drawing/2014/main" id="{B3746A8D-72C7-BC49-87DB-67DD12A19A20}"/>
              </a:ext>
            </a:extLst>
          </p:cNvPr>
          <p:cNvSpPr/>
          <p:nvPr/>
        </p:nvSpPr>
        <p:spPr>
          <a:xfrm>
            <a:off x="2939956" y="4769674"/>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4</a:t>
            </a:r>
          </a:p>
        </p:txBody>
      </p:sp>
      <p:sp>
        <p:nvSpPr>
          <p:cNvPr id="12" name="Oval 11">
            <a:extLst>
              <a:ext uri="{FF2B5EF4-FFF2-40B4-BE49-F238E27FC236}">
                <a16:creationId xmlns:a16="http://schemas.microsoft.com/office/drawing/2014/main" id="{261EF7A8-F669-A040-AB55-5FC21F720CBC}"/>
              </a:ext>
            </a:extLst>
          </p:cNvPr>
          <p:cNvSpPr/>
          <p:nvPr/>
        </p:nvSpPr>
        <p:spPr>
          <a:xfrm>
            <a:off x="2939956" y="6011958"/>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n</a:t>
            </a:r>
          </a:p>
        </p:txBody>
      </p:sp>
      <p:sp>
        <p:nvSpPr>
          <p:cNvPr id="13" name="Oval 12">
            <a:extLst>
              <a:ext uri="{FF2B5EF4-FFF2-40B4-BE49-F238E27FC236}">
                <a16:creationId xmlns:a16="http://schemas.microsoft.com/office/drawing/2014/main" id="{88029429-1426-9B43-8D72-A337FB2FEE58}"/>
              </a:ext>
            </a:extLst>
          </p:cNvPr>
          <p:cNvSpPr/>
          <p:nvPr/>
        </p:nvSpPr>
        <p:spPr>
          <a:xfrm>
            <a:off x="2939956" y="2572573"/>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a:t>
            </a:r>
            <a:r>
              <a:rPr lang="en-US" sz="1600" baseline="-25000" dirty="0"/>
              <a:t>1</a:t>
            </a:r>
          </a:p>
        </p:txBody>
      </p:sp>
      <p:sp>
        <p:nvSpPr>
          <p:cNvPr id="14" name="TextBox 13">
            <a:extLst>
              <a:ext uri="{FF2B5EF4-FFF2-40B4-BE49-F238E27FC236}">
                <a16:creationId xmlns:a16="http://schemas.microsoft.com/office/drawing/2014/main" id="{9040AA8D-D3A8-DD4B-BBC8-CD7D3DF7A973}"/>
              </a:ext>
            </a:extLst>
          </p:cNvPr>
          <p:cNvSpPr txBox="1"/>
          <p:nvPr/>
        </p:nvSpPr>
        <p:spPr>
          <a:xfrm>
            <a:off x="3067991" y="5502041"/>
            <a:ext cx="513410" cy="372717"/>
          </a:xfrm>
          <a:prstGeom prst="rect">
            <a:avLst/>
          </a:prstGeom>
          <a:noFill/>
        </p:spPr>
        <p:txBody>
          <a:bodyPr vert="wordArtVert" wrap="square" rtlCol="0" anchor="ctr">
            <a:spAutoFit/>
          </a:bodyPr>
          <a:lstStyle/>
          <a:p>
            <a:pPr algn="ctr"/>
            <a:r>
              <a:rPr lang="en-US" dirty="0">
                <a:solidFill>
                  <a:schemeClr val="bg1"/>
                </a:solidFill>
              </a:rPr>
              <a:t>…</a:t>
            </a:r>
          </a:p>
        </p:txBody>
      </p:sp>
      <p:sp>
        <p:nvSpPr>
          <p:cNvPr id="17" name="TextBox 16">
            <a:extLst>
              <a:ext uri="{FF2B5EF4-FFF2-40B4-BE49-F238E27FC236}">
                <a16:creationId xmlns:a16="http://schemas.microsoft.com/office/drawing/2014/main" id="{5BBF8629-96B2-A34D-B419-FEBEA3F6F4C5}"/>
              </a:ext>
            </a:extLst>
          </p:cNvPr>
          <p:cNvSpPr txBox="1"/>
          <p:nvPr/>
        </p:nvSpPr>
        <p:spPr>
          <a:xfrm>
            <a:off x="4432119" y="2183963"/>
            <a:ext cx="3401696" cy="4558242"/>
          </a:xfrm>
          <a:prstGeom prst="rect">
            <a:avLst/>
          </a:prstGeom>
          <a:noFill/>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dirty="0">
                <a:solidFill>
                  <a:schemeClr val="bg1"/>
                </a:solidFill>
              </a:rPr>
              <a:t>Hidden Layers</a:t>
            </a:r>
          </a:p>
        </p:txBody>
      </p:sp>
      <p:sp>
        <p:nvSpPr>
          <p:cNvPr id="27" name="Oval 26">
            <a:extLst>
              <a:ext uri="{FF2B5EF4-FFF2-40B4-BE49-F238E27FC236}">
                <a16:creationId xmlns:a16="http://schemas.microsoft.com/office/drawing/2014/main" id="{B221D6A9-9D39-CD43-97FA-60EE3D8C490A}"/>
              </a:ext>
            </a:extLst>
          </p:cNvPr>
          <p:cNvSpPr/>
          <p:nvPr/>
        </p:nvSpPr>
        <p:spPr>
          <a:xfrm>
            <a:off x="8731163" y="4906876"/>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a:t>
            </a:r>
            <a:r>
              <a:rPr lang="en-US" sz="1600" baseline="-25000" dirty="0"/>
              <a:t>n</a:t>
            </a:r>
          </a:p>
        </p:txBody>
      </p:sp>
      <p:sp>
        <p:nvSpPr>
          <p:cNvPr id="28" name="Oval 27">
            <a:extLst>
              <a:ext uri="{FF2B5EF4-FFF2-40B4-BE49-F238E27FC236}">
                <a16:creationId xmlns:a16="http://schemas.microsoft.com/office/drawing/2014/main" id="{B5BC24F2-F38D-B947-9FC2-1DD0CFA328F4}"/>
              </a:ext>
            </a:extLst>
          </p:cNvPr>
          <p:cNvSpPr/>
          <p:nvPr/>
        </p:nvSpPr>
        <p:spPr>
          <a:xfrm>
            <a:off x="8731164" y="3555785"/>
            <a:ext cx="641445" cy="595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a:t>
            </a:r>
            <a:r>
              <a:rPr lang="en-US" sz="1600" baseline="-25000" dirty="0"/>
              <a:t>1</a:t>
            </a:r>
          </a:p>
        </p:txBody>
      </p:sp>
      <p:sp>
        <p:nvSpPr>
          <p:cNvPr id="29" name="TextBox 28">
            <a:extLst>
              <a:ext uri="{FF2B5EF4-FFF2-40B4-BE49-F238E27FC236}">
                <a16:creationId xmlns:a16="http://schemas.microsoft.com/office/drawing/2014/main" id="{1A2289D8-5157-B048-8D81-06315F6995A3}"/>
              </a:ext>
            </a:extLst>
          </p:cNvPr>
          <p:cNvSpPr txBox="1"/>
          <p:nvPr/>
        </p:nvSpPr>
        <p:spPr>
          <a:xfrm>
            <a:off x="8859198" y="4364387"/>
            <a:ext cx="513410" cy="372717"/>
          </a:xfrm>
          <a:prstGeom prst="rect">
            <a:avLst/>
          </a:prstGeom>
          <a:noFill/>
        </p:spPr>
        <p:txBody>
          <a:bodyPr vert="wordArtVert" wrap="square" rtlCol="0" anchor="ctr">
            <a:spAutoFit/>
          </a:bodyPr>
          <a:lstStyle/>
          <a:p>
            <a:pPr algn="ctr"/>
            <a:r>
              <a:rPr lang="en-US" dirty="0">
                <a:solidFill>
                  <a:schemeClr val="bg1"/>
                </a:solidFill>
              </a:rPr>
              <a:t>…</a:t>
            </a:r>
          </a:p>
        </p:txBody>
      </p:sp>
    </p:spTree>
    <p:extLst>
      <p:ext uri="{BB962C8B-B14F-4D97-AF65-F5344CB8AC3E}">
        <p14:creationId xmlns:p14="http://schemas.microsoft.com/office/powerpoint/2010/main" val="[redacted]"/>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00C794-9879-BE4C-B73C-D2D8AD5864FA}"/>
              </a:ext>
            </a:extLst>
          </p:cNvPr>
          <p:cNvSpPr>
            <a:spLocks noGrp="1"/>
          </p:cNvSpPr>
          <p:nvPr>
            <p:ph type="sldNum" sz="quarter" idx="4"/>
          </p:nvPr>
        </p:nvSpPr>
        <p:spPr/>
        <p:txBody>
          <a:bodyPr/>
          <a:lstStyle/>
          <a:p>
            <a:fld id="{9312FC69-CE3E-4598-98C1-B119891192DE}" type="slidenum">
              <a:rPr lang="ar-LY" smtClean="0"/>
              <a:pPr/>
              <a:t>8</a:t>
            </a:fld>
            <a:endParaRPr lang="ar-LY" b="1" dirty="0"/>
          </a:p>
        </p:txBody>
      </p:sp>
      <p:pic>
        <p:nvPicPr>
          <p:cNvPr id="4" name="Picture 3" descr="Diagram&#10;&#10;Description automatically generated">
            <a:extLst>
              <a:ext uri="{FF2B5EF4-FFF2-40B4-BE49-F238E27FC236}">
                <a16:creationId xmlns:a16="http://schemas.microsoft.com/office/drawing/2014/main" id="{8715DD31-AEA9-F147-B5B6-91FC47131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4570" y="464047"/>
            <a:ext cx="8042860" cy="5929905"/>
          </a:xfrm>
          <a:prstGeom prst="rect">
            <a:avLst/>
          </a:prstGeom>
        </p:spPr>
      </p:pic>
    </p:spTree>
    <p:extLst>
      <p:ext uri="{BB962C8B-B14F-4D97-AF65-F5344CB8AC3E}">
        <p14:creationId xmlns:p14="http://schemas.microsoft.com/office/powerpoint/2010/main" val="331398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D62-8B26-464B-98A4-A9F1724CA334}"/>
              </a:ext>
            </a:extLst>
          </p:cNvPr>
          <p:cNvSpPr>
            <a:spLocks noGrp="1"/>
          </p:cNvSpPr>
          <p:nvPr>
            <p:ph type="title"/>
          </p:nvPr>
        </p:nvSpPr>
        <p:spPr/>
        <p:txBody>
          <a:bodyPr/>
          <a:lstStyle/>
          <a:p>
            <a:r>
              <a:rPr lang="en-US" dirty="0">
                <a:solidFill>
                  <a:schemeClr val="bg1"/>
                </a:solidFill>
              </a:rPr>
              <a:t>Competitive Landscape</a:t>
            </a:r>
          </a:p>
        </p:txBody>
      </p:sp>
      <p:sp>
        <p:nvSpPr>
          <p:cNvPr id="3" name="Rectangle 1">
            <a:extLst>
              <a:ext uri="{FF2B5EF4-FFF2-40B4-BE49-F238E27FC236}">
                <a16:creationId xmlns:a16="http://schemas.microsoft.com/office/drawing/2014/main" id="{2B3B5D68-9935-9D4F-97D5-E1AF4F19321A}"/>
              </a:ext>
            </a:extLst>
          </p:cNvPr>
          <p:cNvSpPr>
            <a:spLocks noChangeArrowheads="1"/>
          </p:cNvSpPr>
          <p:nvPr/>
        </p:nvSpPr>
        <p:spPr bwMode="auto">
          <a:xfrm>
            <a:off x="838200" y="2730407"/>
            <a:ext cx="488594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redacted]-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kumimoji="0" lang="en-US" altLang="en-US" sz="2800" b="0" i="0" u="none" strike="noStrike" cap="none" normalizeH="0" baseline="0" dirty="0">
                <a:ln>
                  <a:noFill/>
                </a:ln>
                <a:solidFill>
                  <a:schemeClr val="bg1"/>
                </a:solidFill>
                <a:effectLst/>
                <a:latin typeface="Garamond" panose="02020404030301010803" pitchFamily="18" charset="0"/>
              </a:rPr>
              <a:t>Ambient is positioned at the intersection of multiple segments in order to provide a tailored solution for the </a:t>
            </a:r>
            <a:r>
              <a:rPr lang="en-US" altLang="en-US" sz="2800" dirty="0">
                <a:solidFill>
                  <a:schemeClr val="bg1"/>
                </a:solidFill>
                <a:latin typeface="Garamond" panose="02020404030301010803" pitchFamily="18" charset="0"/>
              </a:rPr>
              <a:t>indoor farming beachhead </a:t>
            </a:r>
            <a:r>
              <a:rPr kumimoji="0" lang="en-US" altLang="en-US" sz="2800" b="0" i="0" u="none" strike="noStrike" cap="none" normalizeH="0" baseline="0" dirty="0">
                <a:ln>
                  <a:noFill/>
                </a:ln>
                <a:solidFill>
                  <a:schemeClr val="bg1"/>
                </a:solidFill>
                <a:effectLst/>
                <a:latin typeface="Garamond" panose="02020404030301010803" pitchFamily="18" charset="0"/>
              </a:rPr>
              <a:t>market</a:t>
            </a:r>
            <a:r>
              <a:rPr lang="en-US" altLang="en-US" sz="2800" dirty="0">
                <a:solidFill>
                  <a:schemeClr val="bg1"/>
                </a:solidFill>
                <a:latin typeface="Garamond" panose="02020404030301010803" pitchFamily="18" charset="0"/>
              </a:rPr>
              <a:t>.</a:t>
            </a:r>
            <a:endParaRPr kumimoji="0" lang="en-US" altLang="en-US" sz="28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bg1"/>
                </a:solidFill>
                <a:effectLst/>
                <a:latin typeface="Arial" panose="020B0604020202020204" pitchFamily="34" charset="0"/>
              </a:rPr>
              <a:t>        </a:t>
            </a:r>
          </a:p>
        </p:txBody>
      </p:sp>
      <p:pic>
        <p:nvPicPr>
          <p:cNvPr id="9" name="Picture 8" descr="Chart&#10;&#10;Description automatically generated">
            <a:extLst>
              <a:ext uri="{FF2B5EF4-FFF2-40B4-BE49-F238E27FC236}">
                <a16:creationId xmlns:a16="http://schemas.microsoft.com/office/drawing/2014/main" id="{ED90C94B-CCD0-0845-967A-5AAF28DE7CCE}"/>
              </a:ext>
            </a:extLst>
          </p:cNvPr>
          <p:cNvPicPr>
            <a:picLocks noChangeAspect="1"/>
          </p:cNvPicPr>
          <p:nvPr/>
        </p:nvPicPr>
        <p:blipFill rotWithShape="1">
          <a:blip r:embed="rId2">
            <a:extLst>
              <a:ext uri="{28A0092B-C50C-407E-A947-70E740481C1C}">
                <a14:useLocalDpi xmlns:a14="http://schemas.microsoft.com/office/drawing/2010/main" val="0"/>
              </a:ext>
            </a:extLst>
          </a:blip>
          <a:srcRect t="894"/>
          <a:stretch/>
        </p:blipFill>
        <p:spPr>
          <a:xfrm>
            <a:off x="5052646" y="365125"/>
            <a:ext cx="7543800" cy="6672753"/>
          </a:xfrm>
          <a:prstGeom prst="rect">
            <a:avLst/>
          </a:prstGeom>
        </p:spPr>
      </p:pic>
      <p:sp>
        <p:nvSpPr>
          <p:cNvPr id="5" name="Slide Number Placeholder 1">
            <a:extLst>
              <a:ext uri="{FF2B5EF4-FFF2-40B4-BE49-F238E27FC236}">
                <a16:creationId xmlns:a16="http://schemas.microsoft.com/office/drawing/2014/main" id="{023CC952-DA77-1B4A-AB42-EFBAC6A55B57}"/>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pPr/>
              <a:t>9</a:t>
            </a:fld>
            <a:endParaRPr lang="ar-LY" b="1" dirty="0"/>
          </a:p>
        </p:txBody>
      </p:sp>
    </p:spTree>
    <p:extLst>
      <p:ext uri="{BB962C8B-B14F-4D97-AF65-F5344CB8AC3E}">
        <p14:creationId xmlns:p14="http://schemas.microsoft.com/office/powerpoint/2010/main" val="110680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C4BC-0097-9F40-B994-EDD59FEAF7BC}"/>
              </a:ext>
            </a:extLst>
          </p:cNvPr>
          <p:cNvSpPr>
            <a:spLocks noGrp="1"/>
          </p:cNvSpPr>
          <p:nvPr>
            <p:ph type="title"/>
          </p:nvPr>
        </p:nvSpPr>
        <p:spPr/>
        <p:txBody>
          <a:bodyPr/>
          <a:lstStyle/>
          <a:p>
            <a:r>
              <a:rPr lang="en-US" dirty="0">
                <a:solidFill>
                  <a:schemeClr val="bg1"/>
                </a:solidFill>
              </a:rPr>
              <a:t>Competitive </a:t>
            </a:r>
            <a:r>
              <a:rPr lang="en-US" dirty="0"/>
              <a:t>Benchmark</a:t>
            </a:r>
            <a:endParaRPr lang="en-US" dirty="0">
              <a:solidFill>
                <a:schemeClr val="bg1"/>
              </a:solidFill>
            </a:endParaRPr>
          </a:p>
        </p:txBody>
      </p:sp>
      <p:graphicFrame>
        <p:nvGraphicFramePr>
          <p:cNvPr id="3" name="Table 2">
            <a:extLst>
              <a:ext uri="{FF2B5EF4-FFF2-40B4-BE49-F238E27FC236}">
                <a16:creationId xmlns:a16="http://schemas.microsoft.com/office/drawing/2014/main" id="{BE32194B-66F2-9344-9045-71D3F235B2D4}"/>
              </a:ext>
            </a:extLst>
          </p:cNvPr>
          <p:cNvGraphicFramePr>
            <a:graphicFrameLocks noGrp="1"/>
          </p:cNvGraphicFramePr>
          <p:nvPr>
            <p:extLst>
              <p:ext uri="{D42A27DB-BD31-4B8C-83A1-F6EECF244321}">
                <p14:modId xmlns:p14="http://schemas.microsoft.com/office/powerpoint/2010/main" val="5875940"/>
              </p:ext>
            </p:extLst>
          </p:nvPr>
        </p:nvGraphicFramePr>
        <p:xfrm>
          <a:off x="983672" y="1881585"/>
          <a:ext cx="10370128" cy="4145280"/>
        </p:xfrm>
        <a:graphic>
          <a:graphicData uri="http://schemas.openxmlformats.org/drawingml/2006/table">
            <a:tbl>
              <a:tblPr/>
              <a:tblGrid>
                <a:gridCol w="2720228">
                  <a:extLst>
                    <a:ext uri="{9D8B030D-6E8A-4147-A177-3AD203B41FA5}">
                      <a16:colId xmlns:a16="http://schemas.microsoft.com/office/drawing/2014/main" val="285793511"/>
                    </a:ext>
                  </a:extLst>
                </a:gridCol>
                <a:gridCol w="1912475">
                  <a:extLst>
                    <a:ext uri="{9D8B030D-6E8A-4147-A177-3AD203B41FA5}">
                      <a16:colId xmlns:a16="http://schemas.microsoft.com/office/drawing/2014/main" val="[redacted]"/>
                    </a:ext>
                  </a:extLst>
                </a:gridCol>
                <a:gridCol w="1912475">
                  <a:extLst>
                    <a:ext uri="{9D8B030D-6E8A-4147-A177-3AD203B41FA5}">
                      <a16:colId xmlns:a16="http://schemas.microsoft.com/office/drawing/2014/main" val="33867107"/>
                    </a:ext>
                  </a:extLst>
                </a:gridCol>
                <a:gridCol w="1912475">
                  <a:extLst>
                    <a:ext uri="{9D8B030D-6E8A-4147-A177-3AD203B41FA5}">
                      <a16:colId xmlns:a16="http://schemas.microsoft.com/office/drawing/2014/main" val="1904074191"/>
                    </a:ext>
                  </a:extLst>
                </a:gridCol>
                <a:gridCol w="1912475">
                  <a:extLst>
                    <a:ext uri="{9D8B030D-6E8A-4147-A177-3AD203B41FA5}">
                      <a16:colId xmlns:a16="http://schemas.microsoft.com/office/drawing/2014/main" val="660484743"/>
                    </a:ext>
                  </a:extLst>
                </a:gridCol>
              </a:tblGrid>
              <a:tr h="353086">
                <a:tc>
                  <a:txBody>
                    <a:bodyPr/>
                    <a:lstStyle/>
                    <a:p>
                      <a:pPr fontAlgn="ctr"/>
                      <a:r>
                        <a:rPr lang="en-CA" sz="1600" dirty="0">
                          <a:solidFill>
                            <a:schemeClr val="bg1"/>
                          </a:solidFill>
                          <a:effectLst/>
                        </a:rPr>
                        <a:t> </a:t>
                      </a: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Ambient</a:t>
                      </a:r>
                      <a:endParaRPr lang="en-CA" sz="1600" dirty="0">
                        <a:solidFill>
                          <a:schemeClr val="bg1"/>
                        </a:solidFill>
                        <a:effectLs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Autogrow</a:t>
                      </a:r>
                      <a:endParaRPr lang="en-CA" sz="1600" dirty="0">
                        <a:solidFill>
                          <a:schemeClr val="bg1"/>
                        </a:solidFill>
                        <a:effectLs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75F</a:t>
                      </a:r>
                      <a:endParaRPr lang="en-CA" sz="1600" dirty="0">
                        <a:solidFill>
                          <a:schemeClr val="bg1"/>
                        </a:solidFill>
                        <a:effectLs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Johnson Controls</a:t>
                      </a:r>
                      <a:endParaRPr lang="en-CA" sz="1600" dirty="0">
                        <a:solidFill>
                          <a:schemeClr val="bg1"/>
                        </a:solidFill>
                        <a:effectLs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redacted]"/>
                  </a:ext>
                </a:extLst>
              </a:tr>
              <a:tr h="321348">
                <a:tc>
                  <a:txBody>
                    <a:bodyPr/>
                    <a:lstStyle/>
                    <a:p>
                      <a:pPr rtl="0" fontAlgn="ctr">
                        <a:spcBef>
                          <a:spcPts val="0"/>
                        </a:spcBef>
                        <a:spcAft>
                          <a:spcPts val="0"/>
                        </a:spcAft>
                      </a:pPr>
                      <a:r>
                        <a:rPr lang="en-CA" sz="1400" b="1" i="0" u="none" strike="noStrike" dirty="0">
                          <a:solidFill>
                            <a:schemeClr val="bg1"/>
                          </a:solidFill>
                          <a:effectLst/>
                          <a:latin typeface="+mn-lt"/>
                        </a:rPr>
                        <a:t>Segment</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Multiple</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dirty="0">
                          <a:solidFill>
                            <a:schemeClr val="bg1"/>
                          </a:solidFill>
                          <a:effectLst/>
                          <a:latin typeface="+mn-lt"/>
                        </a:rPr>
                        <a:t>Indoor Farming Controller</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a:solidFill>
                            <a:schemeClr val="bg1"/>
                          </a:solidFill>
                          <a:effectLst/>
                          <a:latin typeface="+mn-lt"/>
                        </a:rPr>
                        <a:t>Smart Buildings</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OEM</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76544193"/>
                  </a:ext>
                </a:extLst>
              </a:tr>
              <a:tr h="379157">
                <a:tc>
                  <a:txBody>
                    <a:bodyPr/>
                    <a:lstStyle/>
                    <a:p>
                      <a:pPr rtl="0" fontAlgn="ctr">
                        <a:spcBef>
                          <a:spcPts val="0"/>
                        </a:spcBef>
                        <a:spcAft>
                          <a:spcPts val="0"/>
                        </a:spcAft>
                      </a:pPr>
                      <a:r>
                        <a:rPr lang="en-CA" sz="1400" b="1" i="0" u="none" strike="noStrike" dirty="0">
                          <a:solidFill>
                            <a:schemeClr val="bg1"/>
                          </a:solidFill>
                          <a:effectLst/>
                          <a:latin typeface="+mn-lt"/>
                        </a:rPr>
                        <a:t>Proximity to Customer</a:t>
                      </a:r>
                      <a:endParaRPr lang="en-CA" sz="1400" dirty="0">
                        <a:solidFill>
                          <a:schemeClr val="bg1"/>
                        </a:solidFill>
                        <a:effectLst/>
                        <a:latin typeface="+mn-lt"/>
                      </a:endParaRPr>
                    </a:p>
                    <a:p>
                      <a:pPr rtl="0" fontAlgn="ctr">
                        <a:spcBef>
                          <a:spcPts val="0"/>
                        </a:spcBef>
                        <a:spcAft>
                          <a:spcPts val="0"/>
                        </a:spcAft>
                      </a:pPr>
                      <a:r>
                        <a:rPr lang="en-CA" sz="1400" b="1" i="0" u="none" strike="noStrike" dirty="0">
                          <a:solidFill>
                            <a:schemeClr val="bg1"/>
                          </a:solidFill>
                          <a:effectLst/>
                          <a:latin typeface="+mn-lt"/>
                        </a:rPr>
                        <a:t>(Low Logistics Cost)</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dirty="0">
                          <a:solidFill>
                            <a:schemeClr val="bg1"/>
                          </a:solidFill>
                          <a:effectLst/>
                          <a:latin typeface="+mn-lt"/>
                        </a:rPr>
                        <a:t>No</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No</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0">
                <a:tc>
                  <a:txBody>
                    <a:bodyPr/>
                    <a:lstStyle/>
                    <a:p>
                      <a:pPr rtl="0" fontAlgn="ctr">
                        <a:spcBef>
                          <a:spcPts val="0"/>
                        </a:spcBef>
                        <a:spcAft>
                          <a:spcPts val="0"/>
                        </a:spcAft>
                      </a:pPr>
                      <a:r>
                        <a:rPr lang="en-CA" sz="1400" b="1" i="0" u="none" strike="noStrike">
                          <a:solidFill>
                            <a:schemeClr val="bg1"/>
                          </a:solidFill>
                          <a:effectLst/>
                          <a:latin typeface="+mn-lt"/>
                        </a:rPr>
                        <a:t>Specific vs. Generic</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Indoor Farms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dirty="0">
                          <a:solidFill>
                            <a:schemeClr val="bg1"/>
                          </a:solidFill>
                          <a:effectLst/>
                          <a:latin typeface="+mn-lt"/>
                        </a:rPr>
                        <a:t>Indoor Farms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a:solidFill>
                            <a:schemeClr val="bg1"/>
                          </a:solidFill>
                          <a:effectLst/>
                          <a:latin typeface="+mn-lt"/>
                        </a:rPr>
                        <a:t>No</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a:solidFill>
                            <a:schemeClr val="bg1"/>
                          </a:solidFill>
                          <a:effectLst/>
                          <a:latin typeface="+mn-lt"/>
                        </a:rPr>
                        <a:t>No</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250515"/>
                  </a:ext>
                </a:extLst>
              </a:tr>
              <a:tr h="263611">
                <a:tc>
                  <a:txBody>
                    <a:bodyPr/>
                    <a:lstStyle/>
                    <a:p>
                      <a:pPr rtl="0" fontAlgn="ctr">
                        <a:spcBef>
                          <a:spcPts val="0"/>
                        </a:spcBef>
                        <a:spcAft>
                          <a:spcPts val="0"/>
                        </a:spcAft>
                      </a:pPr>
                      <a:r>
                        <a:rPr lang="en-CA" sz="1400" b="1" i="0" u="none" strike="noStrike" dirty="0">
                          <a:solidFill>
                            <a:schemeClr val="bg1"/>
                          </a:solidFill>
                          <a:effectLst/>
                          <a:latin typeface="+mn-lt"/>
                        </a:rPr>
                        <a:t>Modern Web-based UI</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dirty="0">
                          <a:solidFill>
                            <a:schemeClr val="bg1"/>
                          </a:solidFill>
                          <a:effectLst/>
                          <a:latin typeface="+mn-lt"/>
                        </a:rPr>
                        <a:t>No</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a:solidFill>
                            <a:schemeClr val="bg1"/>
                          </a:solidFill>
                          <a:effectLst/>
                          <a:latin typeface="+mn-lt"/>
                        </a:rPr>
                        <a:t>Some</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7870103"/>
                  </a:ext>
                </a:extLst>
              </a:tr>
              <a:tr h="263611">
                <a:tc>
                  <a:txBody>
                    <a:bodyPr/>
                    <a:lstStyle/>
                    <a:p>
                      <a:pPr rtl="0" fontAlgn="ctr">
                        <a:spcBef>
                          <a:spcPts val="0"/>
                        </a:spcBef>
                        <a:spcAft>
                          <a:spcPts val="0"/>
                        </a:spcAft>
                      </a:pPr>
                      <a:r>
                        <a:rPr lang="en-CA" sz="1400" b="1" i="0" u="none" strike="noStrike">
                          <a:solidFill>
                            <a:schemeClr val="bg1"/>
                          </a:solidFill>
                          <a:effectLst/>
                          <a:latin typeface="+mn-lt"/>
                        </a:rPr>
                        <a:t>Wireless IoT Network</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dirty="0">
                          <a:solidFill>
                            <a:schemeClr val="bg1"/>
                          </a:solidFill>
                          <a:effectLst/>
                          <a:latin typeface="+mn-lt"/>
                        </a:rPr>
                        <a:t>No</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Yes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4290102"/>
                  </a:ext>
                </a:extLst>
              </a:tr>
              <a:tr h="364035">
                <a:tc>
                  <a:txBody>
                    <a:bodyPr/>
                    <a:lstStyle/>
                    <a:p>
                      <a:pPr rtl="0" fontAlgn="ctr">
                        <a:spcBef>
                          <a:spcPts val="0"/>
                        </a:spcBef>
                        <a:spcAft>
                          <a:spcPts val="0"/>
                        </a:spcAft>
                      </a:pPr>
                      <a:r>
                        <a:rPr lang="en-CA" sz="1400" b="1" i="0" u="none" strike="noStrike">
                          <a:solidFill>
                            <a:schemeClr val="bg1"/>
                          </a:solidFill>
                          <a:effectLst/>
                          <a:latin typeface="+mn-lt"/>
                        </a:rPr>
                        <a:t>Advanced Optimization Methods</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ML models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a:solidFill>
                            <a:schemeClr val="bg1"/>
                          </a:solidFill>
                          <a:effectLst/>
                          <a:latin typeface="+mn-lt"/>
                        </a:rPr>
                        <a:t>No</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Some</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Some</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464458">
                <a:tc>
                  <a:txBody>
                    <a:bodyPr/>
                    <a:lstStyle/>
                    <a:p>
                      <a:pPr rtl="0" fontAlgn="ctr">
                        <a:spcBef>
                          <a:spcPts val="0"/>
                        </a:spcBef>
                        <a:spcAft>
                          <a:spcPts val="0"/>
                        </a:spcAft>
                      </a:pPr>
                      <a:r>
                        <a:rPr lang="en-CA" sz="1400" b="1" i="0" u="none" strike="noStrike">
                          <a:solidFill>
                            <a:schemeClr val="bg1"/>
                          </a:solidFill>
                          <a:effectLst/>
                          <a:latin typeface="+mn-lt"/>
                        </a:rPr>
                        <a:t>Pricing</a:t>
                      </a:r>
                      <a:endParaRPr lang="en-CA" sz="140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Quotation</a:t>
                      </a:r>
                      <a:endParaRPr lang="en-CA" sz="1400" dirty="0">
                        <a:solidFill>
                          <a:schemeClr val="bg1"/>
                        </a:solidFill>
                        <a:effectLst/>
                        <a:latin typeface="+mn-lt"/>
                      </a:endParaRPr>
                    </a:p>
                    <a:p>
                      <a:pPr algn="ctr" rtl="0" fontAlgn="ctr">
                        <a:spcBef>
                          <a:spcPts val="0"/>
                        </a:spcBef>
                        <a:spcAft>
                          <a:spcPts val="0"/>
                        </a:spcAft>
                      </a:pPr>
                      <a:r>
                        <a:rPr lang="en-CA" sz="1400" b="0" i="0" u="none" strike="noStrike" dirty="0">
                          <a:solidFill>
                            <a:schemeClr val="bg1"/>
                          </a:solidFill>
                          <a:effectLst/>
                          <a:latin typeface="+mn-lt"/>
                        </a:rPr>
                        <a:t>(based on area)</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400" b="0" i="0" u="none" strike="noStrike" dirty="0">
                          <a:solidFill>
                            <a:schemeClr val="bg1"/>
                          </a:solidFill>
                          <a:effectLst/>
                          <a:latin typeface="+mn-lt"/>
                        </a:rPr>
                        <a:t>$3000 for one unit + Installation Fees</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Quotation </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400" b="0" i="0" u="none" strike="noStrike" dirty="0">
                          <a:solidFill>
                            <a:schemeClr val="bg1"/>
                          </a:solidFill>
                          <a:effectLst/>
                          <a:latin typeface="+mn-lt"/>
                        </a:rPr>
                        <a:t>Quotation</a:t>
                      </a:r>
                      <a:endParaRPr lang="en-CA" sz="1400" dirty="0">
                        <a:solidFill>
                          <a:schemeClr val="bg1"/>
                        </a:solidFill>
                        <a:effectLst/>
                        <a:latin typeface="+mn-lt"/>
                      </a:endParaRPr>
                    </a:p>
                  </a:txBody>
                  <a:tcPr marL="95250" marR="95250" marT="95250" marB="9525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bl>
          </a:graphicData>
        </a:graphic>
      </p:graphicFrame>
      <p:pic>
        <p:nvPicPr>
          <p:cNvPr id="4" name="Google Shape;215;p29">
            <a:extLst>
              <a:ext uri="{FF2B5EF4-FFF2-40B4-BE49-F238E27FC236}">
                <a16:creationId xmlns:a16="http://schemas.microsoft.com/office/drawing/2014/main" id="{63E7D9BB-72F5-3641-8F1E-F7AE0FD18F0D}"/>
              </a:ext>
            </a:extLst>
          </p:cNvPr>
          <p:cNvPicPr preferRelativeResize="0"/>
          <p:nvPr/>
        </p:nvPicPr>
        <p:blipFill>
          <a:blip r:embed="rId3">
            <a:alphaModFix/>
            <a:lum bright="70000" contrast="-70000"/>
          </a:blip>
          <a:stretch>
            <a:fillRect/>
          </a:stretch>
        </p:blipFill>
        <p:spPr>
          <a:xfrm>
            <a:off x="3754304" y="3844834"/>
            <a:ext cx="305350" cy="305350"/>
          </a:xfrm>
          <a:prstGeom prst="rect">
            <a:avLst/>
          </a:prstGeom>
          <a:noFill/>
          <a:ln>
            <a:noFill/>
          </a:ln>
        </p:spPr>
      </p:pic>
      <p:pic>
        <p:nvPicPr>
          <p:cNvPr id="5" name="Google Shape;219;p29">
            <a:extLst>
              <a:ext uri="{FF2B5EF4-FFF2-40B4-BE49-F238E27FC236}">
                <a16:creationId xmlns:a16="http://schemas.microsoft.com/office/drawing/2014/main" id="{26FD8721-D7E9-9846-BCF1-577F3733136E}"/>
              </a:ext>
            </a:extLst>
          </p:cNvPr>
          <p:cNvPicPr preferRelativeResize="0"/>
          <p:nvPr/>
        </p:nvPicPr>
        <p:blipFill>
          <a:blip r:embed="rId3">
            <a:alphaModFix/>
            <a:lum bright="70000" contrast="-70000"/>
          </a:blip>
          <a:stretch>
            <a:fillRect/>
          </a:stretch>
        </p:blipFill>
        <p:spPr>
          <a:xfrm>
            <a:off x="3754304" y="3337341"/>
            <a:ext cx="305350" cy="305350"/>
          </a:xfrm>
          <a:prstGeom prst="rect">
            <a:avLst/>
          </a:prstGeom>
          <a:noFill/>
          <a:ln>
            <a:noFill/>
          </a:ln>
        </p:spPr>
      </p:pic>
      <p:pic>
        <p:nvPicPr>
          <p:cNvPr id="6" name="Google Shape;222;p29">
            <a:extLst>
              <a:ext uri="{FF2B5EF4-FFF2-40B4-BE49-F238E27FC236}">
                <a16:creationId xmlns:a16="http://schemas.microsoft.com/office/drawing/2014/main" id="{DBA6DAF4-CB0D-934B-935B-EEE8242964C9}"/>
              </a:ext>
            </a:extLst>
          </p:cNvPr>
          <p:cNvPicPr preferRelativeResize="0"/>
          <p:nvPr/>
        </p:nvPicPr>
        <p:blipFill>
          <a:blip r:embed="rId3">
            <a:alphaModFix/>
            <a:lum bright="70000" contrast="-70000"/>
          </a:blip>
          <a:stretch>
            <a:fillRect/>
          </a:stretch>
        </p:blipFill>
        <p:spPr>
          <a:xfrm>
            <a:off x="3754304" y="4267672"/>
            <a:ext cx="305350" cy="305350"/>
          </a:xfrm>
          <a:prstGeom prst="rect">
            <a:avLst/>
          </a:prstGeom>
          <a:noFill/>
          <a:ln>
            <a:noFill/>
          </a:ln>
        </p:spPr>
      </p:pic>
      <p:pic>
        <p:nvPicPr>
          <p:cNvPr id="7" name="Google Shape;227;p29">
            <a:extLst>
              <a:ext uri="{FF2B5EF4-FFF2-40B4-BE49-F238E27FC236}">
                <a16:creationId xmlns:a16="http://schemas.microsoft.com/office/drawing/2014/main" id="{533F4CF7-9E93-6C48-9384-754D414EEB69}"/>
              </a:ext>
            </a:extLst>
          </p:cNvPr>
          <p:cNvPicPr preferRelativeResize="0"/>
          <p:nvPr/>
        </p:nvPicPr>
        <p:blipFill>
          <a:blip r:embed="rId3">
            <a:alphaModFix/>
            <a:lum bright="70000" contrast="-70000"/>
          </a:blip>
          <a:stretch>
            <a:fillRect/>
          </a:stretch>
        </p:blipFill>
        <p:spPr>
          <a:xfrm>
            <a:off x="3754304" y="4666235"/>
            <a:ext cx="305350" cy="305350"/>
          </a:xfrm>
          <a:prstGeom prst="rect">
            <a:avLst/>
          </a:prstGeom>
          <a:noFill/>
          <a:ln>
            <a:noFill/>
          </a:ln>
        </p:spPr>
      </p:pic>
      <p:pic>
        <p:nvPicPr>
          <p:cNvPr id="8" name="Google Shape;230;p29">
            <a:extLst>
              <a:ext uri="{FF2B5EF4-FFF2-40B4-BE49-F238E27FC236}">
                <a16:creationId xmlns:a16="http://schemas.microsoft.com/office/drawing/2014/main" id="{7A6D2AB9-2C88-884B-8089-B5D365E4C5EE}"/>
              </a:ext>
            </a:extLst>
          </p:cNvPr>
          <p:cNvPicPr preferRelativeResize="0"/>
          <p:nvPr/>
        </p:nvPicPr>
        <p:blipFill>
          <a:blip r:embed="rId3">
            <a:alphaModFix/>
            <a:lum bright="70000" contrast="-70000"/>
          </a:blip>
          <a:stretch>
            <a:fillRect/>
          </a:stretch>
        </p:blipFill>
        <p:spPr>
          <a:xfrm>
            <a:off x="3754304" y="5055660"/>
            <a:ext cx="305350" cy="305350"/>
          </a:xfrm>
          <a:prstGeom prst="rect">
            <a:avLst/>
          </a:prstGeom>
          <a:noFill/>
          <a:ln>
            <a:noFill/>
          </a:ln>
        </p:spPr>
      </p:pic>
      <p:pic>
        <p:nvPicPr>
          <p:cNvPr id="14" name="Google Shape;216;p29">
            <a:extLst>
              <a:ext uri="{FF2B5EF4-FFF2-40B4-BE49-F238E27FC236}">
                <a16:creationId xmlns:a16="http://schemas.microsoft.com/office/drawing/2014/main" id="{C209BF39-F140-944B-9A10-7675C9A93A47}"/>
              </a:ext>
            </a:extLst>
          </p:cNvPr>
          <p:cNvPicPr preferRelativeResize="0"/>
          <p:nvPr/>
        </p:nvPicPr>
        <p:blipFill>
          <a:blip r:embed="rId4">
            <a:alphaModFix/>
            <a:duotone>
              <a:schemeClr val="bg2">
                <a:shade val="45000"/>
                <a:satMod val="135000"/>
              </a:schemeClr>
              <a:prstClr val="white"/>
            </a:duotone>
          </a:blip>
          <a:stretch>
            <a:fillRect/>
          </a:stretch>
        </p:blipFill>
        <p:spPr>
          <a:xfrm>
            <a:off x="5714312" y="3337341"/>
            <a:ext cx="305350" cy="305350"/>
          </a:xfrm>
          <a:prstGeom prst="rect">
            <a:avLst/>
          </a:prstGeom>
          <a:noFill/>
          <a:ln>
            <a:noFill/>
          </a:ln>
        </p:spPr>
      </p:pic>
      <p:pic>
        <p:nvPicPr>
          <p:cNvPr id="15" name="Google Shape;216;p29">
            <a:extLst>
              <a:ext uri="{FF2B5EF4-FFF2-40B4-BE49-F238E27FC236}">
                <a16:creationId xmlns:a16="http://schemas.microsoft.com/office/drawing/2014/main" id="{B7668DFF-EFCE-964C-9725-6E59FF010C17}"/>
              </a:ext>
            </a:extLst>
          </p:cNvPr>
          <p:cNvPicPr preferRelativeResize="0"/>
          <p:nvPr/>
        </p:nvPicPr>
        <p:blipFill>
          <a:blip r:embed="rId4">
            <a:alphaModFix/>
            <a:duotone>
              <a:schemeClr val="bg2">
                <a:shade val="45000"/>
                <a:satMod val="135000"/>
              </a:schemeClr>
              <a:prstClr val="white"/>
            </a:duotone>
          </a:blip>
          <a:stretch>
            <a:fillRect/>
          </a:stretch>
        </p:blipFill>
        <p:spPr>
          <a:xfrm>
            <a:off x="5714312" y="4267672"/>
            <a:ext cx="305350" cy="305350"/>
          </a:xfrm>
          <a:prstGeom prst="rect">
            <a:avLst/>
          </a:prstGeom>
          <a:noFill/>
          <a:ln>
            <a:noFill/>
          </a:ln>
        </p:spPr>
      </p:pic>
      <p:pic>
        <p:nvPicPr>
          <p:cNvPr id="16" name="Google Shape;216;p29">
            <a:extLst>
              <a:ext uri="{FF2B5EF4-FFF2-40B4-BE49-F238E27FC236}">
                <a16:creationId xmlns:a16="http://schemas.microsoft.com/office/drawing/2014/main" id="{4F40A6B9-0732-B242-9985-FDD91B03428C}"/>
              </a:ext>
            </a:extLst>
          </p:cNvPr>
          <p:cNvPicPr preferRelativeResize="0"/>
          <p:nvPr/>
        </p:nvPicPr>
        <p:blipFill>
          <a:blip r:embed="rId4">
            <a:alphaModFix/>
            <a:duotone>
              <a:schemeClr val="bg2">
                <a:shade val="45000"/>
                <a:satMod val="135000"/>
              </a:schemeClr>
              <a:prstClr val="white"/>
            </a:duotone>
          </a:blip>
          <a:stretch>
            <a:fillRect/>
          </a:stretch>
        </p:blipFill>
        <p:spPr>
          <a:xfrm>
            <a:off x="5714312" y="4666235"/>
            <a:ext cx="305350" cy="305350"/>
          </a:xfrm>
          <a:prstGeom prst="rect">
            <a:avLst/>
          </a:prstGeom>
          <a:noFill/>
          <a:ln>
            <a:noFill/>
          </a:ln>
        </p:spPr>
      </p:pic>
      <p:pic>
        <p:nvPicPr>
          <p:cNvPr id="17" name="Google Shape;216;p29">
            <a:extLst>
              <a:ext uri="{FF2B5EF4-FFF2-40B4-BE49-F238E27FC236}">
                <a16:creationId xmlns:a16="http://schemas.microsoft.com/office/drawing/2014/main" id="{F2B4A95F-6EBD-DA41-A5FD-E5ACBB6E4C6D}"/>
              </a:ext>
            </a:extLst>
          </p:cNvPr>
          <p:cNvPicPr preferRelativeResize="0"/>
          <p:nvPr/>
        </p:nvPicPr>
        <p:blipFill>
          <a:blip r:embed="rId4">
            <a:alphaModFix/>
            <a:duotone>
              <a:schemeClr val="bg2">
                <a:shade val="45000"/>
                <a:satMod val="135000"/>
              </a:schemeClr>
              <a:prstClr val="white"/>
            </a:duotone>
          </a:blip>
          <a:stretch>
            <a:fillRect/>
          </a:stretch>
        </p:blipFill>
        <p:spPr>
          <a:xfrm>
            <a:off x="5714312" y="5055660"/>
            <a:ext cx="305350" cy="305350"/>
          </a:xfrm>
          <a:prstGeom prst="rect">
            <a:avLst/>
          </a:prstGeom>
          <a:noFill/>
          <a:ln>
            <a:noFill/>
          </a:ln>
        </p:spPr>
      </p:pic>
      <p:pic>
        <p:nvPicPr>
          <p:cNvPr id="18" name="Google Shape;215;p29">
            <a:extLst>
              <a:ext uri="{FF2B5EF4-FFF2-40B4-BE49-F238E27FC236}">
                <a16:creationId xmlns:a16="http://schemas.microsoft.com/office/drawing/2014/main" id="{85591DDA-D7E0-3C44-B4CF-FF[redacted]}"/>
              </a:ext>
            </a:extLst>
          </p:cNvPr>
          <p:cNvPicPr preferRelativeResize="0"/>
          <p:nvPr/>
        </p:nvPicPr>
        <p:blipFill>
          <a:blip r:embed="rId3">
            <a:alphaModFix/>
            <a:lum bright="70000" contrast="-70000"/>
          </a:blip>
          <a:stretch>
            <a:fillRect/>
          </a:stretch>
        </p:blipFill>
        <p:spPr>
          <a:xfrm>
            <a:off x="5714312" y="3856843"/>
            <a:ext cx="305350" cy="305350"/>
          </a:xfrm>
          <a:prstGeom prst="rect">
            <a:avLst/>
          </a:prstGeom>
          <a:noFill/>
          <a:ln>
            <a:noFill/>
          </a:ln>
        </p:spPr>
      </p:pic>
      <p:pic>
        <p:nvPicPr>
          <p:cNvPr id="19" name="Google Shape;215;p29">
            <a:extLst>
              <a:ext uri="{FF2B5EF4-FFF2-40B4-BE49-F238E27FC236}">
                <a16:creationId xmlns:a16="http://schemas.microsoft.com/office/drawing/2014/main" id="{F6C4814F-C657-7041-8DF1-2918C9F18327}"/>
              </a:ext>
            </a:extLst>
          </p:cNvPr>
          <p:cNvPicPr preferRelativeResize="0"/>
          <p:nvPr/>
        </p:nvPicPr>
        <p:blipFill>
          <a:blip r:embed="rId3">
            <a:alphaModFix/>
            <a:lum bright="70000" contrast="-70000"/>
          </a:blip>
          <a:stretch>
            <a:fillRect/>
          </a:stretch>
        </p:blipFill>
        <p:spPr>
          <a:xfrm>
            <a:off x="7674320" y="4246898"/>
            <a:ext cx="305350" cy="305350"/>
          </a:xfrm>
          <a:prstGeom prst="rect">
            <a:avLst/>
          </a:prstGeom>
          <a:noFill/>
          <a:ln>
            <a:noFill/>
          </a:ln>
        </p:spPr>
      </p:pic>
      <p:pic>
        <p:nvPicPr>
          <p:cNvPr id="20" name="Google Shape;215;p29">
            <a:extLst>
              <a:ext uri="{FF2B5EF4-FFF2-40B4-BE49-F238E27FC236}">
                <a16:creationId xmlns:a16="http://schemas.microsoft.com/office/drawing/2014/main" id="{D7D24DD2-C5F8-954A-A48B-38D1653D8003}"/>
              </a:ext>
            </a:extLst>
          </p:cNvPr>
          <p:cNvPicPr preferRelativeResize="0"/>
          <p:nvPr/>
        </p:nvPicPr>
        <p:blipFill>
          <a:blip r:embed="rId3">
            <a:alphaModFix/>
            <a:lum bright="70000" contrast="-70000"/>
          </a:blip>
          <a:stretch>
            <a:fillRect/>
          </a:stretch>
        </p:blipFill>
        <p:spPr>
          <a:xfrm>
            <a:off x="7674320" y="4655847"/>
            <a:ext cx="305350" cy="305350"/>
          </a:xfrm>
          <a:prstGeom prst="rect">
            <a:avLst/>
          </a:prstGeom>
          <a:noFill/>
          <a:ln>
            <a:noFill/>
          </a:ln>
        </p:spPr>
      </p:pic>
      <p:pic>
        <p:nvPicPr>
          <p:cNvPr id="21" name="Google Shape;216;p29">
            <a:extLst>
              <a:ext uri="{FF2B5EF4-FFF2-40B4-BE49-F238E27FC236}">
                <a16:creationId xmlns:a16="http://schemas.microsoft.com/office/drawing/2014/main" id="{148AD170-3314-1C4C-9537-FE95A6AC749F}"/>
              </a:ext>
            </a:extLst>
          </p:cNvPr>
          <p:cNvPicPr preferRelativeResize="0"/>
          <p:nvPr/>
        </p:nvPicPr>
        <p:blipFill>
          <a:blip r:embed="rId4">
            <a:alphaModFix/>
            <a:duotone>
              <a:schemeClr val="bg2">
                <a:shade val="45000"/>
                <a:satMod val="135000"/>
              </a:schemeClr>
              <a:prstClr val="white"/>
            </a:duotone>
          </a:blip>
          <a:stretch>
            <a:fillRect/>
          </a:stretch>
        </p:blipFill>
        <p:spPr>
          <a:xfrm>
            <a:off x="7674320" y="3337341"/>
            <a:ext cx="305350" cy="305350"/>
          </a:xfrm>
          <a:prstGeom prst="rect">
            <a:avLst/>
          </a:prstGeom>
          <a:noFill/>
          <a:ln>
            <a:noFill/>
          </a:ln>
        </p:spPr>
      </p:pic>
      <p:pic>
        <p:nvPicPr>
          <p:cNvPr id="22" name="Google Shape;216;p29">
            <a:extLst>
              <a:ext uri="{FF2B5EF4-FFF2-40B4-BE49-F238E27FC236}">
                <a16:creationId xmlns:a16="http://schemas.microsoft.com/office/drawing/2014/main" id="{940BC61D-DFBD-A342-AE7D-8FF6C63C0C44}"/>
              </a:ext>
            </a:extLst>
          </p:cNvPr>
          <p:cNvPicPr preferRelativeResize="0"/>
          <p:nvPr/>
        </p:nvPicPr>
        <p:blipFill>
          <a:blip r:embed="rId4">
            <a:alphaModFix/>
            <a:duotone>
              <a:schemeClr val="bg2">
                <a:shade val="45000"/>
                <a:satMod val="135000"/>
              </a:schemeClr>
              <a:prstClr val="white"/>
            </a:duotone>
          </a:blip>
          <a:stretch>
            <a:fillRect/>
          </a:stretch>
        </p:blipFill>
        <p:spPr>
          <a:xfrm>
            <a:off x="7674320" y="3837949"/>
            <a:ext cx="305350" cy="305350"/>
          </a:xfrm>
          <a:prstGeom prst="rect">
            <a:avLst/>
          </a:prstGeom>
          <a:noFill/>
          <a:ln>
            <a:noFill/>
          </a:ln>
        </p:spPr>
      </p:pic>
      <p:pic>
        <p:nvPicPr>
          <p:cNvPr id="23" name="Google Shape;216;p29">
            <a:extLst>
              <a:ext uri="{FF2B5EF4-FFF2-40B4-BE49-F238E27FC236}">
                <a16:creationId xmlns:a16="http://schemas.microsoft.com/office/drawing/2014/main" id="{54A182E0-8AB9-454A-9065-8CA6BA1C5E5C}"/>
              </a:ext>
            </a:extLst>
          </p:cNvPr>
          <p:cNvPicPr preferRelativeResize="0"/>
          <p:nvPr/>
        </p:nvPicPr>
        <p:blipFill>
          <a:blip r:embed="rId4">
            <a:alphaModFix/>
            <a:duotone>
              <a:schemeClr val="bg2">
                <a:shade val="45000"/>
                <a:satMod val="135000"/>
              </a:schemeClr>
              <a:prstClr val="white"/>
            </a:duotone>
          </a:blip>
          <a:stretch>
            <a:fillRect/>
          </a:stretch>
        </p:blipFill>
        <p:spPr>
          <a:xfrm>
            <a:off x="7674320" y="5055660"/>
            <a:ext cx="305350" cy="305350"/>
          </a:xfrm>
          <a:prstGeom prst="rect">
            <a:avLst/>
          </a:prstGeom>
          <a:noFill/>
          <a:ln>
            <a:noFill/>
          </a:ln>
        </p:spPr>
      </p:pic>
      <p:pic>
        <p:nvPicPr>
          <p:cNvPr id="24" name="Google Shape;216;p29">
            <a:extLst>
              <a:ext uri="{FF2B5EF4-FFF2-40B4-BE49-F238E27FC236}">
                <a16:creationId xmlns:a16="http://schemas.microsoft.com/office/drawing/2014/main" id="{746E86D1-9C90-7B40-BD3D-4BE691DEF2AC}"/>
              </a:ext>
            </a:extLst>
          </p:cNvPr>
          <p:cNvPicPr preferRelativeResize="0"/>
          <p:nvPr/>
        </p:nvPicPr>
        <p:blipFill>
          <a:blip r:embed="rId4">
            <a:alphaModFix/>
            <a:duotone>
              <a:schemeClr val="bg2">
                <a:shade val="45000"/>
                <a:satMod val="135000"/>
              </a:schemeClr>
              <a:prstClr val="white"/>
            </a:duotone>
          </a:blip>
          <a:stretch>
            <a:fillRect/>
          </a:stretch>
        </p:blipFill>
        <p:spPr>
          <a:xfrm>
            <a:off x="9583059" y="5055660"/>
            <a:ext cx="305350" cy="305350"/>
          </a:xfrm>
          <a:prstGeom prst="rect">
            <a:avLst/>
          </a:prstGeom>
          <a:noFill/>
          <a:ln>
            <a:noFill/>
          </a:ln>
        </p:spPr>
      </p:pic>
      <p:pic>
        <p:nvPicPr>
          <p:cNvPr id="25" name="Google Shape;216;p29">
            <a:extLst>
              <a:ext uri="{FF2B5EF4-FFF2-40B4-BE49-F238E27FC236}">
                <a16:creationId xmlns:a16="http://schemas.microsoft.com/office/drawing/2014/main" id="{65EC56A0-E2B5-4941-B455-CD1CB03D4F1A}"/>
              </a:ext>
            </a:extLst>
          </p:cNvPr>
          <p:cNvPicPr preferRelativeResize="0"/>
          <p:nvPr/>
        </p:nvPicPr>
        <p:blipFill>
          <a:blip r:embed="rId4">
            <a:alphaModFix/>
            <a:duotone>
              <a:schemeClr val="bg2">
                <a:shade val="45000"/>
                <a:satMod val="135000"/>
              </a:schemeClr>
              <a:prstClr val="white"/>
            </a:duotone>
          </a:blip>
          <a:stretch>
            <a:fillRect/>
          </a:stretch>
        </p:blipFill>
        <p:spPr>
          <a:xfrm>
            <a:off x="9583059" y="3786902"/>
            <a:ext cx="305350" cy="305350"/>
          </a:xfrm>
          <a:prstGeom prst="rect">
            <a:avLst/>
          </a:prstGeom>
          <a:noFill/>
          <a:ln>
            <a:noFill/>
          </a:ln>
        </p:spPr>
      </p:pic>
      <p:pic>
        <p:nvPicPr>
          <p:cNvPr id="26" name="Google Shape;216;p29">
            <a:extLst>
              <a:ext uri="{FF2B5EF4-FFF2-40B4-BE49-F238E27FC236}">
                <a16:creationId xmlns:a16="http://schemas.microsoft.com/office/drawing/2014/main" id="{5002CCD6-A3D9-7346-964A-AFC700DD330B}"/>
              </a:ext>
            </a:extLst>
          </p:cNvPr>
          <p:cNvPicPr preferRelativeResize="0"/>
          <p:nvPr/>
        </p:nvPicPr>
        <p:blipFill>
          <a:blip r:embed="rId4">
            <a:alphaModFix/>
            <a:duotone>
              <a:schemeClr val="bg2">
                <a:shade val="45000"/>
                <a:satMod val="135000"/>
              </a:schemeClr>
              <a:prstClr val="white"/>
            </a:duotone>
          </a:blip>
          <a:stretch>
            <a:fillRect/>
          </a:stretch>
        </p:blipFill>
        <p:spPr>
          <a:xfrm>
            <a:off x="9583059" y="4213208"/>
            <a:ext cx="305350" cy="305350"/>
          </a:xfrm>
          <a:prstGeom prst="rect">
            <a:avLst/>
          </a:prstGeom>
          <a:noFill/>
          <a:ln>
            <a:noFill/>
          </a:ln>
        </p:spPr>
      </p:pic>
      <p:pic>
        <p:nvPicPr>
          <p:cNvPr id="27" name="Google Shape;215;p29">
            <a:extLst>
              <a:ext uri="{FF2B5EF4-FFF2-40B4-BE49-F238E27FC236}">
                <a16:creationId xmlns:a16="http://schemas.microsoft.com/office/drawing/2014/main" id="{A0E7BF37-27D5-3741-ADE8-E469B1041A12}"/>
              </a:ext>
            </a:extLst>
          </p:cNvPr>
          <p:cNvPicPr preferRelativeResize="0"/>
          <p:nvPr/>
        </p:nvPicPr>
        <p:blipFill>
          <a:blip r:embed="rId3">
            <a:alphaModFix/>
            <a:lum bright="70000" contrast="-70000"/>
          </a:blip>
          <a:stretch>
            <a:fillRect/>
          </a:stretch>
        </p:blipFill>
        <p:spPr>
          <a:xfrm>
            <a:off x="9583059" y="3337341"/>
            <a:ext cx="305350" cy="305350"/>
          </a:xfrm>
          <a:prstGeom prst="rect">
            <a:avLst/>
          </a:prstGeom>
          <a:noFill/>
          <a:ln>
            <a:noFill/>
          </a:ln>
        </p:spPr>
      </p:pic>
      <p:pic>
        <p:nvPicPr>
          <p:cNvPr id="28" name="Google Shape;215;p29">
            <a:extLst>
              <a:ext uri="{FF2B5EF4-FFF2-40B4-BE49-F238E27FC236}">
                <a16:creationId xmlns:a16="http://schemas.microsoft.com/office/drawing/2014/main" id="{60444719-8585-2D47-BBCC-93CB2E9C81B5}"/>
              </a:ext>
            </a:extLst>
          </p:cNvPr>
          <p:cNvPicPr preferRelativeResize="0"/>
          <p:nvPr/>
        </p:nvPicPr>
        <p:blipFill>
          <a:blip r:embed="rId3">
            <a:alphaModFix/>
            <a:lum bright="70000" contrast="-70000"/>
          </a:blip>
          <a:stretch>
            <a:fillRect/>
          </a:stretch>
        </p:blipFill>
        <p:spPr>
          <a:xfrm>
            <a:off x="9583059" y="4639514"/>
            <a:ext cx="305350" cy="305350"/>
          </a:xfrm>
          <a:prstGeom prst="rect">
            <a:avLst/>
          </a:prstGeom>
          <a:noFill/>
          <a:ln>
            <a:noFill/>
          </a:ln>
        </p:spPr>
      </p:pic>
      <p:sp>
        <p:nvSpPr>
          <p:cNvPr id="29" name="Slide Number Placeholder 1">
            <a:extLst>
              <a:ext uri="{FF2B5EF4-FFF2-40B4-BE49-F238E27FC236}">
                <a16:creationId xmlns:a16="http://schemas.microsoft.com/office/drawing/2014/main" id="{CBAB2CE6-64BF-F042-89C8-49819FF0D331}"/>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pPr/>
              <a:t>10</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18"/>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GB" dirty="0"/>
              <a:t>Growth Strategy</a:t>
            </a:r>
            <a:endParaRPr dirty="0"/>
          </a:p>
        </p:txBody>
      </p:sp>
      <p:sp>
        <p:nvSpPr>
          <p:cNvPr id="6" name="Slide Number Placeholder 4">
            <a:extLst>
              <a:ext uri="{FF2B5EF4-FFF2-40B4-BE49-F238E27FC236}">
                <a16:creationId xmlns:a16="http://schemas.microsoft.com/office/drawing/2014/main" id="{07995164-3ECE-B44E-9A8C-A9137222E9FD}"/>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11</a:t>
            </a:fld>
            <a:endParaRPr lang="ar-LY" dirty="0"/>
          </a:p>
        </p:txBody>
      </p:sp>
      <p:pic>
        <p:nvPicPr>
          <p:cNvPr id="4" name="Picture 3" descr="Diagram&#10;&#10;Description automatically generated">
            <a:extLst>
              <a:ext uri="{FF2B5EF4-FFF2-40B4-BE49-F238E27FC236}">
                <a16:creationId xmlns:a16="http://schemas.microsoft.com/office/drawing/2014/main" id="{3E0EDAEF-00CD-2143-86EA-BF63AC266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8470" y="1663392"/>
            <a:ext cx="7695060" cy="4477126"/>
          </a:xfrm>
          <a:prstGeom prst="rect">
            <a:avLst/>
          </a:prstGeom>
        </p:spPr>
      </p:pic>
      <p:sp>
        <p:nvSpPr>
          <p:cNvPr id="8" name="TextBox 7">
            <a:extLst>
              <a:ext uri="{FF2B5EF4-FFF2-40B4-BE49-F238E27FC236}">
                <a16:creationId xmlns:a16="http://schemas.microsoft.com/office/drawing/2014/main" id="{8F739204-B3E9-5B43-BAFE-346A65F19D02}"/>
              </a:ext>
            </a:extLst>
          </p:cNvPr>
          <p:cNvSpPr txBox="1"/>
          <p:nvPr/>
        </p:nvSpPr>
        <p:spPr>
          <a:xfrm>
            <a:off x="8713694" y="-2"/>
            <a:ext cx="3478307" cy="1039908"/>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dirty="0">
                <a:solidFill>
                  <a:schemeClr val="tx1"/>
                </a:solidFill>
              </a:rPr>
              <a:t>WIP – Add market size for each segment</a:t>
            </a:r>
          </a:p>
        </p:txBody>
      </p:sp>
    </p:spTree>
    <p:extLst>
      <p:ext uri="{BB962C8B-B14F-4D97-AF65-F5344CB8AC3E}">
        <p14:creationId xmlns:p14="http://schemas.microsoft.com/office/powerpoint/2010/main" val="115108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aphicFrame>
        <p:nvGraphicFramePr>
          <p:cNvPr id="300" name="Google Shape;300;p39"/>
          <p:cNvGraphicFramePr/>
          <p:nvPr>
            <p:extLst>
              <p:ext uri="{D42A27DB-BD31-4B8C-83A1-F6EECF244321}">
                <p14:modId xmlns:p14="http://schemas.microsoft.com/office/powerpoint/2010/main" val="1985759171"/>
              </p:ext>
            </p:extLst>
          </p:nvPr>
        </p:nvGraphicFramePr>
        <p:xfrm>
          <a:off x="4965267" y="196627"/>
          <a:ext cx="7019067" cy="6530560"/>
        </p:xfrm>
        <a:graphic>
          <a:graphicData uri="http://schemas.openxmlformats.org/drawingml/2006/table">
            <a:tbl>
              <a:tblPr>
                <a:noFill/>
              </a:tblPr>
              <a:tblGrid>
                <a:gridCol w="1533300">
                  <a:extLst>
                    <a:ext uri="{9D8B030D-6E8A-4147-A177-3AD203B41FA5}">
                      <a16:colId xmlns:a16="http://schemas.microsoft.com/office/drawing/2014/main" val="20000"/>
                    </a:ext>
                  </a:extLst>
                </a:gridCol>
                <a:gridCol w="3123367">
                  <a:extLst>
                    <a:ext uri="{9D8B030D-6E8A-4147-A177-3AD203B41FA5}">
                      <a16:colId xmlns:a16="http://schemas.microsoft.com/office/drawing/2014/main" val="20001"/>
                    </a:ext>
                  </a:extLst>
                </a:gridCol>
                <a:gridCol w="2362400">
                  <a:extLst>
                    <a:ext uri="{9D8B030D-6E8A-4147-A177-3AD203B41FA5}">
                      <a16:colId xmlns:a16="http://schemas.microsoft.com/office/drawing/2014/main" val="20002"/>
                    </a:ext>
                  </a:extLst>
                </a:gridCol>
              </a:tblGrid>
              <a:tr h="292722">
                <a:tc>
                  <a:txBody>
                    <a:bodyPr/>
                    <a:lstStyle/>
                    <a:p>
                      <a:pPr marL="0" lvl="0" indent="0" algn="ctr" rtl="0">
                        <a:spcBef>
                          <a:spcPts val="0"/>
                        </a:spcBef>
                        <a:spcAft>
                          <a:spcPts val="0"/>
                        </a:spcAft>
                        <a:buNone/>
                      </a:pPr>
                      <a:r>
                        <a:rPr lang="en-GB" sz="1800" b="1" dirty="0">
                          <a:solidFill>
                            <a:schemeClr val="bg1"/>
                          </a:solidFill>
                          <a:latin typeface="Times New Roman"/>
                          <a:ea typeface="Times New Roman"/>
                          <a:cs typeface="Times New Roman"/>
                          <a:sym typeface="Times New Roman"/>
                        </a:rPr>
                        <a:t>Section</a:t>
                      </a:r>
                      <a:endParaRPr sz="18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800" b="1" dirty="0">
                          <a:solidFill>
                            <a:schemeClr val="bg1"/>
                          </a:solidFill>
                          <a:latin typeface="Times New Roman"/>
                          <a:ea typeface="Times New Roman"/>
                          <a:cs typeface="Times New Roman"/>
                          <a:sym typeface="Times New Roman"/>
                        </a:rPr>
                        <a:t>Component</a:t>
                      </a:r>
                      <a:endParaRPr sz="18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800" b="1" dirty="0">
                          <a:solidFill>
                            <a:schemeClr val="bg1"/>
                          </a:solidFill>
                          <a:latin typeface="Times New Roman"/>
                          <a:ea typeface="Times New Roman"/>
                          <a:cs typeface="Times New Roman"/>
                          <a:sym typeface="Times New Roman"/>
                        </a:rPr>
                        <a:t>Cost</a:t>
                      </a:r>
                      <a:endParaRPr sz="18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96062">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CAPEX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40554">
                <a:tc rowSpan="2">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Services</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Audit and Design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40554">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Installation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$5,000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40554">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Hardware</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Smart Sensors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$1,500 - $2,500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40554">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Ambient Edge Nodes</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$2,500 - $4,500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40554">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Control Unit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$6,000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85465">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CAPEX SubTotal</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$12,000 - $18,000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96062">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OPEX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40554">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Operations</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Secure Data Management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40554">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System Maintenance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40554">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Parts Replacement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40554">
                <a:tc rowSpan="5">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Ambient Platform</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Facility Analytics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40554">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ACMV Optimization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40554">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Predictive Maintenance</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40554">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Yield Prediction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240554">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Marketplace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6"/>
                  </a:ext>
                </a:extLst>
              </a:tr>
              <a:tr h="385465">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SubTotal</a:t>
                      </a:r>
                      <a:endParaRPr sz="1400"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605732">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Estimated Total Cost </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$12,000 - $18,000</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value-sharing</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301" name="Google Shape;301;p39"/>
          <p:cNvSpPr/>
          <p:nvPr/>
        </p:nvSpPr>
        <p:spPr>
          <a:xfrm>
            <a:off x="0" y="0"/>
            <a:ext cx="4550400" cy="6858000"/>
          </a:xfrm>
          <a:prstGeom prst="rect">
            <a:avLst/>
          </a:prstGeom>
          <a:solidFill>
            <a:schemeClr val="accent1">
              <a:lumMod val="50000"/>
            </a:schemeClr>
          </a:solidFill>
          <a:ln>
            <a:noFill/>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Garamond"/>
              <a:ea typeface="Garamond"/>
              <a:cs typeface="Garamond"/>
              <a:sym typeface="Garamond"/>
            </a:endParaRPr>
          </a:p>
        </p:txBody>
      </p:sp>
      <p:sp>
        <p:nvSpPr>
          <p:cNvPr id="302" name="Google Shape;302;p39"/>
          <p:cNvSpPr txBox="1">
            <a:spLocks noGrp="1"/>
          </p:cNvSpPr>
          <p:nvPr>
            <p:ph type="title"/>
          </p:nvPr>
        </p:nvSpPr>
        <p:spPr>
          <a:xfrm>
            <a:off x="643467" y="640067"/>
            <a:ext cx="2469010" cy="5613200"/>
          </a:xfrm>
          <a:prstGeom prst="rect">
            <a:avLst/>
          </a:prstGeom>
          <a:noFill/>
          <a:ln>
            <a:noFill/>
          </a:ln>
        </p:spPr>
        <p:txBody>
          <a:bodyPr spcFirstLastPara="1" vert="horz" wrap="square" lIns="91433" tIns="45700" rIns="91433" bIns="45700" rtlCol="0" anchor="ctr" anchorCtr="0">
            <a:noAutofit/>
          </a:bodyPr>
          <a:lstStyle/>
          <a:p>
            <a:pPr>
              <a:buClr>
                <a:srgbClr val="FFFFFF"/>
              </a:buClr>
              <a:buSzPts val="3300"/>
            </a:pPr>
            <a:r>
              <a:rPr lang="en-GB" sz="3467">
                <a:solidFill>
                  <a:srgbClr val="FFFFFF"/>
                </a:solidFill>
                <a:latin typeface="Garamond"/>
                <a:ea typeface="Garamond"/>
                <a:cs typeface="Garamond"/>
                <a:sym typeface="Garamond"/>
              </a:rPr>
              <a:t>Innovative </a:t>
            </a:r>
            <a:r>
              <a:rPr lang="en-GB" sz="3467" dirty="0">
                <a:solidFill>
                  <a:srgbClr val="FFFFFF"/>
                </a:solidFill>
                <a:latin typeface="Garamond"/>
                <a:ea typeface="Garamond"/>
                <a:cs typeface="Garamond"/>
                <a:sym typeface="Garamond"/>
              </a:rPr>
              <a:t>Revenue Model </a:t>
            </a:r>
            <a:endParaRPr sz="3467" dirty="0">
              <a:latin typeface="Garamond"/>
              <a:ea typeface="Garamond"/>
              <a:cs typeface="Garamond"/>
              <a:sym typeface="Garamond"/>
            </a:endParaRPr>
          </a:p>
        </p:txBody>
      </p:sp>
    </p:spTree>
    <p:extLst>
      <p:ext uri="{BB962C8B-B14F-4D97-AF65-F5344CB8AC3E}">
        <p14:creationId xmlns:p14="http://schemas.microsoft.com/office/powerpoint/2010/main" val="1488476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1"/>
          <p:cNvSpPr txBox="1">
            <a:spLocks noGrp="1"/>
          </p:cNvSpPr>
          <p:nvPr>
            <p:ph type="title"/>
          </p:nvPr>
        </p:nvSpPr>
        <p:spPr>
          <a:xfrm>
            <a:off x="415600" y="593367"/>
            <a:ext cx="11360800" cy="831200"/>
          </a:xfrm>
          <a:prstGeom prst="rect">
            <a:avLst/>
          </a:prstGeom>
        </p:spPr>
        <p:txBody>
          <a:bodyPr spcFirstLastPara="1" vert="horz" wrap="square" lIns="121900" tIns="121900" rIns="121900" bIns="121900" rtlCol="0" anchor="t" anchorCtr="0">
            <a:noAutofit/>
          </a:bodyPr>
          <a:lstStyle/>
          <a:p>
            <a:r>
              <a:rPr lang="en-GB" dirty="0">
                <a:solidFill>
                  <a:schemeClr val="bg1"/>
                </a:solidFill>
              </a:rPr>
              <a:t>Financials</a:t>
            </a:r>
            <a:endParaRPr dirty="0">
              <a:solidFill>
                <a:schemeClr val="bg1"/>
              </a:solidFill>
            </a:endParaRPr>
          </a:p>
        </p:txBody>
      </p:sp>
      <p:sp>
        <p:nvSpPr>
          <p:cNvPr id="2" name="TextBox 1">
            <a:extLst>
              <a:ext uri="{FF2B5EF4-FFF2-40B4-BE49-F238E27FC236}">
                <a16:creationId xmlns:a16="http://schemas.microsoft.com/office/drawing/2014/main" id="{803552ED-780B-BF4D-926D-55232410A9EC}"/>
              </a:ext>
            </a:extLst>
          </p:cNvPr>
          <p:cNvSpPr txBox="1"/>
          <p:nvPr/>
        </p:nvSpPr>
        <p:spPr>
          <a:xfrm>
            <a:off x="8713694" y="-2"/>
            <a:ext cx="3478307" cy="1039908"/>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dirty="0">
                <a:solidFill>
                  <a:schemeClr val="tx1"/>
                </a:solidFill>
              </a:rPr>
              <a:t>WIP – [Team member], Funding Gap, Valuation</a:t>
            </a:r>
          </a:p>
        </p:txBody>
      </p:sp>
      <p:sp>
        <p:nvSpPr>
          <p:cNvPr id="5" name="Slide Number Placeholder 1">
            <a:extLst>
              <a:ext uri="{FF2B5EF4-FFF2-40B4-BE49-F238E27FC236}">
                <a16:creationId xmlns:a16="http://schemas.microsoft.com/office/drawing/2014/main" id="{DC8EA47E-6DF6-A743-BF9E-1DC54DD47AF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ar-LY"/>
            </a:defPPr>
            <a:lvl1pPr marL="0" algn="r"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12FC69-CE3E-4598-98C1-B119891192DE}" type="slidenum">
              <a:rPr lang="ar-LY" smtClean="0"/>
              <a:pPr/>
              <a:t>13</a:t>
            </a:fld>
            <a:endParaRPr lang="ar-LY" dirty="0"/>
          </a:p>
        </p:txBody>
      </p:sp>
    </p:spTree>
    <p:extLst>
      <p:ext uri="{BB962C8B-B14F-4D97-AF65-F5344CB8AC3E}">
        <p14:creationId xmlns:p14="http://schemas.microsoft.com/office/powerpoint/2010/main" val="427404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A88F81B-CE88-4043-AC71-DE8F38C71B98}"/>
              </a:ext>
            </a:extLst>
          </p:cNvPr>
          <p:cNvSpPr>
            <a:spLocks noGrp="1"/>
          </p:cNvSpPr>
          <p:nvPr>
            <p:ph type="title"/>
          </p:nvPr>
        </p:nvSpPr>
        <p:spPr/>
        <p:txBody>
          <a:bodyPr/>
          <a:lstStyle/>
          <a:p>
            <a:r>
              <a:rPr lang="en-US" dirty="0"/>
              <a:t>Customer Traction</a:t>
            </a:r>
          </a:p>
        </p:txBody>
      </p:sp>
      <p:pic>
        <p:nvPicPr>
          <p:cNvPr id="47" name="Picture 46" descr="Text, table&#10;&#10;Description automatically generated">
            <a:extLst>
              <a:ext uri="{FF2B5EF4-FFF2-40B4-BE49-F238E27FC236}">
                <a16:creationId xmlns:a16="http://schemas.microsoft.com/office/drawing/2014/main" id="{502F3177-08F6-BB42-8DE1-5AC73297C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6336" y="1837455"/>
            <a:ext cx="3472244" cy="4454149"/>
          </a:xfrm>
          <a:prstGeom prst="rect">
            <a:avLst/>
          </a:prstGeom>
        </p:spPr>
      </p:pic>
      <p:pic>
        <p:nvPicPr>
          <p:cNvPr id="49" name="Picture 48" descr="Text, application&#10;&#10;Description automatically generated">
            <a:extLst>
              <a:ext uri="{FF2B5EF4-FFF2-40B4-BE49-F238E27FC236}">
                <a16:creationId xmlns:a16="http://schemas.microsoft.com/office/drawing/2014/main" id="{940A45B0-4F23-4E46-8390-528DEA093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177" y="1690688"/>
            <a:ext cx="3448158" cy="4440485"/>
          </a:xfrm>
          <a:prstGeom prst="rect">
            <a:avLst/>
          </a:prstGeom>
        </p:spPr>
      </p:pic>
      <p:pic>
        <p:nvPicPr>
          <p:cNvPr id="51" name="Picture 50" descr="Graphical user interface, text, application&#10;&#10;Description automatically generated">
            <a:extLst>
              <a:ext uri="{FF2B5EF4-FFF2-40B4-BE49-F238E27FC236}">
                <a16:creationId xmlns:a16="http://schemas.microsoft.com/office/drawing/2014/main" id="{F499B3E2-31E3-FA42-B5DD-7C636C429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543921"/>
            <a:ext cx="3449751" cy="4440485"/>
          </a:xfrm>
          <a:prstGeom prst="rect">
            <a:avLst/>
          </a:prstGeom>
        </p:spPr>
      </p:pic>
      <p:sp>
        <p:nvSpPr>
          <p:cNvPr id="9" name="Slide Number Placeholder 1">
            <a:extLst>
              <a:ext uri="{FF2B5EF4-FFF2-40B4-BE49-F238E27FC236}">
                <a16:creationId xmlns:a16="http://schemas.microsoft.com/office/drawing/2014/main" id="{DBC212AB-D923-4543-9CD9-9FDCCB1D6193}"/>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pPr/>
              <a:t>14</a:t>
            </a:fld>
            <a:endParaRPr lang="ar-LY" b="1" dirty="0"/>
          </a:p>
        </p:txBody>
      </p:sp>
      <p:sp>
        <p:nvSpPr>
          <p:cNvPr id="2" name="TextBox 1">
            <a:extLst>
              <a:ext uri="{FF2B5EF4-FFF2-40B4-BE49-F238E27FC236}">
                <a16:creationId xmlns:a16="http://schemas.microsoft.com/office/drawing/2014/main" id="{ED2795B0-35B3-1D40-A27B-D18CC3F07C66}"/>
              </a:ext>
            </a:extLst>
          </p:cNvPr>
          <p:cNvSpPr txBox="1"/>
          <p:nvPr/>
        </p:nvSpPr>
        <p:spPr>
          <a:xfrm>
            <a:off x="6273421" y="1325607"/>
            <a:ext cx="5257800" cy="2585323"/>
          </a:xfrm>
          <a:prstGeom prst="rect">
            <a:avLst/>
          </a:prstGeom>
          <a:noFill/>
        </p:spPr>
        <p:txBody>
          <a:bodyPr wrap="square" rtlCol="0">
            <a:spAutoFit/>
          </a:bodyPr>
          <a:lstStyle/>
          <a:p>
            <a:r>
              <a:rPr lang="en-US" b="1" dirty="0">
                <a:solidFill>
                  <a:schemeClr val="bg1"/>
                </a:solidFill>
              </a:rPr>
              <a:t>Overview</a:t>
            </a:r>
            <a:r>
              <a:rPr lang="en-US" dirty="0">
                <a:solidFill>
                  <a:schemeClr val="bg1"/>
                </a:solidFill>
              </a:rPr>
              <a:t>:</a:t>
            </a:r>
          </a:p>
          <a:p>
            <a:pPr marL="285750" indent="-285750">
              <a:buFont typeface="Arial" panose="020B0604020202020204" pitchFamily="34" charset="0"/>
              <a:buChar char="•"/>
            </a:pPr>
            <a:r>
              <a:rPr lang="en-US" dirty="0">
                <a:solidFill>
                  <a:schemeClr val="bg1"/>
                </a:solidFill>
              </a:rPr>
              <a:t>Signed an MoU with farm operator in Singapore</a:t>
            </a:r>
          </a:p>
          <a:p>
            <a:pPr marL="285750" indent="-285750">
              <a:buFont typeface="Arial" panose="020B0604020202020204" pitchFamily="34" charset="0"/>
              <a:buChar char="•"/>
            </a:pPr>
            <a:r>
              <a:rPr lang="en-US" dirty="0">
                <a:solidFill>
                  <a:schemeClr val="bg1"/>
                </a:solidFill>
              </a:rPr>
              <a:t>Client open to covering CAPEX cost of the system</a:t>
            </a:r>
          </a:p>
          <a:p>
            <a:pPr marL="285750" indent="-285750">
              <a:buFont typeface="Arial" panose="020B0604020202020204" pitchFamily="34" charset="0"/>
              <a:buChar char="•"/>
            </a:pPr>
            <a:r>
              <a:rPr lang="en-US" dirty="0">
                <a:solidFill>
                  <a:schemeClr val="bg1"/>
                </a:solidFill>
              </a:rPr>
              <a:t>Value sharing details to be discussed and confirmed closer to the agreement</a:t>
            </a:r>
          </a:p>
          <a:p>
            <a:pPr marL="285750" indent="-285750">
              <a:buFont typeface="Arial" panose="020B0604020202020204" pitchFamily="34" charset="0"/>
              <a:buChar char="•"/>
            </a:pPr>
            <a:r>
              <a:rPr lang="en-US" dirty="0">
                <a:solidFill>
                  <a:schemeClr val="bg1"/>
                </a:solidFill>
              </a:rPr>
              <a:t>In conversation with two leading farm operators in Singapore</a:t>
            </a:r>
          </a:p>
          <a:p>
            <a:pPr marL="285750" indent="-285750">
              <a:buFont typeface="Arial" panose="020B0604020202020204" pitchFamily="34" charset="0"/>
              <a:buChar char="•"/>
            </a:pPr>
            <a:r>
              <a:rPr lang="en-US" dirty="0">
                <a:solidFill>
                  <a:schemeClr val="bg1"/>
                </a:solidFill>
              </a:rPr>
              <a:t>Started reaching out to farming operators in Canada for further validation</a:t>
            </a:r>
          </a:p>
        </p:txBody>
      </p:sp>
    </p:spTree>
    <p:extLst>
      <p:ext uri="{BB962C8B-B14F-4D97-AF65-F5344CB8AC3E}">
        <p14:creationId xmlns:p14="http://schemas.microsoft.com/office/powerpoint/2010/main" val="157561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CCD537-7FBE-BC4D-9C18-791444438179}"/>
              </a:ext>
            </a:extLst>
          </p:cNvPr>
          <p:cNvSpPr>
            <a:spLocks noGrp="1"/>
          </p:cNvSpPr>
          <p:nvPr>
            <p:ph type="title"/>
          </p:nvPr>
        </p:nvSpPr>
        <p:spPr/>
        <p:txBody>
          <a:bodyPr/>
          <a:lstStyle/>
          <a:p>
            <a:r>
              <a:rPr lang="en-US" dirty="0">
                <a:solidFill>
                  <a:schemeClr val="bg1"/>
                </a:solidFill>
              </a:rPr>
              <a:t>The Ask</a:t>
            </a:r>
          </a:p>
        </p:txBody>
      </p:sp>
      <p:sp>
        <p:nvSpPr>
          <p:cNvPr id="5" name="Text Placeholder 4">
            <a:extLst>
              <a:ext uri="{FF2B5EF4-FFF2-40B4-BE49-F238E27FC236}">
                <a16:creationId xmlns:a16="http://schemas.microsoft.com/office/drawing/2014/main" id="{508BF0DC-3FD8-AB47-82D2-798F6A75E8C9}"/>
              </a:ext>
            </a:extLst>
          </p:cNvPr>
          <p:cNvSpPr>
            <a:spLocks noGrp="1"/>
          </p:cNvSpPr>
          <p:nvPr>
            <p:ph type="body" idx="1"/>
          </p:nvPr>
        </p:nvSpPr>
        <p:spPr>
          <a:xfrm>
            <a:off x="415600" y="1536633"/>
            <a:ext cx="11360800" cy="4292667"/>
          </a:xfrm>
        </p:spPr>
        <p:txBody>
          <a:bodyPr anchor="t"/>
          <a:lstStyle/>
          <a:p>
            <a:pPr marL="666746" indent="-514350">
              <a:buFont typeface="+mj-lt"/>
              <a:buAutoNum type="arabicPeriod"/>
            </a:pPr>
            <a:r>
              <a:rPr lang="en-US" dirty="0">
                <a:solidFill>
                  <a:schemeClr val="bg1"/>
                </a:solidFill>
              </a:rPr>
              <a:t>$10k bridge capital for the pilot</a:t>
            </a:r>
          </a:p>
          <a:p>
            <a:pPr marL="666746" indent="-514350">
              <a:buFont typeface="+mj-lt"/>
              <a:buAutoNum type="arabicPeriod"/>
            </a:pPr>
            <a:r>
              <a:rPr lang="en-US" dirty="0">
                <a:solidFill>
                  <a:schemeClr val="bg1"/>
                </a:solidFill>
              </a:rPr>
              <a:t>Advisory support from VM, TM, and Master Engineer during GRIP Run 5</a:t>
            </a:r>
          </a:p>
          <a:p>
            <a:pPr marL="666746" indent="-514350">
              <a:buFont typeface="+mj-lt"/>
              <a:buAutoNum type="arabicPeriod"/>
            </a:pPr>
            <a:r>
              <a:rPr lang="en-US" dirty="0">
                <a:solidFill>
                  <a:schemeClr val="bg1"/>
                </a:solidFill>
              </a:rPr>
              <a:t>Opportunity to pitch in GRIP Run 5 for $100k</a:t>
            </a:r>
          </a:p>
          <a:p>
            <a:pPr marL="666746" indent="-514350">
              <a:buFont typeface="+mj-lt"/>
              <a:buAutoNum type="arabicPeriod"/>
            </a:pPr>
            <a:endParaRPr lang="en-US" dirty="0">
              <a:solidFill>
                <a:schemeClr val="bg1"/>
              </a:solidFill>
            </a:endParaRPr>
          </a:p>
        </p:txBody>
      </p:sp>
      <p:sp>
        <p:nvSpPr>
          <p:cNvPr id="2" name="Slide Number Placeholder 1">
            <a:extLst>
              <a:ext uri="{FF2B5EF4-FFF2-40B4-BE49-F238E27FC236}">
                <a16:creationId xmlns:a16="http://schemas.microsoft.com/office/drawing/2014/main" id="{113A8DE6-92B7-2A44-AA91-5F3989DB8158}"/>
              </a:ext>
            </a:extLst>
          </p:cNvPr>
          <p:cNvSpPr>
            <a:spLocks noGrp="1"/>
          </p:cNvSpPr>
          <p:nvPr>
            <p:ph type="sldNum" sz="quarter" idx="4"/>
          </p:nvPr>
        </p:nvSpPr>
        <p:spPr/>
        <p:txBody>
          <a:bodyPr/>
          <a:lstStyle/>
          <a:p>
            <a:fld id="{9312FC69-CE3E-4598-98C1-B119891192DE}" type="slidenum">
              <a:rPr lang="ar-LY" smtClean="0"/>
              <a:pPr/>
              <a:t>15</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3"/>
          <p:cNvSpPr/>
          <p:nvPr/>
        </p:nvSpPr>
        <p:spPr>
          <a:xfrm>
            <a:off x="10073724"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8" name="Google Shape;258;p33"/>
          <p:cNvSpPr/>
          <p:nvPr/>
        </p:nvSpPr>
        <p:spPr>
          <a:xfrm>
            <a:off x="8716057"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9" name="Google Shape;259;p33"/>
          <p:cNvSpPr/>
          <p:nvPr/>
        </p:nvSpPr>
        <p:spPr>
          <a:xfrm>
            <a:off x="7358391"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0" name="Google Shape;260;p33"/>
          <p:cNvSpPr/>
          <p:nvPr/>
        </p:nvSpPr>
        <p:spPr>
          <a:xfrm>
            <a:off x="6000725"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1" name="Google Shape;261;p33"/>
          <p:cNvSpPr/>
          <p:nvPr/>
        </p:nvSpPr>
        <p:spPr>
          <a:xfrm>
            <a:off x="4643059"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2" name="Google Shape;262;p33"/>
          <p:cNvSpPr/>
          <p:nvPr/>
        </p:nvSpPr>
        <p:spPr>
          <a:xfrm>
            <a:off x="3285393"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3" name="Google Shape;263;p33"/>
          <p:cNvSpPr txBox="1"/>
          <p:nvPr/>
        </p:nvSpPr>
        <p:spPr>
          <a:xfrm>
            <a:off x="2982240" y="284597"/>
            <a:ext cx="6227519" cy="575600"/>
          </a:xfrm>
          <a:prstGeom prst="rect">
            <a:avLst/>
          </a:prstGeom>
          <a:noFill/>
          <a:ln>
            <a:noFill/>
          </a:ln>
        </p:spPr>
        <p:txBody>
          <a:bodyPr spcFirstLastPara="1" wrap="square" lIns="45733" tIns="22867" rIns="45733" bIns="22867" anchor="t" anchorCtr="0">
            <a:noAutofit/>
          </a:bodyPr>
          <a:lstStyle/>
          <a:p>
            <a:pPr algn="ctr"/>
            <a:r>
              <a:rPr lang="en-GB" sz="3067" b="1" dirty="0">
                <a:solidFill>
                  <a:schemeClr val="bg1"/>
                </a:solidFill>
                <a:latin typeface="Poppins"/>
                <a:ea typeface="Poppins"/>
                <a:cs typeface="Poppins"/>
                <a:sym typeface="Poppins"/>
              </a:rPr>
              <a:t>PRODUCT ROADMAP &amp; MILESTONES</a:t>
            </a:r>
            <a:endParaRPr sz="667" dirty="0">
              <a:solidFill>
                <a:schemeClr val="bg1"/>
              </a:solidFill>
            </a:endParaRPr>
          </a:p>
        </p:txBody>
      </p:sp>
      <p:cxnSp>
        <p:nvCxnSpPr>
          <p:cNvPr id="264" name="Google Shape;264;p33"/>
          <p:cNvCxnSpPr/>
          <p:nvPr/>
        </p:nvCxnSpPr>
        <p:spPr>
          <a:xfrm>
            <a:off x="760611" y="3255619"/>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5" name="Google Shape;265;p33"/>
          <p:cNvCxnSpPr/>
          <p:nvPr/>
        </p:nvCxnSpPr>
        <p:spPr>
          <a:xfrm>
            <a:off x="760611" y="4727163"/>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6" name="Google Shape;266;p33"/>
          <p:cNvCxnSpPr/>
          <p:nvPr/>
        </p:nvCxnSpPr>
        <p:spPr>
          <a:xfrm>
            <a:off x="760611" y="1663700"/>
            <a:ext cx="10670800" cy="0"/>
          </a:xfrm>
          <a:prstGeom prst="straightConnector1">
            <a:avLst/>
          </a:prstGeom>
          <a:noFill/>
          <a:ln w="38100" cap="flat" cmpd="sng">
            <a:solidFill>
              <a:schemeClr val="bg1"/>
            </a:solidFill>
            <a:prstDash val="solid"/>
            <a:miter lim="800000"/>
            <a:headEnd type="none" w="sm" len="sm"/>
            <a:tailEnd type="none" w="sm" len="sm"/>
          </a:ln>
        </p:spPr>
      </p:cxnSp>
      <p:sp>
        <p:nvSpPr>
          <p:cNvPr id="267" name="Google Shape;267;p33"/>
          <p:cNvSpPr/>
          <p:nvPr/>
        </p:nvSpPr>
        <p:spPr>
          <a:xfrm>
            <a:off x="3676432"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8" name="Google Shape;268;p33"/>
          <p:cNvSpPr txBox="1"/>
          <p:nvPr/>
        </p:nvSpPr>
        <p:spPr>
          <a:xfrm>
            <a:off x="3769731" y="1422552"/>
            <a:ext cx="389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Dec</a:t>
            </a:r>
            <a:endParaRPr sz="1067">
              <a:solidFill>
                <a:schemeClr val="bg1"/>
              </a:solidFill>
            </a:endParaRPr>
          </a:p>
        </p:txBody>
      </p:sp>
      <p:sp>
        <p:nvSpPr>
          <p:cNvPr id="269" name="Google Shape;269;p33"/>
          <p:cNvSpPr/>
          <p:nvPr/>
        </p:nvSpPr>
        <p:spPr>
          <a:xfrm>
            <a:off x="5034097"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0" name="Google Shape;270;p33"/>
          <p:cNvSpPr txBox="1"/>
          <p:nvPr/>
        </p:nvSpPr>
        <p:spPr>
          <a:xfrm>
            <a:off x="5134211" y="1422552"/>
            <a:ext cx="375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Jan</a:t>
            </a:r>
            <a:endParaRPr sz="533">
              <a:solidFill>
                <a:schemeClr val="bg1"/>
              </a:solidFill>
            </a:endParaRPr>
          </a:p>
        </p:txBody>
      </p:sp>
      <p:sp>
        <p:nvSpPr>
          <p:cNvPr id="271" name="Google Shape;271;p33"/>
          <p:cNvSpPr/>
          <p:nvPr/>
        </p:nvSpPr>
        <p:spPr>
          <a:xfrm>
            <a:off x="6391764"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2" name="Google Shape;272;p33"/>
          <p:cNvSpPr txBox="1"/>
          <p:nvPr/>
        </p:nvSpPr>
        <p:spPr>
          <a:xfrm>
            <a:off x="6477847" y="1422552"/>
            <a:ext cx="4036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Feb</a:t>
            </a:r>
            <a:endParaRPr sz="1067">
              <a:solidFill>
                <a:schemeClr val="bg1"/>
              </a:solidFill>
            </a:endParaRPr>
          </a:p>
        </p:txBody>
      </p:sp>
      <p:sp>
        <p:nvSpPr>
          <p:cNvPr id="273" name="Google Shape;273;p33"/>
          <p:cNvSpPr/>
          <p:nvPr/>
        </p:nvSpPr>
        <p:spPr>
          <a:xfrm>
            <a:off x="7749429"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4" name="Google Shape;274;p33"/>
          <p:cNvSpPr txBox="1"/>
          <p:nvPr/>
        </p:nvSpPr>
        <p:spPr>
          <a:xfrm>
            <a:off x="7849141" y="1422552"/>
            <a:ext cx="3760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Mar</a:t>
            </a:r>
            <a:endParaRPr sz="1067">
              <a:solidFill>
                <a:schemeClr val="bg1"/>
              </a:solidFill>
            </a:endParaRPr>
          </a:p>
        </p:txBody>
      </p:sp>
      <p:sp>
        <p:nvSpPr>
          <p:cNvPr id="275" name="Google Shape;275;p33"/>
          <p:cNvSpPr/>
          <p:nvPr/>
        </p:nvSpPr>
        <p:spPr>
          <a:xfrm>
            <a:off x="9107096"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6" name="Google Shape;276;p33"/>
          <p:cNvSpPr txBox="1"/>
          <p:nvPr/>
        </p:nvSpPr>
        <p:spPr>
          <a:xfrm>
            <a:off x="9177545" y="1422552"/>
            <a:ext cx="4348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Apr</a:t>
            </a:r>
            <a:endParaRPr sz="1067">
              <a:solidFill>
                <a:schemeClr val="bg1"/>
              </a:solidFill>
            </a:endParaRPr>
          </a:p>
        </p:txBody>
      </p:sp>
      <p:sp>
        <p:nvSpPr>
          <p:cNvPr id="277" name="Google Shape;277;p33"/>
          <p:cNvSpPr/>
          <p:nvPr/>
        </p:nvSpPr>
        <p:spPr>
          <a:xfrm>
            <a:off x="10464761"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8" name="Google Shape;278;p33"/>
          <p:cNvSpPr txBox="1"/>
          <p:nvPr/>
        </p:nvSpPr>
        <p:spPr>
          <a:xfrm>
            <a:off x="10550761" y="1391851"/>
            <a:ext cx="403600" cy="2924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May</a:t>
            </a:r>
            <a:endParaRPr sz="1067">
              <a:solidFill>
                <a:schemeClr val="bg1"/>
              </a:solidFill>
            </a:endParaRPr>
          </a:p>
        </p:txBody>
      </p:sp>
      <p:sp>
        <p:nvSpPr>
          <p:cNvPr id="279" name="Google Shape;279;p33"/>
          <p:cNvSpPr txBox="1"/>
          <p:nvPr/>
        </p:nvSpPr>
        <p:spPr>
          <a:xfrm>
            <a:off x="1412033" y="2685479"/>
            <a:ext cx="12220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Software</a:t>
            </a:r>
            <a:endParaRPr sz="667">
              <a:solidFill>
                <a:schemeClr val="bg1"/>
              </a:solidFill>
            </a:endParaRPr>
          </a:p>
        </p:txBody>
      </p:sp>
      <p:sp>
        <p:nvSpPr>
          <p:cNvPr id="280" name="Google Shape;280;p33"/>
          <p:cNvSpPr txBox="1"/>
          <p:nvPr/>
        </p:nvSpPr>
        <p:spPr>
          <a:xfrm>
            <a:off x="1131033" y="5672103"/>
            <a:ext cx="1784000" cy="5756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Machine Learning</a:t>
            </a:r>
            <a:endParaRPr sz="667">
              <a:solidFill>
                <a:schemeClr val="bg1"/>
              </a:solidFill>
            </a:endParaRPr>
          </a:p>
        </p:txBody>
      </p:sp>
      <p:sp>
        <p:nvSpPr>
          <p:cNvPr id="281" name="Google Shape;281;p33"/>
          <p:cNvSpPr txBox="1"/>
          <p:nvPr/>
        </p:nvSpPr>
        <p:spPr>
          <a:xfrm>
            <a:off x="1177633" y="4206484"/>
            <a:ext cx="16908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Hardware</a:t>
            </a:r>
            <a:endParaRPr sz="667">
              <a:solidFill>
                <a:schemeClr val="bg1"/>
              </a:solidFill>
            </a:endParaRPr>
          </a:p>
        </p:txBody>
      </p:sp>
      <p:sp>
        <p:nvSpPr>
          <p:cNvPr id="282" name="Google Shape;282;p33"/>
          <p:cNvSpPr/>
          <p:nvPr/>
        </p:nvSpPr>
        <p:spPr>
          <a:xfrm>
            <a:off x="33229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UX/UI Design</a:t>
            </a:r>
            <a:endParaRPr sz="2400">
              <a:solidFill>
                <a:schemeClr val="bg1"/>
              </a:solidFill>
              <a:latin typeface="Lato Light"/>
              <a:ea typeface="Lato Light"/>
              <a:cs typeface="Lato Light"/>
              <a:sym typeface="Lato Light"/>
            </a:endParaRPr>
          </a:p>
        </p:txBody>
      </p:sp>
      <p:sp>
        <p:nvSpPr>
          <p:cNvPr id="283" name="Google Shape;283;p33"/>
          <p:cNvSpPr/>
          <p:nvPr/>
        </p:nvSpPr>
        <p:spPr>
          <a:xfrm>
            <a:off x="7395923"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User Login</a:t>
            </a:r>
            <a:endParaRPr sz="2400">
              <a:solidFill>
                <a:schemeClr val="bg1"/>
              </a:solidFill>
              <a:latin typeface="Lato Light"/>
              <a:ea typeface="Lato Light"/>
              <a:cs typeface="Lato Light"/>
              <a:sym typeface="Lato Light"/>
            </a:endParaRPr>
          </a:p>
        </p:txBody>
      </p:sp>
      <p:sp>
        <p:nvSpPr>
          <p:cNvPr id="284" name="Google Shape;284;p33"/>
          <p:cNvSpPr/>
          <p:nvPr/>
        </p:nvSpPr>
        <p:spPr>
          <a:xfrm>
            <a:off x="3322925" y="3377439"/>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Specifications</a:t>
            </a:r>
            <a:endParaRPr sz="2400">
              <a:solidFill>
                <a:schemeClr val="bg1"/>
              </a:solidFill>
              <a:latin typeface="Lato Light"/>
              <a:ea typeface="Lato Light"/>
              <a:cs typeface="Lato Light"/>
              <a:sym typeface="Lato Light"/>
            </a:endParaRPr>
          </a:p>
        </p:txBody>
      </p:sp>
      <p:sp>
        <p:nvSpPr>
          <p:cNvPr id="285" name="Google Shape;285;p33"/>
          <p:cNvSpPr/>
          <p:nvPr/>
        </p:nvSpPr>
        <p:spPr>
          <a:xfrm>
            <a:off x="4680500" y="3377433"/>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Clr>
                <a:schemeClr val="lt1"/>
              </a:buClr>
              <a:buSzPts val="800"/>
            </a:pPr>
            <a:r>
              <a:rPr lang="en-GB" sz="1067">
                <a:solidFill>
                  <a:schemeClr val="bg1"/>
                </a:solidFill>
                <a:latin typeface="Lato"/>
                <a:ea typeface="Lato"/>
                <a:cs typeface="Lato"/>
                <a:sym typeface="Lato"/>
              </a:rPr>
              <a:t>Sourcing</a:t>
            </a:r>
            <a:endParaRPr sz="1867">
              <a:solidFill>
                <a:schemeClr val="bg1"/>
              </a:solidFill>
              <a:latin typeface="Lato Light"/>
              <a:ea typeface="Lato Light"/>
              <a:cs typeface="Lato Light"/>
              <a:sym typeface="Lato Light"/>
            </a:endParaRPr>
          </a:p>
        </p:txBody>
      </p:sp>
      <p:sp>
        <p:nvSpPr>
          <p:cNvPr id="286" name="Google Shape;286;p33"/>
          <p:cNvSpPr/>
          <p:nvPr/>
        </p:nvSpPr>
        <p:spPr>
          <a:xfrm>
            <a:off x="3322925" y="4849885"/>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Database Design</a:t>
            </a:r>
            <a:endParaRPr sz="2400">
              <a:solidFill>
                <a:schemeClr val="bg1"/>
              </a:solidFill>
              <a:latin typeface="Lato Light"/>
              <a:ea typeface="Lato Light"/>
              <a:cs typeface="Lato Light"/>
              <a:sym typeface="Lato Light"/>
            </a:endParaRPr>
          </a:p>
        </p:txBody>
      </p:sp>
      <p:sp>
        <p:nvSpPr>
          <p:cNvPr id="287" name="Google Shape;287;p33"/>
          <p:cNvSpPr/>
          <p:nvPr/>
        </p:nvSpPr>
        <p:spPr>
          <a:xfrm>
            <a:off x="3322723" y="236156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dirty="0">
                <a:solidFill>
                  <a:schemeClr val="bg1"/>
                </a:solidFill>
                <a:latin typeface="Lato"/>
                <a:ea typeface="Lato"/>
                <a:cs typeface="Lato"/>
                <a:sym typeface="Lato"/>
              </a:rPr>
              <a:t>Front-end Dashboard </a:t>
            </a:r>
            <a:endParaRPr sz="2400" dirty="0">
              <a:solidFill>
                <a:schemeClr val="bg1"/>
              </a:solidFill>
              <a:latin typeface="Lato Light"/>
              <a:ea typeface="Lato Light"/>
              <a:cs typeface="Lato Light"/>
              <a:sym typeface="Lato Light"/>
            </a:endParaRPr>
          </a:p>
        </p:txBody>
      </p:sp>
      <p:sp>
        <p:nvSpPr>
          <p:cNvPr id="288" name="Google Shape;288;p33"/>
          <p:cNvSpPr/>
          <p:nvPr/>
        </p:nvSpPr>
        <p:spPr>
          <a:xfrm>
            <a:off x="4680341" y="2785100"/>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Cloud Configuration</a:t>
            </a:r>
            <a:endParaRPr sz="2400">
              <a:solidFill>
                <a:schemeClr val="bg1"/>
              </a:solidFill>
              <a:latin typeface="Lato Light"/>
              <a:ea typeface="Lato Light"/>
              <a:cs typeface="Lato Light"/>
              <a:sym typeface="Lato Light"/>
            </a:endParaRPr>
          </a:p>
        </p:txBody>
      </p:sp>
      <p:sp>
        <p:nvSpPr>
          <p:cNvPr id="289" name="Google Shape;289;p33"/>
          <p:cNvSpPr/>
          <p:nvPr/>
        </p:nvSpPr>
        <p:spPr>
          <a:xfrm>
            <a:off x="7395923" y="2351987"/>
            <a:ext cx="26408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#1 Development</a:t>
            </a:r>
            <a:endParaRPr sz="2400">
              <a:solidFill>
                <a:schemeClr val="bg1"/>
              </a:solidFill>
              <a:latin typeface="Lato Light"/>
              <a:ea typeface="Lato Light"/>
              <a:cs typeface="Lato Light"/>
              <a:sym typeface="Lato Light"/>
            </a:endParaRPr>
          </a:p>
        </p:txBody>
      </p:sp>
      <p:sp>
        <p:nvSpPr>
          <p:cNvPr id="290" name="Google Shape;290;p33"/>
          <p:cNvSpPr/>
          <p:nvPr/>
        </p:nvSpPr>
        <p:spPr>
          <a:xfrm>
            <a:off x="10111256" y="2351987"/>
            <a:ext cx="1282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#2</a:t>
            </a:r>
            <a:endParaRPr sz="2400">
              <a:solidFill>
                <a:schemeClr val="bg1"/>
              </a:solidFill>
              <a:latin typeface="Lato Light"/>
              <a:ea typeface="Lato Light"/>
              <a:cs typeface="Lato Light"/>
              <a:sym typeface="Lato Light"/>
            </a:endParaRPr>
          </a:p>
        </p:txBody>
      </p:sp>
      <p:sp>
        <p:nvSpPr>
          <p:cNvPr id="291" name="Google Shape;291;p33"/>
          <p:cNvSpPr/>
          <p:nvPr/>
        </p:nvSpPr>
        <p:spPr>
          <a:xfrm>
            <a:off x="8753588"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APIs</a:t>
            </a:r>
            <a:endParaRPr sz="2400">
              <a:solidFill>
                <a:schemeClr val="bg1"/>
              </a:solidFill>
              <a:latin typeface="Lato Light"/>
              <a:ea typeface="Lato Light"/>
              <a:cs typeface="Lato Light"/>
              <a:sym typeface="Lato Light"/>
            </a:endParaRPr>
          </a:p>
        </p:txBody>
      </p:sp>
      <p:sp>
        <p:nvSpPr>
          <p:cNvPr id="292" name="Google Shape;292;p33"/>
          <p:cNvSpPr/>
          <p:nvPr/>
        </p:nvSpPr>
        <p:spPr>
          <a:xfrm>
            <a:off x="4680512" y="528480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Clr>
                <a:schemeClr val="dk2"/>
              </a:buClr>
              <a:buSzPts val="800"/>
            </a:pPr>
            <a:r>
              <a:rPr lang="en-GB" sz="1067">
                <a:solidFill>
                  <a:schemeClr val="bg1"/>
                </a:solidFill>
                <a:latin typeface="Lato"/>
                <a:ea typeface="Lato"/>
                <a:cs typeface="Lato"/>
                <a:sym typeface="Lato"/>
              </a:rPr>
              <a:t>Model Development</a:t>
            </a:r>
            <a:endParaRPr sz="1867">
              <a:solidFill>
                <a:schemeClr val="bg1"/>
              </a:solidFill>
              <a:latin typeface="Lato Light"/>
              <a:ea typeface="Lato Light"/>
              <a:cs typeface="Lato Light"/>
              <a:sym typeface="Lato Light"/>
            </a:endParaRPr>
          </a:p>
        </p:txBody>
      </p:sp>
      <p:sp>
        <p:nvSpPr>
          <p:cNvPr id="293" name="Google Shape;293;p33"/>
          <p:cNvSpPr/>
          <p:nvPr/>
        </p:nvSpPr>
        <p:spPr>
          <a:xfrm>
            <a:off x="6038301" y="4849885"/>
            <a:ext cx="53556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 Collection</a:t>
            </a:r>
            <a:endParaRPr sz="2400">
              <a:solidFill>
                <a:schemeClr val="bg1"/>
              </a:solidFill>
              <a:latin typeface="Lato Light"/>
              <a:ea typeface="Lato Light"/>
              <a:cs typeface="Lato Light"/>
              <a:sym typeface="Lato Light"/>
            </a:endParaRPr>
          </a:p>
        </p:txBody>
      </p:sp>
      <p:pic>
        <p:nvPicPr>
          <p:cNvPr id="294" name="Google Shape;294;p33"/>
          <p:cNvPicPr preferRelativeResize="0"/>
          <p:nvPr/>
        </p:nvPicPr>
        <p:blipFill>
          <a:blip r:embed="rId3">
            <a:alphaModFix/>
            <a:duotone>
              <a:schemeClr val="bg2">
                <a:shade val="45000"/>
                <a:satMod val="135000"/>
              </a:schemeClr>
              <a:prstClr val="white"/>
            </a:duotone>
          </a:blip>
          <a:stretch>
            <a:fillRect/>
          </a:stretch>
        </p:blipFill>
        <p:spPr>
          <a:xfrm>
            <a:off x="1651033" y="3538779"/>
            <a:ext cx="744000" cy="733804"/>
          </a:xfrm>
          <a:prstGeom prst="rect">
            <a:avLst/>
          </a:prstGeom>
          <a:noFill/>
          <a:ln>
            <a:noFill/>
          </a:ln>
        </p:spPr>
      </p:pic>
      <p:pic>
        <p:nvPicPr>
          <p:cNvPr id="295" name="Google Shape;295;p33"/>
          <p:cNvPicPr preferRelativeResize="0"/>
          <p:nvPr/>
        </p:nvPicPr>
        <p:blipFill>
          <a:blip r:embed="rId4">
            <a:alphaModFix/>
            <a:duotone>
              <a:schemeClr val="bg2">
                <a:shade val="45000"/>
                <a:satMod val="135000"/>
              </a:schemeClr>
              <a:prstClr val="white"/>
            </a:duotone>
          </a:blip>
          <a:stretch>
            <a:fillRect/>
          </a:stretch>
        </p:blipFill>
        <p:spPr>
          <a:xfrm>
            <a:off x="1651034" y="4924401"/>
            <a:ext cx="744001" cy="743999"/>
          </a:xfrm>
          <a:prstGeom prst="rect">
            <a:avLst/>
          </a:prstGeom>
          <a:noFill/>
          <a:ln>
            <a:noFill/>
          </a:ln>
        </p:spPr>
      </p:pic>
      <p:sp>
        <p:nvSpPr>
          <p:cNvPr id="296" name="Google Shape;296;p33"/>
          <p:cNvSpPr/>
          <p:nvPr/>
        </p:nvSpPr>
        <p:spPr>
          <a:xfrm>
            <a:off x="7395992"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2400">
              <a:solidFill>
                <a:schemeClr val="bg1"/>
              </a:solidFill>
              <a:latin typeface="Lato Light"/>
              <a:ea typeface="Lato Light"/>
              <a:cs typeface="Lato Light"/>
              <a:sym typeface="Lato Light"/>
            </a:endParaRPr>
          </a:p>
        </p:txBody>
      </p:sp>
      <p:sp>
        <p:nvSpPr>
          <p:cNvPr id="297" name="Google Shape;297;p33"/>
          <p:cNvSpPr/>
          <p:nvPr/>
        </p:nvSpPr>
        <p:spPr>
          <a:xfrm>
            <a:off x="101113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1067">
              <a:solidFill>
                <a:schemeClr val="bg1"/>
              </a:solidFill>
              <a:latin typeface="Lato"/>
              <a:ea typeface="Lato"/>
              <a:cs typeface="Lato"/>
              <a:sym typeface="Lato"/>
            </a:endParaRPr>
          </a:p>
        </p:txBody>
      </p:sp>
      <p:sp>
        <p:nvSpPr>
          <p:cNvPr id="298" name="Google Shape;298;p33"/>
          <p:cNvSpPr/>
          <p:nvPr/>
        </p:nvSpPr>
        <p:spPr>
          <a:xfrm>
            <a:off x="6038155" y="5719700"/>
            <a:ext cx="53556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Training</a:t>
            </a:r>
            <a:endParaRPr sz="1867">
              <a:solidFill>
                <a:schemeClr val="bg1"/>
              </a:solidFill>
              <a:latin typeface="Lato Light"/>
              <a:ea typeface="Lato Light"/>
              <a:cs typeface="Lato Light"/>
              <a:sym typeface="Lato Light"/>
            </a:endParaRPr>
          </a:p>
        </p:txBody>
      </p:sp>
      <p:sp>
        <p:nvSpPr>
          <p:cNvPr id="299" name="Google Shape;299;p33"/>
          <p:cNvSpPr/>
          <p:nvPr/>
        </p:nvSpPr>
        <p:spPr>
          <a:xfrm>
            <a:off x="7395828" y="5284800"/>
            <a:ext cx="3994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Deployment</a:t>
            </a:r>
            <a:endParaRPr sz="1867">
              <a:solidFill>
                <a:schemeClr val="bg1"/>
              </a:solidFill>
              <a:latin typeface="Lato Light"/>
              <a:ea typeface="Lato Light"/>
              <a:cs typeface="Lato Light"/>
              <a:sym typeface="Lato Light"/>
            </a:endParaRPr>
          </a:p>
        </p:txBody>
      </p:sp>
      <p:sp>
        <p:nvSpPr>
          <p:cNvPr id="300" name="Google Shape;300;p33"/>
          <p:cNvSpPr/>
          <p:nvPr/>
        </p:nvSpPr>
        <p:spPr>
          <a:xfrm>
            <a:off x="4680500" y="3821800"/>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Assembly</a:t>
            </a:r>
            <a:endParaRPr sz="1867">
              <a:solidFill>
                <a:schemeClr val="bg1"/>
              </a:solidFill>
              <a:latin typeface="Lato Light"/>
              <a:ea typeface="Lato Light"/>
              <a:cs typeface="Lato Light"/>
              <a:sym typeface="Lato Light"/>
            </a:endParaRPr>
          </a:p>
        </p:txBody>
      </p:sp>
      <p:sp>
        <p:nvSpPr>
          <p:cNvPr id="301" name="Google Shape;301;p33"/>
          <p:cNvSpPr/>
          <p:nvPr/>
        </p:nvSpPr>
        <p:spPr>
          <a:xfrm>
            <a:off x="6037967" y="4274484"/>
            <a:ext cx="26408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Assembly</a:t>
            </a:r>
            <a:endParaRPr sz="1867">
              <a:solidFill>
                <a:schemeClr val="bg1"/>
              </a:solidFill>
              <a:latin typeface="Lato Light"/>
              <a:ea typeface="Lato Light"/>
              <a:cs typeface="Lato Light"/>
              <a:sym typeface="Lato Light"/>
            </a:endParaRPr>
          </a:p>
        </p:txBody>
      </p:sp>
      <p:sp>
        <p:nvSpPr>
          <p:cNvPr id="302" name="Google Shape;302;p33"/>
          <p:cNvSpPr/>
          <p:nvPr/>
        </p:nvSpPr>
        <p:spPr>
          <a:xfrm>
            <a:off x="7395845" y="3821811"/>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Testing</a:t>
            </a:r>
            <a:endParaRPr sz="1867">
              <a:solidFill>
                <a:schemeClr val="bg1"/>
              </a:solidFill>
              <a:latin typeface="Lato Light"/>
              <a:ea typeface="Lato Light"/>
              <a:cs typeface="Lato Light"/>
              <a:sym typeface="Lato Light"/>
            </a:endParaRPr>
          </a:p>
        </p:txBody>
      </p:sp>
      <p:sp>
        <p:nvSpPr>
          <p:cNvPr id="303" name="Google Shape;303;p33"/>
          <p:cNvSpPr/>
          <p:nvPr/>
        </p:nvSpPr>
        <p:spPr>
          <a:xfrm>
            <a:off x="8753612" y="4274495"/>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Testing</a:t>
            </a:r>
            <a:endParaRPr sz="1867">
              <a:solidFill>
                <a:schemeClr val="bg1"/>
              </a:solidFill>
              <a:latin typeface="Lato Light"/>
              <a:ea typeface="Lato Light"/>
              <a:cs typeface="Lato Light"/>
              <a:sym typeface="Lato Light"/>
            </a:endParaRPr>
          </a:p>
        </p:txBody>
      </p:sp>
      <p:pic>
        <p:nvPicPr>
          <p:cNvPr id="304" name="Google Shape;304;p33"/>
          <p:cNvPicPr preferRelativeResize="0"/>
          <p:nvPr/>
        </p:nvPicPr>
        <p:blipFill>
          <a:blip r:embed="rId5">
            <a:alphaModFix/>
            <a:duotone>
              <a:schemeClr val="bg2">
                <a:shade val="45000"/>
                <a:satMod val="135000"/>
              </a:schemeClr>
              <a:prstClr val="white"/>
            </a:duotone>
          </a:blip>
          <a:stretch>
            <a:fillRect/>
          </a:stretch>
        </p:blipFill>
        <p:spPr>
          <a:xfrm>
            <a:off x="1651034" y="1941455"/>
            <a:ext cx="744001" cy="744028"/>
          </a:xfrm>
          <a:prstGeom prst="rect">
            <a:avLst/>
          </a:prstGeom>
          <a:noFill/>
          <a:ln>
            <a:noFill/>
          </a:ln>
        </p:spPr>
      </p:pic>
      <p:sp>
        <p:nvSpPr>
          <p:cNvPr id="50" name="Slide Number Placeholder 4">
            <a:extLst>
              <a:ext uri="{FF2B5EF4-FFF2-40B4-BE49-F238E27FC236}">
                <a16:creationId xmlns:a16="http://schemas.microsoft.com/office/drawing/2014/main" id="{6BD5D73F-7A0F-394A-A198-71E36F7694B2}"/>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16</a:t>
            </a:fld>
            <a:endParaRPr lang="ar-LY" dirty="0"/>
          </a:p>
        </p:txBody>
      </p:sp>
    </p:spTree>
    <p:extLst>
      <p:ext uri="{BB962C8B-B14F-4D97-AF65-F5344CB8AC3E}">
        <p14:creationId xmlns:p14="http://schemas.microsoft.com/office/powerpoint/2010/main" val="193669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9A674A-E934-41FC-A6B0-B25E4FB57122}"/>
              </a:ext>
            </a:extLst>
          </p:cNvPr>
          <p:cNvSpPr txBox="1"/>
          <p:nvPr/>
        </p:nvSpPr>
        <p:spPr>
          <a:xfrm>
            <a:off x="6146061" y="669569"/>
            <a:ext cx="5945855" cy="4339650"/>
          </a:xfrm>
          <a:prstGeom prst="rect">
            <a:avLst/>
          </a:prstGeom>
          <a:noFill/>
        </p:spPr>
        <p:txBody>
          <a:bodyPr wrap="square" rtlCol="0">
            <a:spAutoFit/>
          </a:bodyPr>
          <a:lstStyle/>
          <a:p>
            <a:r>
              <a:rPr lang="en-US" sz="2800" spc="-150" dirty="0">
                <a:solidFill>
                  <a:schemeClr val="bg1"/>
                </a:solidFill>
                <a:ea typeface="Montserrat" charset="0"/>
                <a:cs typeface="Montserrat" charset="0"/>
              </a:rPr>
              <a:t>Summary</a:t>
            </a:r>
          </a:p>
          <a:p>
            <a:endParaRPr lang="en-US" sz="2800" spc="-150" dirty="0">
              <a:solidFill>
                <a:schemeClr val="bg1"/>
              </a:solidFill>
              <a:ea typeface="Montserrat" charset="0"/>
              <a:cs typeface="Montserrat" charset="0"/>
            </a:endParaRPr>
          </a:p>
          <a:p>
            <a:endParaRPr lang="en-US" sz="2800" spc="-150" dirty="0">
              <a:solidFill>
                <a:schemeClr val="bg1"/>
              </a:solidFill>
              <a:ea typeface="Montserrat" charset="0"/>
              <a:cs typeface="Montserrat" charset="0"/>
            </a:endParaRPr>
          </a:p>
          <a:p>
            <a:pPr marL="514350" indent="-514350">
              <a:buAutoNum type="arabicPeriod"/>
            </a:pPr>
            <a:r>
              <a:rPr lang="en-US" sz="2400" spc="-150" dirty="0">
                <a:solidFill>
                  <a:schemeClr val="bg1"/>
                </a:solidFill>
                <a:ea typeface="Montserrat" charset="0"/>
                <a:cs typeface="Montserrat" charset="0"/>
              </a:rPr>
              <a:t>Indoor farming is a high-growth and high-value industry.</a:t>
            </a:r>
          </a:p>
          <a:p>
            <a:pPr marL="514350" indent="-514350">
              <a:buAutoNum type="arabicPeriod"/>
            </a:pPr>
            <a:r>
              <a:rPr lang="en-US" sz="2400" spc="-150" dirty="0">
                <a:solidFill>
                  <a:schemeClr val="bg1"/>
                </a:solidFill>
                <a:ea typeface="Montserrat" charset="0"/>
                <a:cs typeface="Montserrat" charset="0"/>
              </a:rPr>
              <a:t>Ambient has identified a competitive product-market fit as a building technology provider for indoor farms.</a:t>
            </a:r>
          </a:p>
          <a:p>
            <a:pPr marL="514350" indent="-514350">
              <a:buAutoNum type="arabicPeriod"/>
            </a:pPr>
            <a:r>
              <a:rPr lang="en-US" sz="2400" spc="-150" dirty="0">
                <a:solidFill>
                  <a:schemeClr val="bg1"/>
                </a:solidFill>
                <a:ea typeface="Montserrat" charset="0"/>
                <a:cs typeface="Montserrat" charset="0"/>
              </a:rPr>
              <a:t>Initial customer is interested to move foreword and open to covering CAPEX for the pilot (~75% of total cost).</a:t>
            </a:r>
          </a:p>
        </p:txBody>
      </p:sp>
      <p:pic>
        <p:nvPicPr>
          <p:cNvPr id="3" name="Picture Placeholder 2">
            <a:extLst>
              <a:ext uri="{FF2B5EF4-FFF2-40B4-BE49-F238E27FC236}">
                <a16:creationId xmlns:a16="http://schemas.microsoft.com/office/drawing/2014/main" id="{07EFB5AD-E5F6-C14F-BA4C-304D7107331E}"/>
              </a:ext>
            </a:extLst>
          </p:cNvPr>
          <p:cNvPicPr>
            <a:picLocks noGrp="1" noChangeAspect="1"/>
          </p:cNvPicPr>
          <p:nvPr>
            <p:ph type="pic" sz="quarter" idx="10"/>
          </p:nvPr>
        </p:nvPicPr>
        <p:blipFill rotWithShape="1">
          <a:blip r:embed="rId2" cstate="email">
            <a:alphaModFix amt="70000"/>
            <a:extLst>
              <a:ext uri="{BEBA8EAE-BF5A-486C-A8C5-ECC9F3942E4B}">
                <a14:imgProps xmlns:a14="http://schemas.microsoft.com/office/drawing/2010/main">
                  <a14:imgLayer r:embed="rId3">
                    <a14:imgEffect>
                      <a14:backgroundRemoval t="9984" b="99192" l="1573" r="99428">
                        <a14:foregroundMark x1="4804" y1="43937" x2="4804" y2="43937"/>
                        <a14:foregroundMark x1="6548" y1="48909" x2="6548" y2="48909"/>
                        <a14:foregroundMark x1="6548" y1="52829" x2="6548" y2="52829"/>
                        <a14:foregroundMark x1="6177" y1="34074" x2="6177" y2="78011"/>
                        <a14:foregroundMark x1="6177" y1="78011" x2="6177" y2="78011"/>
                        <a14:foregroundMark x1="1287" y1="26192" x2="1659" y2="87389"/>
                        <a14:foregroundMark x1="1659" y1="87389" x2="1659" y2="87389"/>
                        <a14:foregroundMark x1="94881" y1="87874" x2="94881" y2="42967"/>
                        <a14:foregroundMark x1="94881" y1="42967" x2="94881" y2="42967"/>
                        <a14:foregroundMark x1="94538" y1="37025" x2="94538" y2="37025"/>
                        <a14:foregroundMark x1="91393" y1="53314" x2="91393" y2="53314"/>
                        <a14:foregroundMark x1="79868" y1="64673" x2="92422" y2="87874"/>
                        <a14:foregroundMark x1="92422" y1="87874" x2="92422" y2="87874"/>
                        <a14:foregroundMark x1="944" y1="21746" x2="94166" y2="90340"/>
                        <a14:foregroundMark x1="94166" y1="90340" x2="94166" y2="90340"/>
                        <a14:foregroundMark x1="45296" y1="94301" x2="45296" y2="94301"/>
                        <a14:foregroundMark x1="57878" y1="93331" x2="57878" y2="93331"/>
                        <a14:foregroundMark x1="99428" y1="92320" x2="99428" y2="49879"/>
                        <a14:foregroundMark x1="99428" y1="49879" x2="99428" y2="49879"/>
                        <a14:foregroundMark x1="99428" y1="37551" x2="99428" y2="37551"/>
                        <a14:foregroundMark x1="99428" y1="72595" x2="99428" y2="72595"/>
                        <a14:foregroundMark x1="96626" y1="87389" x2="96626" y2="87389"/>
                        <a14:foregroundMark x1="57163" y1="94786" x2="57163" y2="94786"/>
                        <a14:foregroundMark x1="42494" y1="94786" x2="42494" y2="94786"/>
                        <a14:foregroundMark x1="2002" y1="97777" x2="2002" y2="97777"/>
                        <a14:foregroundMark x1="62396" y1="88884" x2="62396" y2="88884"/>
                        <a14:foregroundMark x1="45639" y1="99232" x2="45639" y2="99232"/>
                        <a14:foregroundMark x1="62053" y1="93331" x2="62053" y2="93331"/>
                        <a14:foregroundMark x1="49128" y1="94301" x2="49128" y2="94301"/>
                        <a14:foregroundMark x1="45982" y1="96766" x2="45982" y2="96766"/>
                        <a14:backgroundMark x1="35173" y1="17785" x2="35173" y2="17785"/>
                      </a14:backgroundRemoval>
                    </a14:imgEffect>
                  </a14:imgLayer>
                </a14:imgProps>
              </a:ext>
              <a:ext uri="{28A0092B-C50C-407E-A947-70E740481C1C}">
                <a14:useLocalDpi xmlns:a14="http://schemas.microsoft.com/office/drawing/2010/main"/>
              </a:ext>
            </a:extLst>
          </a:blip>
          <a:srcRect t="-1887"/>
          <a:stretch/>
        </p:blipFill>
        <p:spPr>
          <a:xfrm>
            <a:off x="0" y="2500840"/>
            <a:ext cx="6045938" cy="4357160"/>
          </a:xfrm>
        </p:spPr>
      </p:pic>
    </p:spTree>
    <p:extLst>
      <p:ext uri="{BB962C8B-B14F-4D97-AF65-F5344CB8AC3E}">
        <p14:creationId xmlns:p14="http://schemas.microsoft.com/office/powerpoint/2010/main" val="[redacted]"/>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A46144-133C-DA4D-8851-623AA5B592C1}"/>
              </a:ext>
            </a:extLst>
          </p:cNvPr>
          <p:cNvSpPr>
            <a:spLocks noGrp="1"/>
          </p:cNvSpPr>
          <p:nvPr>
            <p:ph type="body" idx="1"/>
          </p:nvPr>
        </p:nvSpPr>
        <p:spPr/>
        <p:txBody>
          <a:bodyPr/>
          <a:lstStyle/>
          <a:p>
            <a:pPr marL="152396" indent="0">
              <a:buNone/>
            </a:pPr>
            <a:endParaRPr lang="en-US" dirty="0">
              <a:solidFill>
                <a:schemeClr val="bg1"/>
              </a:solidFill>
            </a:endParaRPr>
          </a:p>
          <a:p>
            <a:pPr marL="152396" indent="0">
              <a:buNone/>
            </a:pPr>
            <a:endParaRPr lang="en-US" dirty="0">
              <a:solidFill>
                <a:schemeClr val="bg1"/>
              </a:solidFill>
            </a:endParaRPr>
          </a:p>
          <a:p>
            <a:pPr marL="152396" indent="0">
              <a:buNone/>
            </a:pPr>
            <a:endParaRPr lang="en-US" dirty="0">
              <a:solidFill>
                <a:schemeClr val="bg1"/>
              </a:solidFill>
            </a:endParaRPr>
          </a:p>
          <a:p>
            <a:pPr marL="152396" indent="0">
              <a:buNone/>
            </a:pPr>
            <a:endParaRPr lang="en-US" dirty="0">
              <a:solidFill>
                <a:schemeClr val="bg1"/>
              </a:solidFill>
            </a:endParaRPr>
          </a:p>
          <a:p>
            <a:pPr marL="152396" indent="0">
              <a:buNone/>
            </a:pPr>
            <a:endParaRPr lang="en-US" sz="4000" dirty="0">
              <a:solidFill>
                <a:schemeClr val="bg1"/>
              </a:solidFill>
            </a:endParaRPr>
          </a:p>
          <a:p>
            <a:pPr marL="152396" indent="0">
              <a:buNone/>
            </a:pPr>
            <a:r>
              <a:rPr lang="en-US" sz="4000" dirty="0">
                <a:solidFill>
                  <a:schemeClr val="bg1"/>
                </a:solidFill>
              </a:rPr>
              <a:t>Appendix</a:t>
            </a:r>
            <a:endParaRPr lang="en-US" dirty="0">
              <a:solidFill>
                <a:schemeClr val="bg1"/>
              </a:solidFill>
            </a:endParaRPr>
          </a:p>
        </p:txBody>
      </p:sp>
    </p:spTree>
    <p:extLst>
      <p:ext uri="{BB962C8B-B14F-4D97-AF65-F5344CB8AC3E}">
        <p14:creationId xmlns:p14="http://schemas.microsoft.com/office/powerpoint/2010/main" val="[redacted]"/>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6D7F89-D337-4341-8DAF-2425E7B79823}"/>
              </a:ext>
            </a:extLst>
          </p:cNvPr>
          <p:cNvSpPr>
            <a:spLocks noGrp="1"/>
          </p:cNvSpPr>
          <p:nvPr>
            <p:ph type="title"/>
          </p:nvPr>
        </p:nvSpPr>
        <p:spPr/>
        <p:txBody>
          <a:bodyPr/>
          <a:lstStyle/>
          <a:p>
            <a:r>
              <a:rPr lang="en-US" dirty="0"/>
              <a:t>Team</a:t>
            </a:r>
          </a:p>
        </p:txBody>
      </p:sp>
      <p:sp>
        <p:nvSpPr>
          <p:cNvPr id="2" name="Slide Number Placeholder 1">
            <a:extLst>
              <a:ext uri="{FF2B5EF4-FFF2-40B4-BE49-F238E27FC236}">
                <a16:creationId xmlns:a16="http://schemas.microsoft.com/office/drawing/2014/main" id="{F5932652-53A1-6447-B66D-6A9C69EB606E}"/>
              </a:ext>
            </a:extLst>
          </p:cNvPr>
          <p:cNvSpPr>
            <a:spLocks noGrp="1"/>
          </p:cNvSpPr>
          <p:nvPr>
            <p:ph type="sldNum" sz="quarter" idx="4"/>
          </p:nvPr>
        </p:nvSpPr>
        <p:spPr/>
        <p:txBody>
          <a:bodyPr/>
          <a:lstStyle/>
          <a:p>
            <a:fld id="{9312FC69-CE3E-4598-98C1-B119891192DE}" type="slidenum">
              <a:rPr lang="ar-LY" smtClean="0"/>
              <a:pPr/>
              <a:t>19</a:t>
            </a:fld>
            <a:endParaRPr lang="ar-LY" b="1" dirty="0"/>
          </a:p>
        </p:txBody>
      </p:sp>
      <p:sp>
        <p:nvSpPr>
          <p:cNvPr id="4" name="TextBox 3">
            <a:extLst>
              <a:ext uri="{FF2B5EF4-FFF2-40B4-BE49-F238E27FC236}">
                <a16:creationId xmlns:a16="http://schemas.microsoft.com/office/drawing/2014/main" id="{1DBD12A5-4331-A844-8C4E-A5B787C1E778}"/>
              </a:ext>
            </a:extLst>
          </p:cNvPr>
          <p:cNvSpPr txBox="1"/>
          <p:nvPr/>
        </p:nvSpPr>
        <p:spPr>
          <a:xfrm>
            <a:off x="490866" y="4274949"/>
            <a:ext cx="4139604" cy="1877437"/>
          </a:xfrm>
          <a:prstGeom prst="rect">
            <a:avLst/>
          </a:prstGeom>
          <a:noFill/>
        </p:spPr>
        <p:txBody>
          <a:bodyPr wrap="square" rtlCol="0" anchor="ctr">
            <a:spAutoFit/>
          </a:bodyPr>
          <a:lstStyle/>
          <a:p>
            <a:r>
              <a:rPr lang="en-US" b="1" dirty="0">
                <a:solidFill>
                  <a:schemeClr val="bg1"/>
                </a:solidFill>
              </a:rPr>
              <a:t>Ivan Damnjanovic</a:t>
            </a:r>
          </a:p>
          <a:p>
            <a:r>
              <a:rPr lang="en-US" b="1" dirty="0">
                <a:solidFill>
                  <a:schemeClr val="bg1"/>
                </a:solidFill>
              </a:rPr>
              <a:t>VP Engineering &amp; Product Development</a:t>
            </a:r>
            <a:endParaRPr lang="en-US" dirty="0">
              <a:solidFill>
                <a:schemeClr val="bg2"/>
              </a:solidFill>
            </a:endParaRPr>
          </a:p>
          <a:p>
            <a:pPr marL="285750" indent="-285750">
              <a:buClrTx/>
              <a:buFont typeface="Arial" panose="020B0604020202020204" pitchFamily="34" charset="0"/>
              <a:buChar char="•"/>
            </a:pPr>
            <a:r>
              <a:rPr lang="en-US" sz="1600" dirty="0">
                <a:solidFill>
                  <a:schemeClr val="bg2"/>
                </a:solidFill>
              </a:rPr>
              <a:t>Led product development for international tech startups backed by Y Combinator, [Team member], and Audi</a:t>
            </a:r>
          </a:p>
          <a:p>
            <a:pPr marL="285750" indent="-285750">
              <a:buClrTx/>
              <a:buFont typeface="Arial" panose="020B0604020202020204" pitchFamily="34" charset="0"/>
              <a:buChar char="•"/>
            </a:pPr>
            <a:r>
              <a:rPr lang="en-US" sz="1600" dirty="0">
                <a:solidFill>
                  <a:schemeClr val="bg2"/>
                </a:solidFill>
              </a:rPr>
              <a:t>MComp, Computer Science, NUS </a:t>
            </a:r>
          </a:p>
          <a:p>
            <a:pPr marL="285750" indent="-285750">
              <a:buClrTx/>
              <a:buFont typeface="Arial" panose="020B0604020202020204" pitchFamily="34" charset="0"/>
              <a:buChar char="•"/>
            </a:pPr>
            <a:r>
              <a:rPr lang="en-US" sz="1600" dirty="0">
                <a:solidFill>
                  <a:schemeClr val="bg2"/>
                </a:solidFill>
              </a:rPr>
              <a:t>BASc, Civil Engineering, U of T</a:t>
            </a:r>
          </a:p>
        </p:txBody>
      </p:sp>
      <p:sp>
        <p:nvSpPr>
          <p:cNvPr id="6" name="TextBox 5">
            <a:extLst>
              <a:ext uri="{FF2B5EF4-FFF2-40B4-BE49-F238E27FC236}">
                <a16:creationId xmlns:a16="http://schemas.microsoft.com/office/drawing/2014/main" id="{4C99C641-FADC-D946-AC09-24DA44496C43}"/>
              </a:ext>
            </a:extLst>
          </p:cNvPr>
          <p:cNvSpPr txBox="1"/>
          <p:nvPr/>
        </p:nvSpPr>
        <p:spPr>
          <a:xfrm>
            <a:off x="4630470" y="4285691"/>
            <a:ext cx="3903929" cy="2369880"/>
          </a:xfrm>
          <a:prstGeom prst="rect">
            <a:avLst/>
          </a:prstGeom>
          <a:noFill/>
        </p:spPr>
        <p:txBody>
          <a:bodyPr wrap="square" rtlCol="0" anchor="ctr">
            <a:spAutoFit/>
          </a:bodyPr>
          <a:lstStyle/>
          <a:p>
            <a:r>
              <a:rPr lang="en-US" b="1" dirty="0">
                <a:solidFill>
                  <a:schemeClr val="bg1"/>
                </a:solidFill>
              </a:rPr>
              <a:t>[Third party]</a:t>
            </a:r>
          </a:p>
          <a:p>
            <a:r>
              <a:rPr lang="en-US" b="1" dirty="0">
                <a:solidFill>
                  <a:schemeClr val="bg1"/>
                </a:solidFill>
              </a:rPr>
              <a:t>VP Finance &amp; Corporate Development</a:t>
            </a:r>
          </a:p>
          <a:p>
            <a:pPr marL="285750" indent="-285750">
              <a:buFont typeface="Arial" panose="020B0604020202020204" pitchFamily="34" charset="0"/>
              <a:buChar char="•"/>
            </a:pPr>
            <a:r>
              <a:rPr lang="en-US" sz="1600" dirty="0">
                <a:solidFill>
                  <a:schemeClr val="bg2"/>
                </a:solidFill>
              </a:rPr>
              <a:t>Raised over $23M for ventures in highly regulated industries in Canada and EU, with emphasis on technology startups with high CAPEX requirements</a:t>
            </a:r>
          </a:p>
          <a:p>
            <a:pPr marL="285750" indent="-285750">
              <a:buFont typeface="Arial" panose="020B0604020202020204" pitchFamily="34" charset="0"/>
              <a:buChar char="•"/>
            </a:pPr>
            <a:r>
              <a:rPr lang="en-US" sz="1600" dirty="0">
                <a:solidFill>
                  <a:schemeClr val="bg2"/>
                </a:solidFill>
              </a:rPr>
              <a:t>MSc, Finance, IE Business School</a:t>
            </a:r>
          </a:p>
          <a:p>
            <a:pPr marL="285750" indent="-285750">
              <a:buClrTx/>
              <a:buFont typeface="Arial" panose="020B0604020202020204" pitchFamily="34" charset="0"/>
              <a:buChar char="•"/>
            </a:pPr>
            <a:r>
              <a:rPr lang="en-US" sz="1600" dirty="0">
                <a:solidFill>
                  <a:schemeClr val="bg2"/>
                </a:solidFill>
              </a:rPr>
              <a:t>BASc, Chemical Engineering, U of T</a:t>
            </a:r>
          </a:p>
          <a:p>
            <a:endParaRPr lang="en-US" sz="1600" b="1" dirty="0">
              <a:solidFill>
                <a:schemeClr val="bg1"/>
              </a:solidFill>
            </a:endParaRPr>
          </a:p>
        </p:txBody>
      </p:sp>
      <p:pic>
        <p:nvPicPr>
          <p:cNvPr id="9" name="Picture 8" descr="A person wearing a suit and tie&#10;&#10;Description automatically generated">
            <a:extLst>
              <a:ext uri="{FF2B5EF4-FFF2-40B4-BE49-F238E27FC236}">
                <a16:creationId xmlns:a16="http://schemas.microsoft.com/office/drawing/2014/main" id="{066105C3-1B7D-154B-83DA-5D4D84AB6524}"/>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1504651" y="1848987"/>
            <a:ext cx="2112034" cy="2134401"/>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sp>
        <p:nvSpPr>
          <p:cNvPr id="12" name="TextBox 11">
            <a:extLst>
              <a:ext uri="{FF2B5EF4-FFF2-40B4-BE49-F238E27FC236}">
                <a16:creationId xmlns:a16="http://schemas.microsoft.com/office/drawing/2014/main" id="{D87C6CE8-5E45-2D4A-B7B3-BE22A994ECAA}"/>
              </a:ext>
            </a:extLst>
          </p:cNvPr>
          <p:cNvSpPr txBox="1"/>
          <p:nvPr/>
        </p:nvSpPr>
        <p:spPr>
          <a:xfrm>
            <a:off x="8787327" y="1675064"/>
            <a:ext cx="2895714" cy="2308324"/>
          </a:xfrm>
          <a:prstGeom prst="rect">
            <a:avLst/>
          </a:prstGeom>
          <a:noFill/>
        </p:spPr>
        <p:txBody>
          <a:bodyPr wrap="square" rtlCol="0" anchor="ctr">
            <a:spAutoFit/>
          </a:bodyPr>
          <a:lstStyle/>
          <a:p>
            <a:r>
              <a:rPr lang="en-US" sz="1600" b="1" dirty="0">
                <a:solidFill>
                  <a:schemeClr val="bg1"/>
                </a:solidFill>
              </a:rPr>
              <a:t>NUS GRIP Team</a:t>
            </a:r>
          </a:p>
          <a:p>
            <a:endParaRPr lang="en-US" sz="1600" b="1" dirty="0">
              <a:solidFill>
                <a:schemeClr val="bg1"/>
              </a:solidFill>
            </a:endParaRPr>
          </a:p>
          <a:p>
            <a:r>
              <a:rPr lang="en-US" sz="1600" b="1" dirty="0">
                <a:solidFill>
                  <a:schemeClr val="bg1"/>
                </a:solidFill>
              </a:rPr>
              <a:t>[Team member], Commercial Champion</a:t>
            </a:r>
          </a:p>
          <a:p>
            <a:r>
              <a:rPr lang="en-US" sz="1600" b="1" dirty="0">
                <a:solidFill>
                  <a:schemeClr val="bg1"/>
                </a:solidFill>
              </a:rPr>
              <a:t>[Team member], Venture Manager</a:t>
            </a:r>
          </a:p>
          <a:p>
            <a:r>
              <a:rPr lang="en-US" sz="1600" b="1" dirty="0">
                <a:solidFill>
                  <a:schemeClr val="bg1"/>
                </a:solidFill>
              </a:rPr>
              <a:t>[Third party], Technology Manager</a:t>
            </a:r>
          </a:p>
          <a:p>
            <a:endParaRPr lang="en-US" sz="1600" b="1" dirty="0">
              <a:solidFill>
                <a:schemeClr val="bg1"/>
              </a:solidFill>
            </a:endParaRPr>
          </a:p>
          <a:p>
            <a:endParaRPr lang="en-US" sz="1600" b="1" dirty="0">
              <a:solidFill>
                <a:schemeClr val="bg1"/>
              </a:solidFill>
            </a:endParaRPr>
          </a:p>
          <a:p>
            <a:r>
              <a:rPr lang="en-US" sz="1600" b="1" dirty="0">
                <a:solidFill>
                  <a:schemeClr val="bg1"/>
                </a:solidFill>
              </a:rPr>
              <a:t>Advisors</a:t>
            </a:r>
          </a:p>
          <a:p>
            <a:r>
              <a:rPr lang="en-US" sz="1600" b="1" dirty="0">
                <a:solidFill>
                  <a:schemeClr val="bg1"/>
                </a:solidFill>
              </a:rPr>
              <a:t>TBC</a:t>
            </a:r>
          </a:p>
        </p:txBody>
      </p:sp>
      <p:pic>
        <p:nvPicPr>
          <p:cNvPr id="11" name="Picture 10">
            <a:extLst>
              <a:ext uri="{FF2B5EF4-FFF2-40B4-BE49-F238E27FC236}">
                <a16:creationId xmlns:a16="http://schemas.microsoft.com/office/drawing/2014/main" id="{360EDB21-1AAF-A544-8071-BC4E86655154}"/>
              </a:ext>
            </a:extLst>
          </p:cNvPr>
          <p:cNvPicPr>
            <a:picLocks noChangeAspect="1"/>
          </p:cNvPicPr>
          <p:nvPr/>
        </p:nvPicPr>
        <p:blipFill>
          <a:blip r:embed="rId4"/>
          <a:stretch>
            <a:fillRect/>
          </a:stretch>
        </p:blipFill>
        <p:spPr>
          <a:xfrm>
            <a:off x="5307214" y="1859729"/>
            <a:ext cx="2134401" cy="2134401"/>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33252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a:spLocks/>
          </p:cNvSpPr>
          <p:nvPr/>
        </p:nvSpPr>
        <p:spPr bwMode="auto">
          <a:xfrm>
            <a:off x="2105663" y="4445248"/>
            <a:ext cx="289508" cy="210020"/>
          </a:xfrm>
          <a:custGeom>
            <a:avLst/>
            <a:gdLst>
              <a:gd name="T0" fmla="*/ 173 w 346"/>
              <a:gd name="T1" fmla="*/ 251 h 251"/>
              <a:gd name="T2" fmla="*/ 346 w 346"/>
              <a:gd name="T3" fmla="*/ 0 h 251"/>
              <a:gd name="T4" fmla="*/ 0 w 346"/>
              <a:gd name="T5" fmla="*/ 0 h 251"/>
              <a:gd name="T6" fmla="*/ 173 w 346"/>
              <a:gd name="T7" fmla="*/ 251 h 251"/>
            </a:gdLst>
            <a:ahLst/>
            <a:cxnLst>
              <a:cxn ang="0">
                <a:pos x="T0" y="T1"/>
              </a:cxn>
              <a:cxn ang="0">
                <a:pos x="T2" y="T3"/>
              </a:cxn>
              <a:cxn ang="0">
                <a:pos x="T4" y="T5"/>
              </a:cxn>
              <a:cxn ang="0">
                <a:pos x="T6" y="T7"/>
              </a:cxn>
            </a:cxnLst>
            <a:rect l="0" t="0" r="r" b="b"/>
            <a:pathLst>
              <a:path w="346" h="251">
                <a:moveTo>
                  <a:pt x="173" y="251"/>
                </a:moveTo>
                <a:lnTo>
                  <a:pt x="346" y="0"/>
                </a:lnTo>
                <a:lnTo>
                  <a:pt x="0" y="0"/>
                </a:lnTo>
                <a:lnTo>
                  <a:pt x="173" y="25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 name="Freeform 33"/>
          <p:cNvSpPr>
            <a:spLocks/>
          </p:cNvSpPr>
          <p:nvPr/>
        </p:nvSpPr>
        <p:spPr bwMode="auto">
          <a:xfrm>
            <a:off x="4668963" y="4445248"/>
            <a:ext cx="289508" cy="210020"/>
          </a:xfrm>
          <a:custGeom>
            <a:avLst/>
            <a:gdLst>
              <a:gd name="T0" fmla="*/ 173 w 346"/>
              <a:gd name="T1" fmla="*/ 251 h 251"/>
              <a:gd name="T2" fmla="*/ 346 w 346"/>
              <a:gd name="T3" fmla="*/ 0 h 251"/>
              <a:gd name="T4" fmla="*/ 0 w 346"/>
              <a:gd name="T5" fmla="*/ 0 h 251"/>
              <a:gd name="T6" fmla="*/ 173 w 346"/>
              <a:gd name="T7" fmla="*/ 251 h 251"/>
            </a:gdLst>
            <a:ahLst/>
            <a:cxnLst>
              <a:cxn ang="0">
                <a:pos x="T0" y="T1"/>
              </a:cxn>
              <a:cxn ang="0">
                <a:pos x="T2" y="T3"/>
              </a:cxn>
              <a:cxn ang="0">
                <a:pos x="T4" y="T5"/>
              </a:cxn>
              <a:cxn ang="0">
                <a:pos x="T6" y="T7"/>
              </a:cxn>
            </a:cxnLst>
            <a:rect l="0" t="0" r="r" b="b"/>
            <a:pathLst>
              <a:path w="346" h="251">
                <a:moveTo>
                  <a:pt x="173" y="251"/>
                </a:moveTo>
                <a:lnTo>
                  <a:pt x="346" y="0"/>
                </a:lnTo>
                <a:lnTo>
                  <a:pt x="0" y="0"/>
                </a:lnTo>
                <a:lnTo>
                  <a:pt x="173" y="251"/>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5" name="Freeform 33"/>
          <p:cNvSpPr>
            <a:spLocks/>
          </p:cNvSpPr>
          <p:nvPr/>
        </p:nvSpPr>
        <p:spPr bwMode="auto">
          <a:xfrm>
            <a:off x="7232263" y="4445248"/>
            <a:ext cx="289508" cy="210020"/>
          </a:xfrm>
          <a:custGeom>
            <a:avLst/>
            <a:gdLst>
              <a:gd name="T0" fmla="*/ 173 w 346"/>
              <a:gd name="T1" fmla="*/ 251 h 251"/>
              <a:gd name="T2" fmla="*/ 346 w 346"/>
              <a:gd name="T3" fmla="*/ 0 h 251"/>
              <a:gd name="T4" fmla="*/ 0 w 346"/>
              <a:gd name="T5" fmla="*/ 0 h 251"/>
              <a:gd name="T6" fmla="*/ 173 w 346"/>
              <a:gd name="T7" fmla="*/ 251 h 251"/>
            </a:gdLst>
            <a:ahLst/>
            <a:cxnLst>
              <a:cxn ang="0">
                <a:pos x="T0" y="T1"/>
              </a:cxn>
              <a:cxn ang="0">
                <a:pos x="T2" y="T3"/>
              </a:cxn>
              <a:cxn ang="0">
                <a:pos x="T4" y="T5"/>
              </a:cxn>
              <a:cxn ang="0">
                <a:pos x="T6" y="T7"/>
              </a:cxn>
            </a:cxnLst>
            <a:rect l="0" t="0" r="r" b="b"/>
            <a:pathLst>
              <a:path w="346" h="251">
                <a:moveTo>
                  <a:pt x="173" y="251"/>
                </a:moveTo>
                <a:lnTo>
                  <a:pt x="346" y="0"/>
                </a:lnTo>
                <a:lnTo>
                  <a:pt x="0" y="0"/>
                </a:lnTo>
                <a:lnTo>
                  <a:pt x="173" y="251"/>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6" name="Freeform 33"/>
          <p:cNvSpPr>
            <a:spLocks/>
          </p:cNvSpPr>
          <p:nvPr/>
        </p:nvSpPr>
        <p:spPr bwMode="auto">
          <a:xfrm>
            <a:off x="9795563" y="4445248"/>
            <a:ext cx="289508" cy="210020"/>
          </a:xfrm>
          <a:custGeom>
            <a:avLst/>
            <a:gdLst>
              <a:gd name="T0" fmla="*/ 173 w 346"/>
              <a:gd name="T1" fmla="*/ 251 h 251"/>
              <a:gd name="T2" fmla="*/ 346 w 346"/>
              <a:gd name="T3" fmla="*/ 0 h 251"/>
              <a:gd name="T4" fmla="*/ 0 w 346"/>
              <a:gd name="T5" fmla="*/ 0 h 251"/>
              <a:gd name="T6" fmla="*/ 173 w 346"/>
              <a:gd name="T7" fmla="*/ 251 h 251"/>
            </a:gdLst>
            <a:ahLst/>
            <a:cxnLst>
              <a:cxn ang="0">
                <a:pos x="T0" y="T1"/>
              </a:cxn>
              <a:cxn ang="0">
                <a:pos x="T2" y="T3"/>
              </a:cxn>
              <a:cxn ang="0">
                <a:pos x="T4" y="T5"/>
              </a:cxn>
              <a:cxn ang="0">
                <a:pos x="T6" y="T7"/>
              </a:cxn>
            </a:cxnLst>
            <a:rect l="0" t="0" r="r" b="b"/>
            <a:pathLst>
              <a:path w="346" h="251">
                <a:moveTo>
                  <a:pt x="173" y="251"/>
                </a:moveTo>
                <a:lnTo>
                  <a:pt x="346" y="0"/>
                </a:lnTo>
                <a:lnTo>
                  <a:pt x="0" y="0"/>
                </a:lnTo>
                <a:lnTo>
                  <a:pt x="173" y="251"/>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7" name="TextBox 6"/>
          <p:cNvSpPr txBox="1"/>
          <p:nvPr/>
        </p:nvSpPr>
        <p:spPr>
          <a:xfrm>
            <a:off x="1431276" y="4813907"/>
            <a:ext cx="1620508" cy="400110"/>
          </a:xfrm>
          <a:prstGeom prst="rect">
            <a:avLst/>
          </a:prstGeom>
          <a:noFill/>
          <a:ln>
            <a:noFill/>
          </a:ln>
        </p:spPr>
        <p:txBody>
          <a:bodyPr wrap="none" rtlCol="0">
            <a:spAutoFit/>
          </a:bodyPr>
          <a:lstStyle/>
          <a:p>
            <a:pPr algn="ctr"/>
            <a:r>
              <a:rPr lang="en-US" sz="2000" spc="30" dirty="0">
                <a:solidFill>
                  <a:schemeClr val="bg1"/>
                </a:solidFill>
                <a:latin typeface="Garamond" panose="02020404030301010803" pitchFamily="18" charset="0"/>
                <a:ea typeface="Raleway Medium" charset="0"/>
                <a:cs typeface="Raleway Medium" charset="0"/>
              </a:rPr>
              <a:t>Indoor Farms</a:t>
            </a:r>
          </a:p>
        </p:txBody>
      </p:sp>
      <p:sp>
        <p:nvSpPr>
          <p:cNvPr id="8" name="TextBox 7"/>
          <p:cNvSpPr txBox="1"/>
          <p:nvPr/>
        </p:nvSpPr>
        <p:spPr>
          <a:xfrm>
            <a:off x="8848781" y="5277805"/>
            <a:ext cx="2205207" cy="1097865"/>
          </a:xfrm>
          <a:prstGeom prst="rect">
            <a:avLst/>
          </a:prstGeom>
          <a:noFill/>
        </p:spPr>
        <p:txBody>
          <a:bodyPr wrap="square" rtlCol="0">
            <a:spAutoFit/>
          </a:bodyPr>
          <a:lstStyle/>
          <a:p>
            <a:pPr lvl="0" algn="ctr">
              <a:lnSpc>
                <a:spcPct val="140000"/>
              </a:lnSpc>
              <a:defRPr/>
            </a:pPr>
            <a:r>
              <a:rPr lang="en-US" sz="1600" dirty="0">
                <a:solidFill>
                  <a:srgbClr val="848484"/>
                </a:solidFill>
                <a:latin typeface="Garamond" panose="02020404030301010803" pitchFamily="18" charset="0"/>
                <a:ea typeface="Raleway Medium" charset="0"/>
                <a:cs typeface="Raleway Medium" charset="0"/>
              </a:rPr>
              <a:t>Improve patient outcomes and minimize airborne infections</a:t>
            </a:r>
          </a:p>
        </p:txBody>
      </p:sp>
      <p:sp>
        <p:nvSpPr>
          <p:cNvPr id="9" name="TextBox 8"/>
          <p:cNvSpPr txBox="1"/>
          <p:nvPr/>
        </p:nvSpPr>
        <p:spPr>
          <a:xfrm>
            <a:off x="4331942" y="4813907"/>
            <a:ext cx="945772" cy="400110"/>
          </a:xfrm>
          <a:prstGeom prst="rect">
            <a:avLst/>
          </a:prstGeom>
          <a:noFill/>
          <a:ln>
            <a:noFill/>
          </a:ln>
        </p:spPr>
        <p:txBody>
          <a:bodyPr wrap="none" rtlCol="0">
            <a:spAutoFit/>
          </a:bodyPr>
          <a:lstStyle/>
          <a:p>
            <a:pPr algn="ctr"/>
            <a:r>
              <a:rPr lang="en-US" sz="2000" spc="30" dirty="0">
                <a:solidFill>
                  <a:schemeClr val="bg1"/>
                </a:solidFill>
                <a:latin typeface="Garamond" panose="02020404030301010803" pitchFamily="18" charset="0"/>
                <a:ea typeface="Raleway Medium" charset="0"/>
                <a:cs typeface="Raleway Medium" charset="0"/>
              </a:rPr>
              <a:t>Offices	</a:t>
            </a:r>
          </a:p>
        </p:txBody>
      </p:sp>
      <p:sp>
        <p:nvSpPr>
          <p:cNvPr id="10" name="TextBox 9"/>
          <p:cNvSpPr txBox="1"/>
          <p:nvPr/>
        </p:nvSpPr>
        <p:spPr>
          <a:xfrm>
            <a:off x="3654747" y="5277805"/>
            <a:ext cx="2300162" cy="753155"/>
          </a:xfrm>
          <a:prstGeom prst="rect">
            <a:avLst/>
          </a:prstGeom>
          <a:noFill/>
        </p:spPr>
        <p:txBody>
          <a:bodyPr wrap="square" rtlCol="0">
            <a:spAutoFit/>
          </a:bodyPr>
          <a:lstStyle/>
          <a:p>
            <a:pPr lvl="0" algn="ctr">
              <a:lnSpc>
                <a:spcPct val="140000"/>
              </a:lnSpc>
              <a:defRPr/>
            </a:pPr>
            <a:r>
              <a:rPr lang="en-US" sz="1600" dirty="0">
                <a:solidFill>
                  <a:srgbClr val="848484"/>
                </a:solidFill>
                <a:latin typeface="Garamond" panose="02020404030301010803" pitchFamily="18" charset="0"/>
                <a:ea typeface="Raleway Medium" charset="0"/>
                <a:cs typeface="Raleway Medium" charset="0"/>
              </a:rPr>
              <a:t>Increase worker comfort and productivity</a:t>
            </a:r>
          </a:p>
        </p:txBody>
      </p:sp>
      <p:sp>
        <p:nvSpPr>
          <p:cNvPr id="11" name="TextBox 10"/>
          <p:cNvSpPr txBox="1"/>
          <p:nvPr/>
        </p:nvSpPr>
        <p:spPr>
          <a:xfrm>
            <a:off x="6001262" y="4750096"/>
            <a:ext cx="2728067" cy="527733"/>
          </a:xfrm>
          <a:prstGeom prst="rect">
            <a:avLst/>
          </a:prstGeom>
          <a:noFill/>
          <a:ln>
            <a:noFill/>
          </a:ln>
        </p:spPr>
        <p:txBody>
          <a:bodyPr wrap="square" lIns="90000" rtlCol="0">
            <a:noAutofit/>
          </a:bodyPr>
          <a:lstStyle/>
          <a:p>
            <a:pPr algn="ctr"/>
            <a:r>
              <a:rPr lang="en-US" sz="2000" spc="30" dirty="0">
                <a:solidFill>
                  <a:schemeClr val="bg1"/>
                </a:solidFill>
                <a:latin typeface="Garamond" panose="02020404030301010803" pitchFamily="18" charset="0"/>
                <a:ea typeface="Raleway Medium" charset="0"/>
                <a:cs typeface="Raleway Medium" charset="0"/>
              </a:rPr>
              <a:t>Historical Buildings &amp; Museums</a:t>
            </a:r>
          </a:p>
        </p:txBody>
      </p:sp>
      <p:sp>
        <p:nvSpPr>
          <p:cNvPr id="12" name="TextBox 11"/>
          <p:cNvSpPr txBox="1"/>
          <p:nvPr/>
        </p:nvSpPr>
        <p:spPr>
          <a:xfrm>
            <a:off x="6317625" y="5277805"/>
            <a:ext cx="2184720" cy="1442574"/>
          </a:xfrm>
          <a:prstGeom prst="rect">
            <a:avLst/>
          </a:prstGeom>
          <a:noFill/>
        </p:spPr>
        <p:txBody>
          <a:bodyPr wrap="square" rtlCol="0">
            <a:spAutoFit/>
          </a:bodyPr>
          <a:lstStyle/>
          <a:p>
            <a:pPr lvl="0" algn="ctr">
              <a:lnSpc>
                <a:spcPct val="140000"/>
              </a:lnSpc>
              <a:defRPr/>
            </a:pPr>
            <a:r>
              <a:rPr lang="en-US" sz="1600" dirty="0">
                <a:solidFill>
                  <a:srgbClr val="848484"/>
                </a:solidFill>
                <a:latin typeface="Garamond" panose="02020404030301010803" pitchFamily="18" charset="0"/>
                <a:ea typeface="Raleway Medium" charset="0"/>
                <a:cs typeface="Raleway Medium" charset="0"/>
              </a:rPr>
              <a:t>Preserve interiors of historical buildings and protect invaluable artifacts</a:t>
            </a:r>
          </a:p>
        </p:txBody>
      </p:sp>
      <p:sp>
        <p:nvSpPr>
          <p:cNvPr id="13" name="TextBox 12"/>
          <p:cNvSpPr txBox="1"/>
          <p:nvPr/>
        </p:nvSpPr>
        <p:spPr>
          <a:xfrm>
            <a:off x="9281252" y="4813907"/>
            <a:ext cx="1300357" cy="400110"/>
          </a:xfrm>
          <a:prstGeom prst="rect">
            <a:avLst/>
          </a:prstGeom>
          <a:noFill/>
          <a:ln>
            <a:noFill/>
          </a:ln>
        </p:spPr>
        <p:txBody>
          <a:bodyPr wrap="none" rtlCol="0">
            <a:spAutoFit/>
          </a:bodyPr>
          <a:lstStyle/>
          <a:p>
            <a:pPr algn="ctr"/>
            <a:r>
              <a:rPr lang="en-US" sz="2000" spc="30" dirty="0">
                <a:solidFill>
                  <a:schemeClr val="bg1"/>
                </a:solidFill>
                <a:latin typeface="Garamond" panose="02020404030301010803" pitchFamily="18" charset="0"/>
                <a:ea typeface="Raleway Medium" charset="0"/>
                <a:cs typeface="Raleway Medium" charset="0"/>
              </a:rPr>
              <a:t>Healthcare</a:t>
            </a:r>
          </a:p>
        </p:txBody>
      </p:sp>
      <p:sp>
        <p:nvSpPr>
          <p:cNvPr id="14" name="TextBox 13"/>
          <p:cNvSpPr txBox="1"/>
          <p:nvPr/>
        </p:nvSpPr>
        <p:spPr>
          <a:xfrm>
            <a:off x="1270731" y="5277805"/>
            <a:ext cx="1879600" cy="1097865"/>
          </a:xfrm>
          <a:prstGeom prst="rect">
            <a:avLst/>
          </a:prstGeom>
          <a:noFill/>
        </p:spPr>
        <p:txBody>
          <a:bodyPr wrap="square" rtlCol="0">
            <a:spAutoFit/>
          </a:bodyPr>
          <a:lstStyle/>
          <a:p>
            <a:pPr lvl="0" algn="ctr">
              <a:lnSpc>
                <a:spcPct val="140000"/>
              </a:lnSpc>
              <a:defRPr/>
            </a:pPr>
            <a:r>
              <a:rPr lang="en-US" sz="1600" dirty="0">
                <a:solidFill>
                  <a:srgbClr val="848484"/>
                </a:solidFill>
                <a:latin typeface="Garamond" panose="02020404030301010803" pitchFamily="18" charset="0"/>
                <a:ea typeface="Raleway Medium" charset="0"/>
                <a:cs typeface="Raleway Medium" charset="0"/>
              </a:rPr>
              <a:t>Increase crop yield and streamline operations</a:t>
            </a:r>
          </a:p>
        </p:txBody>
      </p:sp>
      <p:grpSp>
        <p:nvGrpSpPr>
          <p:cNvPr id="16" name="Group 15"/>
          <p:cNvGrpSpPr/>
          <p:nvPr/>
        </p:nvGrpSpPr>
        <p:grpSpPr>
          <a:xfrm>
            <a:off x="1204073" y="2557577"/>
            <a:ext cx="2467836" cy="1558088"/>
            <a:chOff x="1341345" y="2331698"/>
            <a:chExt cx="2467836" cy="1558088"/>
          </a:xfrm>
        </p:grpSpPr>
        <p:sp>
          <p:nvSpPr>
            <p:cNvPr id="18" name="Freeform 6"/>
            <p:cNvSpPr>
              <a:spLocks noEditPoints="1"/>
            </p:cNvSpPr>
            <p:nvPr/>
          </p:nvSpPr>
          <p:spPr bwMode="auto">
            <a:xfrm>
              <a:off x="1608010" y="2331698"/>
              <a:ext cx="1558087" cy="1558088"/>
            </a:xfrm>
            <a:custGeom>
              <a:avLst/>
              <a:gdLst>
                <a:gd name="T0" fmla="*/ 799 w 1598"/>
                <a:gd name="T1" fmla="*/ 0 h 1599"/>
                <a:gd name="T2" fmla="*/ 0 w 1598"/>
                <a:gd name="T3" fmla="*/ 800 h 1599"/>
                <a:gd name="T4" fmla="*/ 799 w 1598"/>
                <a:gd name="T5" fmla="*/ 1599 h 1599"/>
                <a:gd name="T6" fmla="*/ 1598 w 1598"/>
                <a:gd name="T7" fmla="*/ 800 h 1599"/>
                <a:gd name="T8" fmla="*/ 799 w 1598"/>
                <a:gd name="T9" fmla="*/ 0 h 1599"/>
                <a:gd name="T10" fmla="*/ 799 w 1598"/>
                <a:gd name="T11" fmla="*/ 1405 h 1599"/>
                <a:gd name="T12" fmla="*/ 194 w 1598"/>
                <a:gd name="T13" fmla="*/ 800 h 1599"/>
                <a:gd name="T14" fmla="*/ 799 w 1598"/>
                <a:gd name="T15" fmla="*/ 194 h 1599"/>
                <a:gd name="T16" fmla="*/ 1405 w 1598"/>
                <a:gd name="T17" fmla="*/ 800 h 1599"/>
                <a:gd name="T18" fmla="*/ 799 w 1598"/>
                <a:gd name="T19" fmla="*/ 1405 h 1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8" h="1599">
                  <a:moveTo>
                    <a:pt x="799" y="0"/>
                  </a:moveTo>
                  <a:cubicBezTo>
                    <a:pt x="358" y="0"/>
                    <a:pt x="0" y="358"/>
                    <a:pt x="0" y="800"/>
                  </a:cubicBezTo>
                  <a:cubicBezTo>
                    <a:pt x="0" y="1241"/>
                    <a:pt x="358" y="1599"/>
                    <a:pt x="799" y="1599"/>
                  </a:cubicBezTo>
                  <a:cubicBezTo>
                    <a:pt x="1241" y="1599"/>
                    <a:pt x="1598" y="1241"/>
                    <a:pt x="1598" y="800"/>
                  </a:cubicBezTo>
                  <a:cubicBezTo>
                    <a:pt x="1598" y="358"/>
                    <a:pt x="1241" y="0"/>
                    <a:pt x="799" y="0"/>
                  </a:cubicBezTo>
                  <a:moveTo>
                    <a:pt x="799" y="1405"/>
                  </a:moveTo>
                  <a:cubicBezTo>
                    <a:pt x="465" y="1405"/>
                    <a:pt x="194" y="1134"/>
                    <a:pt x="194" y="800"/>
                  </a:cubicBezTo>
                  <a:cubicBezTo>
                    <a:pt x="194" y="465"/>
                    <a:pt x="465" y="194"/>
                    <a:pt x="799" y="194"/>
                  </a:cubicBezTo>
                  <a:cubicBezTo>
                    <a:pt x="1134" y="194"/>
                    <a:pt x="1405" y="465"/>
                    <a:pt x="1405" y="800"/>
                  </a:cubicBezTo>
                  <a:cubicBezTo>
                    <a:pt x="1405" y="1134"/>
                    <a:pt x="1134" y="1405"/>
                    <a:pt x="799" y="1405"/>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19" name="Rectangle 7"/>
            <p:cNvSpPr>
              <a:spLocks noChangeArrowheads="1"/>
            </p:cNvSpPr>
            <p:nvPr/>
          </p:nvSpPr>
          <p:spPr bwMode="auto">
            <a:xfrm>
              <a:off x="1370329" y="3700580"/>
              <a:ext cx="2438852" cy="18920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0" name="Rectangle 8"/>
            <p:cNvSpPr>
              <a:spLocks noChangeArrowheads="1"/>
            </p:cNvSpPr>
            <p:nvPr/>
          </p:nvSpPr>
          <p:spPr bwMode="auto">
            <a:xfrm>
              <a:off x="1371599" y="3700580"/>
              <a:ext cx="2063701" cy="189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1" name="Freeform 10"/>
            <p:cNvSpPr>
              <a:spLocks/>
            </p:cNvSpPr>
            <p:nvPr/>
          </p:nvSpPr>
          <p:spPr bwMode="auto">
            <a:xfrm>
              <a:off x="2402926" y="3452963"/>
              <a:ext cx="683171" cy="247618"/>
            </a:xfrm>
            <a:custGeom>
              <a:avLst/>
              <a:gdLst>
                <a:gd name="T0" fmla="*/ 701 w 701"/>
                <a:gd name="T1" fmla="*/ 0 h 254"/>
                <a:gd name="T2" fmla="*/ 476 w 701"/>
                <a:gd name="T3" fmla="*/ 0 h 254"/>
                <a:gd name="T4" fmla="*/ 451 w 701"/>
                <a:gd name="T5" fmla="*/ 33 h 254"/>
                <a:gd name="T6" fmla="*/ 0 w 701"/>
                <a:gd name="T7" fmla="*/ 254 h 254"/>
                <a:gd name="T8" fmla="*/ 505 w 701"/>
                <a:gd name="T9" fmla="*/ 254 h 254"/>
                <a:gd name="T10" fmla="*/ 701 w 701"/>
                <a:gd name="T11" fmla="*/ 0 h 254"/>
              </a:gdLst>
              <a:ahLst/>
              <a:cxnLst>
                <a:cxn ang="0">
                  <a:pos x="T0" y="T1"/>
                </a:cxn>
                <a:cxn ang="0">
                  <a:pos x="T2" y="T3"/>
                </a:cxn>
                <a:cxn ang="0">
                  <a:pos x="T4" y="T5"/>
                </a:cxn>
                <a:cxn ang="0">
                  <a:pos x="T6" y="T7"/>
                </a:cxn>
                <a:cxn ang="0">
                  <a:pos x="T8" y="T9"/>
                </a:cxn>
                <a:cxn ang="0">
                  <a:pos x="T10" y="T11"/>
                </a:cxn>
              </a:cxnLst>
              <a:rect l="0" t="0" r="r" b="b"/>
              <a:pathLst>
                <a:path w="701" h="254">
                  <a:moveTo>
                    <a:pt x="701" y="0"/>
                  </a:moveTo>
                  <a:cubicBezTo>
                    <a:pt x="476" y="0"/>
                    <a:pt x="476" y="0"/>
                    <a:pt x="476" y="0"/>
                  </a:cubicBezTo>
                  <a:cubicBezTo>
                    <a:pt x="468" y="11"/>
                    <a:pt x="460" y="22"/>
                    <a:pt x="451" y="33"/>
                  </a:cubicBezTo>
                  <a:cubicBezTo>
                    <a:pt x="343" y="164"/>
                    <a:pt x="182" y="249"/>
                    <a:pt x="0" y="254"/>
                  </a:cubicBezTo>
                  <a:cubicBezTo>
                    <a:pt x="505" y="254"/>
                    <a:pt x="505" y="254"/>
                    <a:pt x="505" y="254"/>
                  </a:cubicBezTo>
                  <a:cubicBezTo>
                    <a:pt x="586" y="184"/>
                    <a:pt x="653" y="97"/>
                    <a:pt x="701"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2" name="Freeform 11"/>
            <p:cNvSpPr>
              <a:spLocks/>
            </p:cNvSpPr>
            <p:nvPr/>
          </p:nvSpPr>
          <p:spPr bwMode="auto">
            <a:xfrm>
              <a:off x="2387688" y="3700580"/>
              <a:ext cx="507934" cy="0"/>
            </a:xfrm>
            <a:custGeom>
              <a:avLst/>
              <a:gdLst>
                <a:gd name="T0" fmla="*/ 521 w 521"/>
                <a:gd name="T1" fmla="*/ 16 w 521"/>
                <a:gd name="T2" fmla="*/ 0 w 521"/>
                <a:gd name="T3" fmla="*/ 521 w 521"/>
                <a:gd name="T4" fmla="*/ 521 w 521"/>
              </a:gdLst>
              <a:ahLst/>
              <a:cxnLst>
                <a:cxn ang="0">
                  <a:pos x="T0" y="0"/>
                </a:cxn>
                <a:cxn ang="0">
                  <a:pos x="T1" y="0"/>
                </a:cxn>
                <a:cxn ang="0">
                  <a:pos x="T2" y="0"/>
                </a:cxn>
                <a:cxn ang="0">
                  <a:pos x="T3" y="0"/>
                </a:cxn>
                <a:cxn ang="0">
                  <a:pos x="T4" y="0"/>
                </a:cxn>
              </a:cxnLst>
              <a:rect l="0" t="0" r="r" b="b"/>
              <a:pathLst>
                <a:path w="521">
                  <a:moveTo>
                    <a:pt x="521" y="0"/>
                  </a:moveTo>
                  <a:cubicBezTo>
                    <a:pt x="16" y="0"/>
                    <a:pt x="16" y="0"/>
                    <a:pt x="16" y="0"/>
                  </a:cubicBezTo>
                  <a:cubicBezTo>
                    <a:pt x="11" y="0"/>
                    <a:pt x="5" y="0"/>
                    <a:pt x="0" y="0"/>
                  </a:cubicBezTo>
                  <a:cubicBezTo>
                    <a:pt x="521" y="0"/>
                    <a:pt x="521" y="0"/>
                    <a:pt x="521" y="0"/>
                  </a:cubicBezTo>
                  <a:cubicBezTo>
                    <a:pt x="521" y="0"/>
                    <a:pt x="521" y="0"/>
                    <a:pt x="521" y="0"/>
                  </a:cubicBezTo>
                </a:path>
              </a:pathLst>
            </a:custGeom>
            <a:solidFill>
              <a:srgbClr val="3D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3" name="Freeform 22"/>
            <p:cNvSpPr>
              <a:spLocks/>
            </p:cNvSpPr>
            <p:nvPr/>
          </p:nvSpPr>
          <p:spPr bwMode="auto">
            <a:xfrm>
              <a:off x="1341345" y="3889786"/>
              <a:ext cx="1045074" cy="0"/>
            </a:xfrm>
            <a:custGeom>
              <a:avLst/>
              <a:gdLst>
                <a:gd name="T0" fmla="*/ 1065 w 1073"/>
                <a:gd name="T1" fmla="*/ 0 w 1073"/>
                <a:gd name="T2" fmla="*/ 0 w 1073"/>
                <a:gd name="T3" fmla="*/ 1073 w 1073"/>
                <a:gd name="T4" fmla="*/ 1065 w 1073"/>
              </a:gdLst>
              <a:ahLst/>
              <a:cxnLst>
                <a:cxn ang="0">
                  <a:pos x="T0" y="0"/>
                </a:cxn>
                <a:cxn ang="0">
                  <a:pos x="T1" y="0"/>
                </a:cxn>
                <a:cxn ang="0">
                  <a:pos x="T2" y="0"/>
                </a:cxn>
                <a:cxn ang="0">
                  <a:pos x="T3" y="0"/>
                </a:cxn>
                <a:cxn ang="0">
                  <a:pos x="T4" y="0"/>
                </a:cxn>
              </a:cxnLst>
              <a:rect l="0" t="0" r="r" b="b"/>
              <a:pathLst>
                <a:path w="1073">
                  <a:moveTo>
                    <a:pt x="1065" y="0"/>
                  </a:moveTo>
                  <a:cubicBezTo>
                    <a:pt x="0" y="0"/>
                    <a:pt x="0" y="0"/>
                    <a:pt x="0" y="0"/>
                  </a:cubicBezTo>
                  <a:cubicBezTo>
                    <a:pt x="0" y="0"/>
                    <a:pt x="0" y="0"/>
                    <a:pt x="0" y="0"/>
                  </a:cubicBezTo>
                  <a:cubicBezTo>
                    <a:pt x="1073" y="0"/>
                    <a:pt x="1073" y="0"/>
                    <a:pt x="1073" y="0"/>
                  </a:cubicBezTo>
                  <a:cubicBezTo>
                    <a:pt x="1070" y="0"/>
                    <a:pt x="1068" y="0"/>
                    <a:pt x="1065" y="0"/>
                  </a:cubicBezTo>
                </a:path>
              </a:pathLst>
            </a:custGeom>
            <a:solidFill>
              <a:srgbClr val="7D7D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4" name="Freeform 23"/>
            <p:cNvSpPr>
              <a:spLocks/>
            </p:cNvSpPr>
            <p:nvPr/>
          </p:nvSpPr>
          <p:spPr bwMode="auto">
            <a:xfrm>
              <a:off x="1371600" y="3700580"/>
              <a:ext cx="1007200" cy="189206"/>
            </a:xfrm>
            <a:custGeom>
              <a:avLst/>
              <a:gdLst>
                <a:gd name="T0" fmla="*/ 552 w 1065"/>
                <a:gd name="T1" fmla="*/ 0 h 194"/>
                <a:gd name="T2" fmla="*/ 0 w 1065"/>
                <a:gd name="T3" fmla="*/ 0 h 194"/>
                <a:gd name="T4" fmla="*/ 0 w 1065"/>
                <a:gd name="T5" fmla="*/ 194 h 194"/>
                <a:gd name="T6" fmla="*/ 1065 w 1065"/>
                <a:gd name="T7" fmla="*/ 194 h 194"/>
                <a:gd name="T8" fmla="*/ 552 w 1065"/>
                <a:gd name="T9" fmla="*/ 0 h 194"/>
              </a:gdLst>
              <a:ahLst/>
              <a:cxnLst>
                <a:cxn ang="0">
                  <a:pos x="T0" y="T1"/>
                </a:cxn>
                <a:cxn ang="0">
                  <a:pos x="T2" y="T3"/>
                </a:cxn>
                <a:cxn ang="0">
                  <a:pos x="T4" y="T5"/>
                </a:cxn>
                <a:cxn ang="0">
                  <a:pos x="T6" y="T7"/>
                </a:cxn>
                <a:cxn ang="0">
                  <a:pos x="T8" y="T9"/>
                </a:cxn>
              </a:cxnLst>
              <a:rect l="0" t="0" r="r" b="b"/>
              <a:pathLst>
                <a:path w="1065" h="194">
                  <a:moveTo>
                    <a:pt x="552" y="0"/>
                  </a:moveTo>
                  <a:cubicBezTo>
                    <a:pt x="0" y="0"/>
                    <a:pt x="0" y="0"/>
                    <a:pt x="0" y="0"/>
                  </a:cubicBezTo>
                  <a:cubicBezTo>
                    <a:pt x="0" y="194"/>
                    <a:pt x="0" y="194"/>
                    <a:pt x="0" y="194"/>
                  </a:cubicBezTo>
                  <a:cubicBezTo>
                    <a:pt x="1065" y="194"/>
                    <a:pt x="1065" y="194"/>
                    <a:pt x="1065" y="194"/>
                  </a:cubicBezTo>
                  <a:cubicBezTo>
                    <a:pt x="869" y="192"/>
                    <a:pt x="690" y="119"/>
                    <a:pt x="552" y="0"/>
                  </a:cubicBezTo>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grpSp>
      <p:grpSp>
        <p:nvGrpSpPr>
          <p:cNvPr id="25" name="Group 24"/>
          <p:cNvGrpSpPr/>
          <p:nvPr/>
        </p:nvGrpSpPr>
        <p:grpSpPr>
          <a:xfrm>
            <a:off x="8544769" y="2557577"/>
            <a:ext cx="2443159" cy="1558088"/>
            <a:chOff x="8544769" y="2331698"/>
            <a:chExt cx="2443159" cy="1558088"/>
          </a:xfrm>
          <a:solidFill>
            <a:schemeClr val="tx1">
              <a:lumMod val="75000"/>
              <a:lumOff val="25000"/>
            </a:schemeClr>
          </a:solidFill>
        </p:grpSpPr>
        <p:sp>
          <p:nvSpPr>
            <p:cNvPr id="26" name="Freeform 6"/>
            <p:cNvSpPr>
              <a:spLocks noEditPoints="1"/>
            </p:cNvSpPr>
            <p:nvPr/>
          </p:nvSpPr>
          <p:spPr bwMode="auto">
            <a:xfrm>
              <a:off x="9160638" y="2331698"/>
              <a:ext cx="1558087" cy="1558088"/>
            </a:xfrm>
            <a:custGeom>
              <a:avLst/>
              <a:gdLst>
                <a:gd name="T0" fmla="*/ 799 w 1598"/>
                <a:gd name="T1" fmla="*/ 0 h 1599"/>
                <a:gd name="T2" fmla="*/ 0 w 1598"/>
                <a:gd name="T3" fmla="*/ 800 h 1599"/>
                <a:gd name="T4" fmla="*/ 799 w 1598"/>
                <a:gd name="T5" fmla="*/ 1599 h 1599"/>
                <a:gd name="T6" fmla="*/ 1598 w 1598"/>
                <a:gd name="T7" fmla="*/ 800 h 1599"/>
                <a:gd name="T8" fmla="*/ 799 w 1598"/>
                <a:gd name="T9" fmla="*/ 0 h 1599"/>
                <a:gd name="T10" fmla="*/ 799 w 1598"/>
                <a:gd name="T11" fmla="*/ 1405 h 1599"/>
                <a:gd name="T12" fmla="*/ 194 w 1598"/>
                <a:gd name="T13" fmla="*/ 800 h 1599"/>
                <a:gd name="T14" fmla="*/ 799 w 1598"/>
                <a:gd name="T15" fmla="*/ 194 h 1599"/>
                <a:gd name="T16" fmla="*/ 1405 w 1598"/>
                <a:gd name="T17" fmla="*/ 800 h 1599"/>
                <a:gd name="T18" fmla="*/ 799 w 1598"/>
                <a:gd name="T19" fmla="*/ 1405 h 1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8" h="1599">
                  <a:moveTo>
                    <a:pt x="799" y="0"/>
                  </a:moveTo>
                  <a:cubicBezTo>
                    <a:pt x="358" y="0"/>
                    <a:pt x="0" y="358"/>
                    <a:pt x="0" y="800"/>
                  </a:cubicBezTo>
                  <a:cubicBezTo>
                    <a:pt x="0" y="1241"/>
                    <a:pt x="358" y="1599"/>
                    <a:pt x="799" y="1599"/>
                  </a:cubicBezTo>
                  <a:cubicBezTo>
                    <a:pt x="1241" y="1599"/>
                    <a:pt x="1598" y="1241"/>
                    <a:pt x="1598" y="800"/>
                  </a:cubicBezTo>
                  <a:cubicBezTo>
                    <a:pt x="1598" y="358"/>
                    <a:pt x="1241" y="0"/>
                    <a:pt x="799" y="0"/>
                  </a:cubicBezTo>
                  <a:moveTo>
                    <a:pt x="799" y="1405"/>
                  </a:moveTo>
                  <a:cubicBezTo>
                    <a:pt x="465" y="1405"/>
                    <a:pt x="194" y="1134"/>
                    <a:pt x="194" y="800"/>
                  </a:cubicBezTo>
                  <a:cubicBezTo>
                    <a:pt x="194" y="465"/>
                    <a:pt x="465" y="194"/>
                    <a:pt x="799" y="194"/>
                  </a:cubicBezTo>
                  <a:cubicBezTo>
                    <a:pt x="1134" y="194"/>
                    <a:pt x="1405" y="465"/>
                    <a:pt x="1405" y="800"/>
                  </a:cubicBezTo>
                  <a:cubicBezTo>
                    <a:pt x="1405" y="1134"/>
                    <a:pt x="1134" y="1405"/>
                    <a:pt x="799" y="140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7" name="Rectangle 7"/>
            <p:cNvSpPr>
              <a:spLocks noChangeArrowheads="1"/>
            </p:cNvSpPr>
            <p:nvPr/>
          </p:nvSpPr>
          <p:spPr bwMode="auto">
            <a:xfrm>
              <a:off x="8545065" y="3700580"/>
              <a:ext cx="2442863" cy="189206"/>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8" name="Rectangle 8"/>
            <p:cNvSpPr>
              <a:spLocks noChangeArrowheads="1"/>
            </p:cNvSpPr>
            <p:nvPr/>
          </p:nvSpPr>
          <p:spPr bwMode="auto">
            <a:xfrm>
              <a:off x="8924227" y="3700580"/>
              <a:ext cx="2063701" cy="1892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29" name="Freeform 10"/>
            <p:cNvSpPr>
              <a:spLocks/>
            </p:cNvSpPr>
            <p:nvPr/>
          </p:nvSpPr>
          <p:spPr bwMode="auto">
            <a:xfrm>
              <a:off x="9955554" y="3452963"/>
              <a:ext cx="683171" cy="247618"/>
            </a:xfrm>
            <a:custGeom>
              <a:avLst/>
              <a:gdLst>
                <a:gd name="T0" fmla="*/ 701 w 701"/>
                <a:gd name="T1" fmla="*/ 0 h 254"/>
                <a:gd name="T2" fmla="*/ 476 w 701"/>
                <a:gd name="T3" fmla="*/ 0 h 254"/>
                <a:gd name="T4" fmla="*/ 451 w 701"/>
                <a:gd name="T5" fmla="*/ 33 h 254"/>
                <a:gd name="T6" fmla="*/ 0 w 701"/>
                <a:gd name="T7" fmla="*/ 254 h 254"/>
                <a:gd name="T8" fmla="*/ 505 w 701"/>
                <a:gd name="T9" fmla="*/ 254 h 254"/>
                <a:gd name="T10" fmla="*/ 701 w 701"/>
                <a:gd name="T11" fmla="*/ 0 h 254"/>
              </a:gdLst>
              <a:ahLst/>
              <a:cxnLst>
                <a:cxn ang="0">
                  <a:pos x="T0" y="T1"/>
                </a:cxn>
                <a:cxn ang="0">
                  <a:pos x="T2" y="T3"/>
                </a:cxn>
                <a:cxn ang="0">
                  <a:pos x="T4" y="T5"/>
                </a:cxn>
                <a:cxn ang="0">
                  <a:pos x="T6" y="T7"/>
                </a:cxn>
                <a:cxn ang="0">
                  <a:pos x="T8" y="T9"/>
                </a:cxn>
                <a:cxn ang="0">
                  <a:pos x="T10" y="T11"/>
                </a:cxn>
              </a:cxnLst>
              <a:rect l="0" t="0" r="r" b="b"/>
              <a:pathLst>
                <a:path w="701" h="254">
                  <a:moveTo>
                    <a:pt x="701" y="0"/>
                  </a:moveTo>
                  <a:cubicBezTo>
                    <a:pt x="476" y="0"/>
                    <a:pt x="476" y="0"/>
                    <a:pt x="476" y="0"/>
                  </a:cubicBezTo>
                  <a:cubicBezTo>
                    <a:pt x="468" y="11"/>
                    <a:pt x="460" y="22"/>
                    <a:pt x="451" y="33"/>
                  </a:cubicBezTo>
                  <a:cubicBezTo>
                    <a:pt x="343" y="164"/>
                    <a:pt x="182" y="249"/>
                    <a:pt x="0" y="254"/>
                  </a:cubicBezTo>
                  <a:cubicBezTo>
                    <a:pt x="505" y="254"/>
                    <a:pt x="505" y="254"/>
                    <a:pt x="505" y="254"/>
                  </a:cubicBezTo>
                  <a:cubicBezTo>
                    <a:pt x="586" y="184"/>
                    <a:pt x="653" y="97"/>
                    <a:pt x="70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0" name="Freeform 11"/>
            <p:cNvSpPr>
              <a:spLocks/>
            </p:cNvSpPr>
            <p:nvPr/>
          </p:nvSpPr>
          <p:spPr bwMode="auto">
            <a:xfrm>
              <a:off x="9940316" y="3700580"/>
              <a:ext cx="507934" cy="0"/>
            </a:xfrm>
            <a:custGeom>
              <a:avLst/>
              <a:gdLst>
                <a:gd name="T0" fmla="*/ 521 w 521"/>
                <a:gd name="T1" fmla="*/ 16 w 521"/>
                <a:gd name="T2" fmla="*/ 0 w 521"/>
                <a:gd name="T3" fmla="*/ 521 w 521"/>
                <a:gd name="T4" fmla="*/ 521 w 521"/>
              </a:gdLst>
              <a:ahLst/>
              <a:cxnLst>
                <a:cxn ang="0">
                  <a:pos x="T0" y="0"/>
                </a:cxn>
                <a:cxn ang="0">
                  <a:pos x="T1" y="0"/>
                </a:cxn>
                <a:cxn ang="0">
                  <a:pos x="T2" y="0"/>
                </a:cxn>
                <a:cxn ang="0">
                  <a:pos x="T3" y="0"/>
                </a:cxn>
                <a:cxn ang="0">
                  <a:pos x="T4" y="0"/>
                </a:cxn>
              </a:cxnLst>
              <a:rect l="0" t="0" r="r" b="b"/>
              <a:pathLst>
                <a:path w="521">
                  <a:moveTo>
                    <a:pt x="521" y="0"/>
                  </a:moveTo>
                  <a:cubicBezTo>
                    <a:pt x="16" y="0"/>
                    <a:pt x="16" y="0"/>
                    <a:pt x="16" y="0"/>
                  </a:cubicBezTo>
                  <a:cubicBezTo>
                    <a:pt x="11" y="0"/>
                    <a:pt x="5" y="0"/>
                    <a:pt x="0" y="0"/>
                  </a:cubicBezTo>
                  <a:cubicBezTo>
                    <a:pt x="521" y="0"/>
                    <a:pt x="521" y="0"/>
                    <a:pt x="521" y="0"/>
                  </a:cubicBezTo>
                  <a:cubicBezTo>
                    <a:pt x="521" y="0"/>
                    <a:pt x="521" y="0"/>
                    <a:pt x="5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1" name="Freeform 43"/>
            <p:cNvSpPr>
              <a:spLocks/>
            </p:cNvSpPr>
            <p:nvPr/>
          </p:nvSpPr>
          <p:spPr bwMode="auto">
            <a:xfrm>
              <a:off x="8893973" y="3889786"/>
              <a:ext cx="1045074" cy="0"/>
            </a:xfrm>
            <a:custGeom>
              <a:avLst/>
              <a:gdLst>
                <a:gd name="T0" fmla="*/ 1065 w 1073"/>
                <a:gd name="T1" fmla="*/ 0 w 1073"/>
                <a:gd name="T2" fmla="*/ 0 w 1073"/>
                <a:gd name="T3" fmla="*/ 1073 w 1073"/>
                <a:gd name="T4" fmla="*/ 1065 w 1073"/>
              </a:gdLst>
              <a:ahLst/>
              <a:cxnLst>
                <a:cxn ang="0">
                  <a:pos x="T0" y="0"/>
                </a:cxn>
                <a:cxn ang="0">
                  <a:pos x="T1" y="0"/>
                </a:cxn>
                <a:cxn ang="0">
                  <a:pos x="T2" y="0"/>
                </a:cxn>
                <a:cxn ang="0">
                  <a:pos x="T3" y="0"/>
                </a:cxn>
                <a:cxn ang="0">
                  <a:pos x="T4" y="0"/>
                </a:cxn>
              </a:cxnLst>
              <a:rect l="0" t="0" r="r" b="b"/>
              <a:pathLst>
                <a:path w="1073">
                  <a:moveTo>
                    <a:pt x="1065" y="0"/>
                  </a:moveTo>
                  <a:cubicBezTo>
                    <a:pt x="0" y="0"/>
                    <a:pt x="0" y="0"/>
                    <a:pt x="0" y="0"/>
                  </a:cubicBezTo>
                  <a:cubicBezTo>
                    <a:pt x="0" y="0"/>
                    <a:pt x="0" y="0"/>
                    <a:pt x="0" y="0"/>
                  </a:cubicBezTo>
                  <a:cubicBezTo>
                    <a:pt x="1073" y="0"/>
                    <a:pt x="1073" y="0"/>
                    <a:pt x="1073" y="0"/>
                  </a:cubicBezTo>
                  <a:cubicBezTo>
                    <a:pt x="1070" y="0"/>
                    <a:pt x="1068" y="0"/>
                    <a:pt x="106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2" name="Freeform 44"/>
            <p:cNvSpPr>
              <a:spLocks/>
            </p:cNvSpPr>
            <p:nvPr/>
          </p:nvSpPr>
          <p:spPr bwMode="auto">
            <a:xfrm>
              <a:off x="8924228" y="3700580"/>
              <a:ext cx="1007200" cy="189206"/>
            </a:xfrm>
            <a:custGeom>
              <a:avLst/>
              <a:gdLst>
                <a:gd name="T0" fmla="*/ 552 w 1065"/>
                <a:gd name="T1" fmla="*/ 0 h 194"/>
                <a:gd name="T2" fmla="*/ 0 w 1065"/>
                <a:gd name="T3" fmla="*/ 0 h 194"/>
                <a:gd name="T4" fmla="*/ 0 w 1065"/>
                <a:gd name="T5" fmla="*/ 194 h 194"/>
                <a:gd name="T6" fmla="*/ 1065 w 1065"/>
                <a:gd name="T7" fmla="*/ 194 h 194"/>
                <a:gd name="T8" fmla="*/ 552 w 1065"/>
                <a:gd name="T9" fmla="*/ 0 h 194"/>
              </a:gdLst>
              <a:ahLst/>
              <a:cxnLst>
                <a:cxn ang="0">
                  <a:pos x="T0" y="T1"/>
                </a:cxn>
                <a:cxn ang="0">
                  <a:pos x="T2" y="T3"/>
                </a:cxn>
                <a:cxn ang="0">
                  <a:pos x="T4" y="T5"/>
                </a:cxn>
                <a:cxn ang="0">
                  <a:pos x="T6" y="T7"/>
                </a:cxn>
                <a:cxn ang="0">
                  <a:pos x="T8" y="T9"/>
                </a:cxn>
              </a:cxnLst>
              <a:rect l="0" t="0" r="r" b="b"/>
              <a:pathLst>
                <a:path w="1065" h="194">
                  <a:moveTo>
                    <a:pt x="552" y="0"/>
                  </a:moveTo>
                  <a:cubicBezTo>
                    <a:pt x="0" y="0"/>
                    <a:pt x="0" y="0"/>
                    <a:pt x="0" y="0"/>
                  </a:cubicBezTo>
                  <a:cubicBezTo>
                    <a:pt x="0" y="194"/>
                    <a:pt x="0" y="194"/>
                    <a:pt x="0" y="194"/>
                  </a:cubicBezTo>
                  <a:cubicBezTo>
                    <a:pt x="1065" y="194"/>
                    <a:pt x="1065" y="194"/>
                    <a:pt x="1065" y="194"/>
                  </a:cubicBezTo>
                  <a:cubicBezTo>
                    <a:pt x="869" y="192"/>
                    <a:pt x="690" y="119"/>
                    <a:pt x="552"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3" name="Rectangle 7"/>
            <p:cNvSpPr>
              <a:spLocks noChangeArrowheads="1"/>
            </p:cNvSpPr>
            <p:nvPr/>
          </p:nvSpPr>
          <p:spPr bwMode="auto">
            <a:xfrm>
              <a:off x="8544769" y="3700580"/>
              <a:ext cx="563843" cy="189206"/>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grpSp>
      <p:grpSp>
        <p:nvGrpSpPr>
          <p:cNvPr id="35" name="Group 34"/>
          <p:cNvGrpSpPr/>
          <p:nvPr/>
        </p:nvGrpSpPr>
        <p:grpSpPr>
          <a:xfrm>
            <a:off x="6096469" y="2557577"/>
            <a:ext cx="2448596" cy="1558088"/>
            <a:chOff x="6096469" y="2331698"/>
            <a:chExt cx="2448596" cy="1558088"/>
          </a:xfrm>
        </p:grpSpPr>
        <p:sp>
          <p:nvSpPr>
            <p:cNvPr id="36" name="Freeform 6"/>
            <p:cNvSpPr>
              <a:spLocks noEditPoints="1"/>
            </p:cNvSpPr>
            <p:nvPr/>
          </p:nvSpPr>
          <p:spPr bwMode="auto">
            <a:xfrm>
              <a:off x="6597338" y="2331698"/>
              <a:ext cx="1558087" cy="1558088"/>
            </a:xfrm>
            <a:custGeom>
              <a:avLst/>
              <a:gdLst>
                <a:gd name="T0" fmla="*/ 799 w 1598"/>
                <a:gd name="T1" fmla="*/ 0 h 1599"/>
                <a:gd name="T2" fmla="*/ 0 w 1598"/>
                <a:gd name="T3" fmla="*/ 800 h 1599"/>
                <a:gd name="T4" fmla="*/ 799 w 1598"/>
                <a:gd name="T5" fmla="*/ 1599 h 1599"/>
                <a:gd name="T6" fmla="*/ 1598 w 1598"/>
                <a:gd name="T7" fmla="*/ 800 h 1599"/>
                <a:gd name="T8" fmla="*/ 799 w 1598"/>
                <a:gd name="T9" fmla="*/ 0 h 1599"/>
                <a:gd name="T10" fmla="*/ 799 w 1598"/>
                <a:gd name="T11" fmla="*/ 1405 h 1599"/>
                <a:gd name="T12" fmla="*/ 194 w 1598"/>
                <a:gd name="T13" fmla="*/ 800 h 1599"/>
                <a:gd name="T14" fmla="*/ 799 w 1598"/>
                <a:gd name="T15" fmla="*/ 194 h 1599"/>
                <a:gd name="T16" fmla="*/ 1405 w 1598"/>
                <a:gd name="T17" fmla="*/ 800 h 1599"/>
                <a:gd name="T18" fmla="*/ 799 w 1598"/>
                <a:gd name="T19" fmla="*/ 1405 h 1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8" h="1599">
                  <a:moveTo>
                    <a:pt x="799" y="0"/>
                  </a:moveTo>
                  <a:cubicBezTo>
                    <a:pt x="358" y="0"/>
                    <a:pt x="0" y="358"/>
                    <a:pt x="0" y="800"/>
                  </a:cubicBezTo>
                  <a:cubicBezTo>
                    <a:pt x="0" y="1241"/>
                    <a:pt x="358" y="1599"/>
                    <a:pt x="799" y="1599"/>
                  </a:cubicBezTo>
                  <a:cubicBezTo>
                    <a:pt x="1241" y="1599"/>
                    <a:pt x="1598" y="1241"/>
                    <a:pt x="1598" y="800"/>
                  </a:cubicBezTo>
                  <a:cubicBezTo>
                    <a:pt x="1598" y="358"/>
                    <a:pt x="1241" y="0"/>
                    <a:pt x="799" y="0"/>
                  </a:cubicBezTo>
                  <a:moveTo>
                    <a:pt x="799" y="1405"/>
                  </a:moveTo>
                  <a:cubicBezTo>
                    <a:pt x="465" y="1405"/>
                    <a:pt x="194" y="1134"/>
                    <a:pt x="194" y="800"/>
                  </a:cubicBezTo>
                  <a:cubicBezTo>
                    <a:pt x="194" y="465"/>
                    <a:pt x="465" y="194"/>
                    <a:pt x="799" y="194"/>
                  </a:cubicBezTo>
                  <a:cubicBezTo>
                    <a:pt x="1134" y="194"/>
                    <a:pt x="1405" y="465"/>
                    <a:pt x="1405" y="800"/>
                  </a:cubicBezTo>
                  <a:cubicBezTo>
                    <a:pt x="1405" y="1134"/>
                    <a:pt x="1134" y="1405"/>
                    <a:pt x="799" y="1405"/>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7" name="Rectangle 7"/>
            <p:cNvSpPr>
              <a:spLocks noChangeArrowheads="1"/>
            </p:cNvSpPr>
            <p:nvPr/>
          </p:nvSpPr>
          <p:spPr bwMode="auto">
            <a:xfrm>
              <a:off x="6097739" y="3700580"/>
              <a:ext cx="2447326" cy="189206"/>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8" name="Rectangle 8"/>
            <p:cNvSpPr>
              <a:spLocks noChangeArrowheads="1"/>
            </p:cNvSpPr>
            <p:nvPr/>
          </p:nvSpPr>
          <p:spPr bwMode="auto">
            <a:xfrm>
              <a:off x="6360927" y="3700580"/>
              <a:ext cx="2063701" cy="189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39" name="Freeform 10"/>
            <p:cNvSpPr>
              <a:spLocks/>
            </p:cNvSpPr>
            <p:nvPr/>
          </p:nvSpPr>
          <p:spPr bwMode="auto">
            <a:xfrm>
              <a:off x="7392254" y="3452963"/>
              <a:ext cx="683171" cy="247618"/>
            </a:xfrm>
            <a:custGeom>
              <a:avLst/>
              <a:gdLst>
                <a:gd name="T0" fmla="*/ 701 w 701"/>
                <a:gd name="T1" fmla="*/ 0 h 254"/>
                <a:gd name="T2" fmla="*/ 476 w 701"/>
                <a:gd name="T3" fmla="*/ 0 h 254"/>
                <a:gd name="T4" fmla="*/ 451 w 701"/>
                <a:gd name="T5" fmla="*/ 33 h 254"/>
                <a:gd name="T6" fmla="*/ 0 w 701"/>
                <a:gd name="T7" fmla="*/ 254 h 254"/>
                <a:gd name="T8" fmla="*/ 505 w 701"/>
                <a:gd name="T9" fmla="*/ 254 h 254"/>
                <a:gd name="T10" fmla="*/ 701 w 701"/>
                <a:gd name="T11" fmla="*/ 0 h 254"/>
              </a:gdLst>
              <a:ahLst/>
              <a:cxnLst>
                <a:cxn ang="0">
                  <a:pos x="T0" y="T1"/>
                </a:cxn>
                <a:cxn ang="0">
                  <a:pos x="T2" y="T3"/>
                </a:cxn>
                <a:cxn ang="0">
                  <a:pos x="T4" y="T5"/>
                </a:cxn>
                <a:cxn ang="0">
                  <a:pos x="T6" y="T7"/>
                </a:cxn>
                <a:cxn ang="0">
                  <a:pos x="T8" y="T9"/>
                </a:cxn>
                <a:cxn ang="0">
                  <a:pos x="T10" y="T11"/>
                </a:cxn>
              </a:cxnLst>
              <a:rect l="0" t="0" r="r" b="b"/>
              <a:pathLst>
                <a:path w="701" h="254">
                  <a:moveTo>
                    <a:pt x="701" y="0"/>
                  </a:moveTo>
                  <a:cubicBezTo>
                    <a:pt x="476" y="0"/>
                    <a:pt x="476" y="0"/>
                    <a:pt x="476" y="0"/>
                  </a:cubicBezTo>
                  <a:cubicBezTo>
                    <a:pt x="468" y="11"/>
                    <a:pt x="460" y="22"/>
                    <a:pt x="451" y="33"/>
                  </a:cubicBezTo>
                  <a:cubicBezTo>
                    <a:pt x="343" y="164"/>
                    <a:pt x="182" y="249"/>
                    <a:pt x="0" y="254"/>
                  </a:cubicBezTo>
                  <a:cubicBezTo>
                    <a:pt x="505" y="254"/>
                    <a:pt x="505" y="254"/>
                    <a:pt x="505" y="254"/>
                  </a:cubicBezTo>
                  <a:cubicBezTo>
                    <a:pt x="586" y="184"/>
                    <a:pt x="653" y="97"/>
                    <a:pt x="701" y="0"/>
                  </a:cubicBezTo>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0" name="Freeform 11"/>
            <p:cNvSpPr>
              <a:spLocks/>
            </p:cNvSpPr>
            <p:nvPr/>
          </p:nvSpPr>
          <p:spPr bwMode="auto">
            <a:xfrm>
              <a:off x="7377016" y="3700580"/>
              <a:ext cx="507934" cy="0"/>
            </a:xfrm>
            <a:custGeom>
              <a:avLst/>
              <a:gdLst>
                <a:gd name="T0" fmla="*/ 521 w 521"/>
                <a:gd name="T1" fmla="*/ 16 w 521"/>
                <a:gd name="T2" fmla="*/ 0 w 521"/>
                <a:gd name="T3" fmla="*/ 521 w 521"/>
                <a:gd name="T4" fmla="*/ 521 w 521"/>
              </a:gdLst>
              <a:ahLst/>
              <a:cxnLst>
                <a:cxn ang="0">
                  <a:pos x="T0" y="0"/>
                </a:cxn>
                <a:cxn ang="0">
                  <a:pos x="T1" y="0"/>
                </a:cxn>
                <a:cxn ang="0">
                  <a:pos x="T2" y="0"/>
                </a:cxn>
                <a:cxn ang="0">
                  <a:pos x="T3" y="0"/>
                </a:cxn>
                <a:cxn ang="0">
                  <a:pos x="T4" y="0"/>
                </a:cxn>
              </a:cxnLst>
              <a:rect l="0" t="0" r="r" b="b"/>
              <a:pathLst>
                <a:path w="521">
                  <a:moveTo>
                    <a:pt x="521" y="0"/>
                  </a:moveTo>
                  <a:cubicBezTo>
                    <a:pt x="16" y="0"/>
                    <a:pt x="16" y="0"/>
                    <a:pt x="16" y="0"/>
                  </a:cubicBezTo>
                  <a:cubicBezTo>
                    <a:pt x="11" y="0"/>
                    <a:pt x="5" y="0"/>
                    <a:pt x="0" y="0"/>
                  </a:cubicBezTo>
                  <a:cubicBezTo>
                    <a:pt x="521" y="0"/>
                    <a:pt x="521" y="0"/>
                    <a:pt x="521" y="0"/>
                  </a:cubicBezTo>
                  <a:cubicBezTo>
                    <a:pt x="521" y="0"/>
                    <a:pt x="521" y="0"/>
                    <a:pt x="521" y="0"/>
                  </a:cubicBezTo>
                </a:path>
              </a:pathLst>
            </a:custGeom>
            <a:solidFill>
              <a:srgbClr val="3D3D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1" name="Freeform 43"/>
            <p:cNvSpPr>
              <a:spLocks/>
            </p:cNvSpPr>
            <p:nvPr/>
          </p:nvSpPr>
          <p:spPr bwMode="auto">
            <a:xfrm>
              <a:off x="6330673" y="3889786"/>
              <a:ext cx="1045074" cy="0"/>
            </a:xfrm>
            <a:custGeom>
              <a:avLst/>
              <a:gdLst>
                <a:gd name="T0" fmla="*/ 1065 w 1073"/>
                <a:gd name="T1" fmla="*/ 0 w 1073"/>
                <a:gd name="T2" fmla="*/ 0 w 1073"/>
                <a:gd name="T3" fmla="*/ 1073 w 1073"/>
                <a:gd name="T4" fmla="*/ 1065 w 1073"/>
              </a:gdLst>
              <a:ahLst/>
              <a:cxnLst>
                <a:cxn ang="0">
                  <a:pos x="T0" y="0"/>
                </a:cxn>
                <a:cxn ang="0">
                  <a:pos x="T1" y="0"/>
                </a:cxn>
                <a:cxn ang="0">
                  <a:pos x="T2" y="0"/>
                </a:cxn>
                <a:cxn ang="0">
                  <a:pos x="T3" y="0"/>
                </a:cxn>
                <a:cxn ang="0">
                  <a:pos x="T4" y="0"/>
                </a:cxn>
              </a:cxnLst>
              <a:rect l="0" t="0" r="r" b="b"/>
              <a:pathLst>
                <a:path w="1073">
                  <a:moveTo>
                    <a:pt x="1065" y="0"/>
                  </a:moveTo>
                  <a:cubicBezTo>
                    <a:pt x="0" y="0"/>
                    <a:pt x="0" y="0"/>
                    <a:pt x="0" y="0"/>
                  </a:cubicBezTo>
                  <a:cubicBezTo>
                    <a:pt x="0" y="0"/>
                    <a:pt x="0" y="0"/>
                    <a:pt x="0" y="0"/>
                  </a:cubicBezTo>
                  <a:cubicBezTo>
                    <a:pt x="1073" y="0"/>
                    <a:pt x="1073" y="0"/>
                    <a:pt x="1073" y="0"/>
                  </a:cubicBezTo>
                  <a:cubicBezTo>
                    <a:pt x="1070" y="0"/>
                    <a:pt x="1068" y="0"/>
                    <a:pt x="1065" y="0"/>
                  </a:cubicBezTo>
                </a:path>
              </a:pathLst>
            </a:custGeom>
            <a:solidFill>
              <a:srgbClr val="7D7D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2" name="Freeform 44"/>
            <p:cNvSpPr>
              <a:spLocks/>
            </p:cNvSpPr>
            <p:nvPr/>
          </p:nvSpPr>
          <p:spPr bwMode="auto">
            <a:xfrm>
              <a:off x="6360928" y="3700580"/>
              <a:ext cx="1007200" cy="189206"/>
            </a:xfrm>
            <a:custGeom>
              <a:avLst/>
              <a:gdLst>
                <a:gd name="T0" fmla="*/ 552 w 1065"/>
                <a:gd name="T1" fmla="*/ 0 h 194"/>
                <a:gd name="T2" fmla="*/ 0 w 1065"/>
                <a:gd name="T3" fmla="*/ 0 h 194"/>
                <a:gd name="T4" fmla="*/ 0 w 1065"/>
                <a:gd name="T5" fmla="*/ 194 h 194"/>
                <a:gd name="T6" fmla="*/ 1065 w 1065"/>
                <a:gd name="T7" fmla="*/ 194 h 194"/>
                <a:gd name="T8" fmla="*/ 552 w 1065"/>
                <a:gd name="T9" fmla="*/ 0 h 194"/>
              </a:gdLst>
              <a:ahLst/>
              <a:cxnLst>
                <a:cxn ang="0">
                  <a:pos x="T0" y="T1"/>
                </a:cxn>
                <a:cxn ang="0">
                  <a:pos x="T2" y="T3"/>
                </a:cxn>
                <a:cxn ang="0">
                  <a:pos x="T4" y="T5"/>
                </a:cxn>
                <a:cxn ang="0">
                  <a:pos x="T6" y="T7"/>
                </a:cxn>
                <a:cxn ang="0">
                  <a:pos x="T8" y="T9"/>
                </a:cxn>
              </a:cxnLst>
              <a:rect l="0" t="0" r="r" b="b"/>
              <a:pathLst>
                <a:path w="1065" h="194">
                  <a:moveTo>
                    <a:pt x="552" y="0"/>
                  </a:moveTo>
                  <a:cubicBezTo>
                    <a:pt x="0" y="0"/>
                    <a:pt x="0" y="0"/>
                    <a:pt x="0" y="0"/>
                  </a:cubicBezTo>
                  <a:cubicBezTo>
                    <a:pt x="0" y="194"/>
                    <a:pt x="0" y="194"/>
                    <a:pt x="0" y="194"/>
                  </a:cubicBezTo>
                  <a:cubicBezTo>
                    <a:pt x="1065" y="194"/>
                    <a:pt x="1065" y="194"/>
                    <a:pt x="1065" y="194"/>
                  </a:cubicBezTo>
                  <a:cubicBezTo>
                    <a:pt x="869" y="192"/>
                    <a:pt x="690" y="119"/>
                    <a:pt x="552" y="0"/>
                  </a:cubicBezTo>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3" name="Rectangle 7"/>
            <p:cNvSpPr>
              <a:spLocks noChangeArrowheads="1"/>
            </p:cNvSpPr>
            <p:nvPr/>
          </p:nvSpPr>
          <p:spPr bwMode="auto">
            <a:xfrm>
              <a:off x="6096469" y="3700580"/>
              <a:ext cx="314358" cy="189206"/>
            </a:xfrm>
            <a:prstGeom prst="rect">
              <a:avLst/>
            </a:pr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rPr>
                <a:t> </a:t>
              </a:r>
            </a:p>
          </p:txBody>
        </p:sp>
      </p:grpSp>
      <p:grpSp>
        <p:nvGrpSpPr>
          <p:cNvPr id="45" name="Group 44"/>
          <p:cNvGrpSpPr/>
          <p:nvPr/>
        </p:nvGrpSpPr>
        <p:grpSpPr>
          <a:xfrm>
            <a:off x="3664290" y="2557577"/>
            <a:ext cx="2443195" cy="1558088"/>
            <a:chOff x="3664290" y="2331698"/>
            <a:chExt cx="2443195" cy="1558088"/>
          </a:xfrm>
          <a:solidFill>
            <a:schemeClr val="tx1">
              <a:lumMod val="75000"/>
              <a:lumOff val="25000"/>
            </a:schemeClr>
          </a:solidFill>
        </p:grpSpPr>
        <p:sp>
          <p:nvSpPr>
            <p:cNvPr id="46" name="Freeform 6"/>
            <p:cNvSpPr>
              <a:spLocks noEditPoints="1"/>
            </p:cNvSpPr>
            <p:nvPr/>
          </p:nvSpPr>
          <p:spPr bwMode="auto">
            <a:xfrm>
              <a:off x="4034038" y="2331698"/>
              <a:ext cx="1558087" cy="1558088"/>
            </a:xfrm>
            <a:custGeom>
              <a:avLst/>
              <a:gdLst>
                <a:gd name="T0" fmla="*/ 799 w 1598"/>
                <a:gd name="T1" fmla="*/ 0 h 1599"/>
                <a:gd name="T2" fmla="*/ 0 w 1598"/>
                <a:gd name="T3" fmla="*/ 800 h 1599"/>
                <a:gd name="T4" fmla="*/ 799 w 1598"/>
                <a:gd name="T5" fmla="*/ 1599 h 1599"/>
                <a:gd name="T6" fmla="*/ 1598 w 1598"/>
                <a:gd name="T7" fmla="*/ 800 h 1599"/>
                <a:gd name="T8" fmla="*/ 799 w 1598"/>
                <a:gd name="T9" fmla="*/ 0 h 1599"/>
                <a:gd name="T10" fmla="*/ 799 w 1598"/>
                <a:gd name="T11" fmla="*/ 1405 h 1599"/>
                <a:gd name="T12" fmla="*/ 194 w 1598"/>
                <a:gd name="T13" fmla="*/ 800 h 1599"/>
                <a:gd name="T14" fmla="*/ 799 w 1598"/>
                <a:gd name="T15" fmla="*/ 194 h 1599"/>
                <a:gd name="T16" fmla="*/ 1405 w 1598"/>
                <a:gd name="T17" fmla="*/ 800 h 1599"/>
                <a:gd name="T18" fmla="*/ 799 w 1598"/>
                <a:gd name="T19" fmla="*/ 1405 h 1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8" h="1599">
                  <a:moveTo>
                    <a:pt x="799" y="0"/>
                  </a:moveTo>
                  <a:cubicBezTo>
                    <a:pt x="358" y="0"/>
                    <a:pt x="0" y="358"/>
                    <a:pt x="0" y="800"/>
                  </a:cubicBezTo>
                  <a:cubicBezTo>
                    <a:pt x="0" y="1241"/>
                    <a:pt x="358" y="1599"/>
                    <a:pt x="799" y="1599"/>
                  </a:cubicBezTo>
                  <a:cubicBezTo>
                    <a:pt x="1241" y="1599"/>
                    <a:pt x="1598" y="1241"/>
                    <a:pt x="1598" y="800"/>
                  </a:cubicBezTo>
                  <a:cubicBezTo>
                    <a:pt x="1598" y="358"/>
                    <a:pt x="1241" y="0"/>
                    <a:pt x="799" y="0"/>
                  </a:cubicBezTo>
                  <a:moveTo>
                    <a:pt x="799" y="1405"/>
                  </a:moveTo>
                  <a:cubicBezTo>
                    <a:pt x="465" y="1405"/>
                    <a:pt x="194" y="1134"/>
                    <a:pt x="194" y="800"/>
                  </a:cubicBezTo>
                  <a:cubicBezTo>
                    <a:pt x="194" y="465"/>
                    <a:pt x="465" y="194"/>
                    <a:pt x="799" y="194"/>
                  </a:cubicBezTo>
                  <a:cubicBezTo>
                    <a:pt x="1134" y="194"/>
                    <a:pt x="1405" y="465"/>
                    <a:pt x="1405" y="800"/>
                  </a:cubicBezTo>
                  <a:cubicBezTo>
                    <a:pt x="1405" y="1134"/>
                    <a:pt x="1134" y="1405"/>
                    <a:pt x="799" y="140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7" name="Rectangle 7"/>
            <p:cNvSpPr>
              <a:spLocks noChangeArrowheads="1"/>
            </p:cNvSpPr>
            <p:nvPr/>
          </p:nvSpPr>
          <p:spPr bwMode="auto">
            <a:xfrm>
              <a:off x="3664290" y="3700580"/>
              <a:ext cx="2443195" cy="189206"/>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rPr>
                <a:t> </a:t>
              </a:r>
            </a:p>
          </p:txBody>
        </p:sp>
        <p:sp>
          <p:nvSpPr>
            <p:cNvPr id="48" name="Rectangle 8"/>
            <p:cNvSpPr>
              <a:spLocks noChangeArrowheads="1"/>
            </p:cNvSpPr>
            <p:nvPr/>
          </p:nvSpPr>
          <p:spPr bwMode="auto">
            <a:xfrm>
              <a:off x="3797627" y="3700580"/>
              <a:ext cx="2063701" cy="1892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49" name="Freeform 10"/>
            <p:cNvSpPr>
              <a:spLocks/>
            </p:cNvSpPr>
            <p:nvPr/>
          </p:nvSpPr>
          <p:spPr bwMode="auto">
            <a:xfrm>
              <a:off x="4828954" y="3452963"/>
              <a:ext cx="683171" cy="247618"/>
            </a:xfrm>
            <a:custGeom>
              <a:avLst/>
              <a:gdLst>
                <a:gd name="T0" fmla="*/ 701 w 701"/>
                <a:gd name="T1" fmla="*/ 0 h 254"/>
                <a:gd name="T2" fmla="*/ 476 w 701"/>
                <a:gd name="T3" fmla="*/ 0 h 254"/>
                <a:gd name="T4" fmla="*/ 451 w 701"/>
                <a:gd name="T5" fmla="*/ 33 h 254"/>
                <a:gd name="T6" fmla="*/ 0 w 701"/>
                <a:gd name="T7" fmla="*/ 254 h 254"/>
                <a:gd name="T8" fmla="*/ 505 w 701"/>
                <a:gd name="T9" fmla="*/ 254 h 254"/>
                <a:gd name="T10" fmla="*/ 701 w 701"/>
                <a:gd name="T11" fmla="*/ 0 h 254"/>
              </a:gdLst>
              <a:ahLst/>
              <a:cxnLst>
                <a:cxn ang="0">
                  <a:pos x="T0" y="T1"/>
                </a:cxn>
                <a:cxn ang="0">
                  <a:pos x="T2" y="T3"/>
                </a:cxn>
                <a:cxn ang="0">
                  <a:pos x="T4" y="T5"/>
                </a:cxn>
                <a:cxn ang="0">
                  <a:pos x="T6" y="T7"/>
                </a:cxn>
                <a:cxn ang="0">
                  <a:pos x="T8" y="T9"/>
                </a:cxn>
                <a:cxn ang="0">
                  <a:pos x="T10" y="T11"/>
                </a:cxn>
              </a:cxnLst>
              <a:rect l="0" t="0" r="r" b="b"/>
              <a:pathLst>
                <a:path w="701" h="254">
                  <a:moveTo>
                    <a:pt x="701" y="0"/>
                  </a:moveTo>
                  <a:cubicBezTo>
                    <a:pt x="476" y="0"/>
                    <a:pt x="476" y="0"/>
                    <a:pt x="476" y="0"/>
                  </a:cubicBezTo>
                  <a:cubicBezTo>
                    <a:pt x="468" y="11"/>
                    <a:pt x="460" y="22"/>
                    <a:pt x="451" y="33"/>
                  </a:cubicBezTo>
                  <a:cubicBezTo>
                    <a:pt x="343" y="164"/>
                    <a:pt x="182" y="249"/>
                    <a:pt x="0" y="254"/>
                  </a:cubicBezTo>
                  <a:cubicBezTo>
                    <a:pt x="505" y="254"/>
                    <a:pt x="505" y="254"/>
                    <a:pt x="505" y="254"/>
                  </a:cubicBezTo>
                  <a:cubicBezTo>
                    <a:pt x="586" y="184"/>
                    <a:pt x="653" y="97"/>
                    <a:pt x="701"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50" name="Freeform 11"/>
            <p:cNvSpPr>
              <a:spLocks/>
            </p:cNvSpPr>
            <p:nvPr/>
          </p:nvSpPr>
          <p:spPr bwMode="auto">
            <a:xfrm>
              <a:off x="4813716" y="3700580"/>
              <a:ext cx="507934" cy="0"/>
            </a:xfrm>
            <a:custGeom>
              <a:avLst/>
              <a:gdLst>
                <a:gd name="T0" fmla="*/ 521 w 521"/>
                <a:gd name="T1" fmla="*/ 16 w 521"/>
                <a:gd name="T2" fmla="*/ 0 w 521"/>
                <a:gd name="T3" fmla="*/ 521 w 521"/>
                <a:gd name="T4" fmla="*/ 521 w 521"/>
              </a:gdLst>
              <a:ahLst/>
              <a:cxnLst>
                <a:cxn ang="0">
                  <a:pos x="T0" y="0"/>
                </a:cxn>
                <a:cxn ang="0">
                  <a:pos x="T1" y="0"/>
                </a:cxn>
                <a:cxn ang="0">
                  <a:pos x="T2" y="0"/>
                </a:cxn>
                <a:cxn ang="0">
                  <a:pos x="T3" y="0"/>
                </a:cxn>
                <a:cxn ang="0">
                  <a:pos x="T4" y="0"/>
                </a:cxn>
              </a:cxnLst>
              <a:rect l="0" t="0" r="r" b="b"/>
              <a:pathLst>
                <a:path w="521">
                  <a:moveTo>
                    <a:pt x="521" y="0"/>
                  </a:moveTo>
                  <a:cubicBezTo>
                    <a:pt x="16" y="0"/>
                    <a:pt x="16" y="0"/>
                    <a:pt x="16" y="0"/>
                  </a:cubicBezTo>
                  <a:cubicBezTo>
                    <a:pt x="11" y="0"/>
                    <a:pt x="5" y="0"/>
                    <a:pt x="0" y="0"/>
                  </a:cubicBezTo>
                  <a:cubicBezTo>
                    <a:pt x="521" y="0"/>
                    <a:pt x="521" y="0"/>
                    <a:pt x="521" y="0"/>
                  </a:cubicBezTo>
                  <a:cubicBezTo>
                    <a:pt x="521" y="0"/>
                    <a:pt x="521" y="0"/>
                    <a:pt x="52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51" name="Freeform 43"/>
            <p:cNvSpPr>
              <a:spLocks/>
            </p:cNvSpPr>
            <p:nvPr/>
          </p:nvSpPr>
          <p:spPr bwMode="auto">
            <a:xfrm>
              <a:off x="3767373" y="3889786"/>
              <a:ext cx="1045074" cy="0"/>
            </a:xfrm>
            <a:custGeom>
              <a:avLst/>
              <a:gdLst>
                <a:gd name="T0" fmla="*/ 1065 w 1073"/>
                <a:gd name="T1" fmla="*/ 0 w 1073"/>
                <a:gd name="T2" fmla="*/ 0 w 1073"/>
                <a:gd name="T3" fmla="*/ 1073 w 1073"/>
                <a:gd name="T4" fmla="*/ 1065 w 1073"/>
              </a:gdLst>
              <a:ahLst/>
              <a:cxnLst>
                <a:cxn ang="0">
                  <a:pos x="T0" y="0"/>
                </a:cxn>
                <a:cxn ang="0">
                  <a:pos x="T1" y="0"/>
                </a:cxn>
                <a:cxn ang="0">
                  <a:pos x="T2" y="0"/>
                </a:cxn>
                <a:cxn ang="0">
                  <a:pos x="T3" y="0"/>
                </a:cxn>
                <a:cxn ang="0">
                  <a:pos x="T4" y="0"/>
                </a:cxn>
              </a:cxnLst>
              <a:rect l="0" t="0" r="r" b="b"/>
              <a:pathLst>
                <a:path w="1073">
                  <a:moveTo>
                    <a:pt x="1065" y="0"/>
                  </a:moveTo>
                  <a:cubicBezTo>
                    <a:pt x="0" y="0"/>
                    <a:pt x="0" y="0"/>
                    <a:pt x="0" y="0"/>
                  </a:cubicBezTo>
                  <a:cubicBezTo>
                    <a:pt x="0" y="0"/>
                    <a:pt x="0" y="0"/>
                    <a:pt x="0" y="0"/>
                  </a:cubicBezTo>
                  <a:cubicBezTo>
                    <a:pt x="1073" y="0"/>
                    <a:pt x="1073" y="0"/>
                    <a:pt x="1073" y="0"/>
                  </a:cubicBezTo>
                  <a:cubicBezTo>
                    <a:pt x="1070" y="0"/>
                    <a:pt x="1068" y="0"/>
                    <a:pt x="106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52" name="Freeform 44"/>
            <p:cNvSpPr>
              <a:spLocks/>
            </p:cNvSpPr>
            <p:nvPr/>
          </p:nvSpPr>
          <p:spPr bwMode="auto">
            <a:xfrm>
              <a:off x="3797628" y="3700580"/>
              <a:ext cx="1007200" cy="189206"/>
            </a:xfrm>
            <a:custGeom>
              <a:avLst/>
              <a:gdLst>
                <a:gd name="T0" fmla="*/ 552 w 1065"/>
                <a:gd name="T1" fmla="*/ 0 h 194"/>
                <a:gd name="T2" fmla="*/ 0 w 1065"/>
                <a:gd name="T3" fmla="*/ 0 h 194"/>
                <a:gd name="T4" fmla="*/ 0 w 1065"/>
                <a:gd name="T5" fmla="*/ 194 h 194"/>
                <a:gd name="T6" fmla="*/ 1065 w 1065"/>
                <a:gd name="T7" fmla="*/ 194 h 194"/>
                <a:gd name="T8" fmla="*/ 552 w 1065"/>
                <a:gd name="T9" fmla="*/ 0 h 194"/>
              </a:gdLst>
              <a:ahLst/>
              <a:cxnLst>
                <a:cxn ang="0">
                  <a:pos x="T0" y="T1"/>
                </a:cxn>
                <a:cxn ang="0">
                  <a:pos x="T2" y="T3"/>
                </a:cxn>
                <a:cxn ang="0">
                  <a:pos x="T4" y="T5"/>
                </a:cxn>
                <a:cxn ang="0">
                  <a:pos x="T6" y="T7"/>
                </a:cxn>
                <a:cxn ang="0">
                  <a:pos x="T8" y="T9"/>
                </a:cxn>
              </a:cxnLst>
              <a:rect l="0" t="0" r="r" b="b"/>
              <a:pathLst>
                <a:path w="1065" h="194">
                  <a:moveTo>
                    <a:pt x="552" y="0"/>
                  </a:moveTo>
                  <a:cubicBezTo>
                    <a:pt x="0" y="0"/>
                    <a:pt x="0" y="0"/>
                    <a:pt x="0" y="0"/>
                  </a:cubicBezTo>
                  <a:cubicBezTo>
                    <a:pt x="0" y="194"/>
                    <a:pt x="0" y="194"/>
                    <a:pt x="0" y="194"/>
                  </a:cubicBezTo>
                  <a:cubicBezTo>
                    <a:pt x="1065" y="194"/>
                    <a:pt x="1065" y="194"/>
                    <a:pt x="1065" y="194"/>
                  </a:cubicBezTo>
                  <a:cubicBezTo>
                    <a:pt x="869" y="192"/>
                    <a:pt x="690" y="119"/>
                    <a:pt x="552"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sp>
          <p:nvSpPr>
            <p:cNvPr id="53" name="Rectangle 7"/>
            <p:cNvSpPr>
              <a:spLocks noChangeArrowheads="1"/>
            </p:cNvSpPr>
            <p:nvPr/>
          </p:nvSpPr>
          <p:spPr bwMode="auto">
            <a:xfrm>
              <a:off x="3667776" y="3700580"/>
              <a:ext cx="162926" cy="189206"/>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dirty="0">
                <a:ln>
                  <a:noFill/>
                </a:ln>
                <a:solidFill>
                  <a:srgbClr val="000000"/>
                </a:solidFill>
                <a:effectLst/>
                <a:uLnTx/>
                <a:uFillTx/>
                <a:latin typeface="Garamond" panose="02020404030301010803" pitchFamily="18" charset="0"/>
                <a:ea typeface="Raleway Medium" charset="0"/>
                <a:cs typeface="Raleway Medium" charset="0"/>
              </a:endParaRPr>
            </a:p>
          </p:txBody>
        </p:sp>
      </p:grpSp>
      <p:sp>
        <p:nvSpPr>
          <p:cNvPr id="55" name="TextBox 54">
            <a:extLst>
              <a:ext uri="{FF2B5EF4-FFF2-40B4-BE49-F238E27FC236}">
                <a16:creationId xmlns:a16="http://schemas.microsoft.com/office/drawing/2014/main" id="{7B3FC984-E50B-8F4C-8628-3A72417DDE21}"/>
              </a:ext>
            </a:extLst>
          </p:cNvPr>
          <p:cNvSpPr txBox="1"/>
          <p:nvPr/>
        </p:nvSpPr>
        <p:spPr>
          <a:xfrm>
            <a:off x="3887536" y="253928"/>
            <a:ext cx="4886274" cy="1015663"/>
          </a:xfrm>
          <a:prstGeom prst="rect">
            <a:avLst/>
          </a:prstGeom>
          <a:noFill/>
        </p:spPr>
        <p:txBody>
          <a:bodyPr wrap="none" rtlCol="0">
            <a:spAutoFit/>
          </a:bodyPr>
          <a:lstStyle/>
          <a:p>
            <a:pPr algn="r"/>
            <a:r>
              <a:rPr lang="en-US" sz="6000" spc="-150" dirty="0">
                <a:solidFill>
                  <a:schemeClr val="bg2"/>
                </a:solidFill>
                <a:latin typeface="Garamond" panose="02020404030301010803" pitchFamily="18" charset="0"/>
                <a:ea typeface="Montserrat" charset="0"/>
                <a:cs typeface="Montserrat" charset="0"/>
              </a:rPr>
              <a:t>Adjacent Sectors</a:t>
            </a:r>
          </a:p>
        </p:txBody>
      </p:sp>
      <p:sp>
        <p:nvSpPr>
          <p:cNvPr id="54" name="TextBox 53">
            <a:extLst>
              <a:ext uri="{FF2B5EF4-FFF2-40B4-BE49-F238E27FC236}">
                <a16:creationId xmlns:a16="http://schemas.microsoft.com/office/drawing/2014/main" id="{8995B9E4-C6DF-F041-BF69-C0E812419E2A}"/>
              </a:ext>
            </a:extLst>
          </p:cNvPr>
          <p:cNvSpPr txBox="1"/>
          <p:nvPr/>
        </p:nvSpPr>
        <p:spPr>
          <a:xfrm>
            <a:off x="758971" y="1301032"/>
            <a:ext cx="10697027" cy="70788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nchor="ctr">
            <a:spAutoFit/>
          </a:bodyPr>
          <a:lstStyle/>
          <a:p>
            <a:pPr marL="186262" algn="ctr"/>
            <a:r>
              <a:rPr lang="en-US" sz="2000" dirty="0">
                <a:solidFill>
                  <a:schemeClr val="bg1"/>
                </a:solidFill>
                <a:latin typeface="Garamond" panose="02020404030301010803" pitchFamily="18" charset="0"/>
                <a:cs typeface="Arial" panose="020B0604020202020204" pitchFamily="34" charset="0"/>
              </a:rPr>
              <a:t>Each building has unique operational needs, yet property owners and facility managers are short on in-house skilled talent that can manage and optimize their existing building systems in real-time.</a:t>
            </a:r>
          </a:p>
        </p:txBody>
      </p:sp>
      <p:sp>
        <p:nvSpPr>
          <p:cNvPr id="56" name="TextBox 55">
            <a:extLst>
              <a:ext uri="{FF2B5EF4-FFF2-40B4-BE49-F238E27FC236}">
                <a16:creationId xmlns:a16="http://schemas.microsoft.com/office/drawing/2014/main" id="{FC133C98-EC94-3C45-A759-8E1690E758BE}"/>
              </a:ext>
            </a:extLst>
          </p:cNvPr>
          <p:cNvSpPr txBox="1"/>
          <p:nvPr/>
        </p:nvSpPr>
        <p:spPr>
          <a:xfrm>
            <a:off x="1" y="6485220"/>
            <a:ext cx="3047642" cy="276999"/>
          </a:xfrm>
          <a:prstGeom prst="rect">
            <a:avLst/>
          </a:prstGeom>
          <a:noFill/>
        </p:spPr>
        <p:txBody>
          <a:bodyPr wrap="square" rtlCol="0">
            <a:spAutoFit/>
          </a:bodyPr>
          <a:lstStyle/>
          <a:p>
            <a:r>
              <a:rPr lang="en-US" sz="1200" dirty="0"/>
              <a:t>Confidential | Copyright Ambient Systems</a:t>
            </a:r>
          </a:p>
        </p:txBody>
      </p:sp>
      <p:pic>
        <p:nvPicPr>
          <p:cNvPr id="15" name="Graphic 14">
            <a:extLst>
              <a:ext uri="{FF2B5EF4-FFF2-40B4-BE49-F238E27FC236}">
                <a16:creationId xmlns:a16="http://schemas.microsoft.com/office/drawing/2014/main" id="{5F65BCB1-9269-8242-ADB7-E5012AC40A3D}"/>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55770" y="2745726"/>
            <a:ext cx="1191231" cy="1191231"/>
          </a:xfrm>
          <a:prstGeom prst="rect">
            <a:avLst/>
          </a:prstGeom>
        </p:spPr>
      </p:pic>
      <p:pic>
        <p:nvPicPr>
          <p:cNvPr id="34" name="Graphic 33">
            <a:extLst>
              <a:ext uri="{FF2B5EF4-FFF2-40B4-BE49-F238E27FC236}">
                <a16:creationId xmlns:a16="http://schemas.microsoft.com/office/drawing/2014/main" id="{DCC1E05A-59A2-3640-926D-5C21C0D94E79}"/>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31936" y="2936385"/>
            <a:ext cx="769911" cy="769911"/>
          </a:xfrm>
          <a:prstGeom prst="rect">
            <a:avLst/>
          </a:prstGeom>
        </p:spPr>
      </p:pic>
      <p:pic>
        <p:nvPicPr>
          <p:cNvPr id="58" name="Graphic 57">
            <a:extLst>
              <a:ext uri="{FF2B5EF4-FFF2-40B4-BE49-F238E27FC236}">
                <a16:creationId xmlns:a16="http://schemas.microsoft.com/office/drawing/2014/main" id="{BE3BDBCA-AF63-C04F-9CD4-0C9848A7560D}"/>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996152" y="2950953"/>
            <a:ext cx="759189" cy="759189"/>
          </a:xfrm>
          <a:prstGeom prst="rect">
            <a:avLst/>
          </a:prstGeom>
        </p:spPr>
      </p:pic>
      <p:pic>
        <p:nvPicPr>
          <p:cNvPr id="60" name="Graphic 59">
            <a:extLst>
              <a:ext uri="{FF2B5EF4-FFF2-40B4-BE49-F238E27FC236}">
                <a16:creationId xmlns:a16="http://schemas.microsoft.com/office/drawing/2014/main" id="{016DB3DE-186A-FD4A-9783-02D51E636F52}"/>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698079" y="2806951"/>
            <a:ext cx="1024905" cy="1024905"/>
          </a:xfrm>
          <a:prstGeom prst="rect">
            <a:avLst/>
          </a:prstGeom>
        </p:spPr>
      </p:pic>
      <p:sp>
        <p:nvSpPr>
          <p:cNvPr id="17" name="Slide Number Placeholder 16">
            <a:extLst>
              <a:ext uri="{FF2B5EF4-FFF2-40B4-BE49-F238E27FC236}">
                <a16:creationId xmlns:a16="http://schemas.microsoft.com/office/drawing/2014/main" id="{DF7956B3-210E-9942-B56E-A9CA5A06462D}"/>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20</a:t>
            </a:fld>
            <a:endParaRPr lang="ar-LY" dirty="0"/>
          </a:p>
        </p:txBody>
      </p:sp>
    </p:spTree>
    <p:extLst>
      <p:ext uri="{BB962C8B-B14F-4D97-AF65-F5344CB8AC3E}">
        <p14:creationId xmlns:p14="http://schemas.microsoft.com/office/powerpoint/2010/main" val="473494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8FD2-2625-B84D-AA4C-8328E3768912}"/>
              </a:ext>
            </a:extLst>
          </p:cNvPr>
          <p:cNvSpPr>
            <a:spLocks noGrp="1"/>
          </p:cNvSpPr>
          <p:nvPr>
            <p:ph type="title"/>
          </p:nvPr>
        </p:nvSpPr>
        <p:spPr/>
        <p:txBody>
          <a:bodyPr/>
          <a:lstStyle/>
          <a:p>
            <a:r>
              <a:rPr lang="en-US" dirty="0">
                <a:solidFill>
                  <a:schemeClr val="bg2"/>
                </a:solidFill>
              </a:rPr>
              <a:t>Market: Segmentation</a:t>
            </a:r>
          </a:p>
        </p:txBody>
      </p:sp>
      <p:pic>
        <p:nvPicPr>
          <p:cNvPr id="7" name="Picture 6" descr="A picture containing background pattern&#10;&#10;Description automatically generated">
            <a:extLst>
              <a:ext uri="{FF2B5EF4-FFF2-40B4-BE49-F238E27FC236}">
                <a16:creationId xmlns:a16="http://schemas.microsoft.com/office/drawing/2014/main" id="{740EE88D-1A19-4642-923D-6AC4BFD31FD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951018" y="1159270"/>
            <a:ext cx="6380898" cy="5698730"/>
          </a:xfrm>
          <a:prstGeom prst="rect">
            <a:avLst/>
          </a:prstGeom>
        </p:spPr>
      </p:pic>
      <p:sp>
        <p:nvSpPr>
          <p:cNvPr id="5" name="Slide Number Placeholder 4">
            <a:extLst>
              <a:ext uri="{FF2B5EF4-FFF2-40B4-BE49-F238E27FC236}">
                <a16:creationId xmlns:a16="http://schemas.microsoft.com/office/drawing/2014/main" id="{A5AAED96-EE5F-1740-B0ED-2DE84FFDAD07}"/>
              </a:ext>
            </a:extLst>
          </p:cNvPr>
          <p:cNvSpPr>
            <a:spLocks noGrp="1"/>
          </p:cNvSpPr>
          <p:nvPr>
            <p:ph type="sldNum" sz="quarter" idx="4"/>
          </p:nvPr>
        </p:nvSpPr>
        <p:spPr>
          <a:xfrm>
            <a:off x="8610600" y="6356350"/>
            <a:ext cx="2743200" cy="365125"/>
          </a:xfrm>
        </p:spPr>
        <p:txBody>
          <a:bodyPr/>
          <a:lstStyle/>
          <a:p>
            <a:fld id="{9312FC69-CE3E-4598-98C1-B119891192DE}" type="slidenum">
              <a:rPr lang="ar-LY" smtClean="0"/>
              <a:t>21</a:t>
            </a:fld>
            <a:endParaRPr lang="ar-LY" dirty="0"/>
          </a:p>
        </p:txBody>
      </p:sp>
      <p:sp>
        <p:nvSpPr>
          <p:cNvPr id="6" name="TextBox 5">
            <a:extLst>
              <a:ext uri="{FF2B5EF4-FFF2-40B4-BE49-F238E27FC236}">
                <a16:creationId xmlns:a16="http://schemas.microsoft.com/office/drawing/2014/main" id="{1837283F-A620-3944-BE66-CE51E5D11BD6}"/>
              </a:ext>
            </a:extLst>
          </p:cNvPr>
          <p:cNvSpPr txBox="1"/>
          <p:nvPr/>
        </p:nvSpPr>
        <p:spPr>
          <a:xfrm>
            <a:off x="8713694" y="-2"/>
            <a:ext cx="3478307" cy="1039908"/>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dirty="0">
                <a:solidFill>
                  <a:schemeClr val="tx1"/>
                </a:solidFill>
              </a:rPr>
              <a:t>WIP – Simplify and increase size</a:t>
            </a:r>
          </a:p>
        </p:txBody>
      </p:sp>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Blockchain 1 Dark">
      <a:dk1>
        <a:srgbClr val="010A1D"/>
      </a:dk1>
      <a:lt1>
        <a:srgbClr val="FFFFFF"/>
      </a:lt1>
      <a:dk2>
        <a:srgbClr val="02153C"/>
      </a:dk2>
      <a:lt2>
        <a:srgbClr val="F9F9F9"/>
      </a:lt2>
      <a:accent1>
        <a:srgbClr val="542EF6"/>
      </a:accent1>
      <a:accent2>
        <a:srgbClr val="6E67F9"/>
      </a:accent2>
      <a:accent3>
        <a:srgbClr val="5D89F8"/>
      </a:accent3>
      <a:accent4>
        <a:srgbClr val="3796F8"/>
      </a:accent4>
      <a:accent5>
        <a:srgbClr val="4BAAF8"/>
      </a:accent5>
      <a:accent6>
        <a:srgbClr val="28C8F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7041</TotalTime>
  <Words>1264</Words>
  <Application>Microsoft Macintosh PowerPoint</Application>
  <PresentationFormat>Widescreen</PresentationFormat>
  <Paragraphs>300</Paragraphs>
  <Slides>22</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22</vt:i4>
      </vt:variant>
    </vt:vector>
  </HeadingPairs>
  <TitlesOfParts>
    <vt:vector size="36" baseType="lpstr">
      <vt:lpstr>Arial</vt:lpstr>
      <vt:lpstr>Calibri</vt:lpstr>
      <vt:lpstr>Calibri Light</vt:lpstr>
      <vt:lpstr>Cantarell</vt:lpstr>
      <vt:lpstr>Cantarell bold</vt:lpstr>
      <vt:lpstr>Garamond</vt:lpstr>
      <vt:lpstr>Lato</vt:lpstr>
      <vt:lpstr>Lato Black</vt:lpstr>
      <vt:lpstr>Lato Light</vt:lpstr>
      <vt:lpstr>Poppins</vt:lpstr>
      <vt:lpstr>Poppins Medium</vt:lpstr>
      <vt:lpstr>Source Sans Pro</vt:lpstr>
      <vt:lpstr>Times New Roman</vt:lpstr>
      <vt:lpstr>Office Theme</vt:lpstr>
      <vt:lpstr>PowerPoint Presentation</vt:lpstr>
      <vt:lpstr>PowerPoint Presentation</vt:lpstr>
      <vt:lpstr>PowerPoint Presentation</vt:lpstr>
      <vt:lpstr>Indoor Farming Specific Problem</vt:lpstr>
      <vt:lpstr>Indoor Farming Opportunity  Vertical Farming is a rapidly growing industry with 24% CAGR*.  Asia-Pacific is the global leader in vertical farming with market value of &gt;$350M* in 2015.  Clear need from several farm operators in Singapore.</vt:lpstr>
      <vt:lpstr>PowerPoint Presentation</vt:lpstr>
      <vt:lpstr>PowerPoint Presentation</vt:lpstr>
      <vt:lpstr>Automation Engine</vt:lpstr>
      <vt:lpstr>PowerPoint Presentation</vt:lpstr>
      <vt:lpstr>Competitive Landscape</vt:lpstr>
      <vt:lpstr>Competitive Benchmark</vt:lpstr>
      <vt:lpstr>Growth Strategy</vt:lpstr>
      <vt:lpstr>Innovative Revenue Model </vt:lpstr>
      <vt:lpstr>Financials</vt:lpstr>
      <vt:lpstr>Customer Traction</vt:lpstr>
      <vt:lpstr>The Ask</vt:lpstr>
      <vt:lpstr>PowerPoint Presentation</vt:lpstr>
      <vt:lpstr>PowerPoint Presentation</vt:lpstr>
      <vt:lpstr>PowerPoint Presentation</vt:lpstr>
      <vt:lpstr>Team</vt:lpstr>
      <vt:lpstr>PowerPoint Presentation</vt:lpstr>
      <vt:lpstr>Market: Segmentation</vt:lpstr>
    </vt:vector>
  </TitlesOfParts>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414</ns0:revision>
  <ns1:created xsi:type="dcterms:W3CDTF">2019-07-24T15:42:33Z</ns1:created>
  <ns1:modified xsi:type="dcterms:W3CDTF">2020-11-10T10:33:14Z</ns1:modified>
</ns0:coreProperties>
</file>