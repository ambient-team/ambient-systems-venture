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[redacted]" r:id="rId1"/>
  </p:sldMasterIdLst>
  <p:notesMasterIdLst>
    <p:notesMasterId r:id="rId18"/>
  </p:notesMasterIdLst>
  <p:handoutMasterIdLst>
    <p:handoutMasterId r:id="rId19"/>
  </p:handoutMasterIdLst>
  <p:sldIdLst>
    <p:sldId id="256" r:id="rId2"/>
    <p:sldId id="347" r:id="rId3"/>
    <p:sldId id="257" r:id="rId4"/>
    <p:sldId id="316" r:id="rId5"/>
    <p:sldId id="275" r:id="rId6"/>
    <p:sldId id="315" r:id="rId7"/>
    <p:sldId id="304" r:id="rId8"/>
    <p:sldId id="308" r:id="rId9"/>
    <p:sldId id="344" r:id="rId10"/>
    <p:sldId id="340" r:id="rId11"/>
    <p:sldId id="301" r:id="rId12"/>
    <p:sldId id="302" r:id="rId13"/>
    <p:sldId id="286" r:id="rId14"/>
    <p:sldId id="345" r:id="rId15"/>
    <p:sldId id="346" r:id="rId16"/>
    <p:sldId id="339" r:id="rId17"/>
  </p:sldIdLst>
  <p:sldSz cx="12192000" cy="6858000"/>
  <p:notesSz cx="6858000" cy="9144000"/>
  <p:defaultTextStyle>
    <a:defPPr>
      <a:defRPr lang="ar-L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000000"/>
    <a:srgbClr val="374F62"/>
    <a:srgbClr val="03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 autoAdjust="0"/>
    <p:restoredTop sz="79129"/>
  </p:normalViewPr>
  <p:slideViewPr>
    <p:cSldViewPr snapToGrid="0">
      <p:cViewPr varScale="1">
        <p:scale>
          <a:sx n="73" d="100"/>
          <a:sy n="73" d="100"/>
        </p:scale>
        <p:origin x="133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35"/>
    </p:cViewPr>
  </p:sorterViewPr>
  <p:notesViewPr>
    <p:cSldViewPr snapToGrid="0">
      <p:cViewPr varScale="1">
        <p:scale>
          <a:sx n="71" d="100"/>
          <a:sy n="71" d="100"/>
        </p:scale>
        <p:origin x="35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Damnjanovic" userId="ac64187cd8522d98" providerId="LiveId" clId="{A013129D-C1DA-AB43-9F7F-07AD05F299AB}"/>
    <pc:docChg chg="modSld">
      <pc:chgData name="Ivan Damnjanovic" userId="ac64187cd8522d98" providerId="LiveId" clId="{A013129D-C1DA-AB43-9F7F-07AD05F299AB}" dt="2020-11-06T05:30:38.238" v="9" actId="20577"/>
      <pc:docMkLst>
        <pc:docMk/>
      </pc:docMkLst>
      <pc:sldChg chg="modSp mod">
        <pc:chgData name="Ivan Damnjanovic" userId="ac64187cd8522d98" providerId="LiveId" clId="{A013129D-C1DA-AB43-9F7F-07AD05F299AB}" dt="2020-11-06T05:30:38.238" v="9" actId="20577"/>
        <pc:sldMkLst>
          <pc:docMk/>
          <pc:sldMk cId="1488476489" sldId="286"/>
        </pc:sldMkLst>
        <pc:spChg chg="mod">
          <ac:chgData name="Ivan Damnjanovic" userId="ac64187cd8522d98" providerId="LiveId" clId="{A013129D-C1DA-AB43-9F7F-07AD05F299AB}" dt="2020-11-06T05:30:38.238" v="9" actId="20577"/>
          <ac:spMkLst>
            <pc:docMk/>
            <pc:sldMk cId="1488476489" sldId="286"/>
            <ac:spMk id="302" creationId="{00000000-0000-0000-0000-000000000000}"/>
          </ac:spMkLst>
        </pc:spChg>
      </pc:sldChg>
    </pc:docChg>
  </pc:docChgLst>
  <pc:docChgLst>
    <pc:chgData name="Ivan Damnjanovic" userId="ac64187cd8522d98" providerId="LiveId" clId="{EE58FB6E-C789-424E-B3E5-404F60AE9177}"/>
    <pc:docChg chg="undo custSel mod addSld delSld modSld sldOrd delMainMaster modMainMaster">
      <pc:chgData name="Ivan Damnjanovic" userId="ac64187cd8522d98" providerId="LiveId" clId="{EE58FB6E-C789-424E-B3E5-404F60AE9177}" dt="2020-11-01T09:37:27.015" v="1951" actId="1076"/>
      <pc:docMkLst>
        <pc:docMk/>
      </pc:docMkLst>
      <pc:sldChg chg="modSp mod">
        <pc:chgData name="Ivan Damnjanovic" userId="ac64187cd8522d98" providerId="LiveId" clId="{EE58FB6E-C789-424E-B3E5-404F60AE9177}" dt="2020-10-30T21:40:28.577" v="276" actId="1076"/>
        <pc:sldMkLst>
          <pc:docMk/>
          <pc:sldMk cId="[redacted]" sldId="256"/>
        </pc:sldMkLst>
        <pc:spChg chg="mod">
          <ac:chgData name="Ivan Damnjanovic" userId="ac64187cd8522d98" providerId="LiveId" clId="{EE58FB6E-C789-424E-B3E5-404F60AE9177}" dt="2020-10-30T21:40:16.182" v="272" actId="403"/>
          <ac:spMkLst>
            <pc:docMk/>
            <pc:sldMk cId="[redacted]" sldId="256"/>
            <ac:spMk id="309" creationId="{D5FC8BB6-F6FB-476D-B484-6B5D63DE65D3}"/>
          </ac:spMkLst>
        </pc:spChg>
        <pc:grpChg chg="mod">
          <ac:chgData name="Ivan Damnjanovic" userId="ac64187cd8522d98" providerId="LiveId" clId="{EE58FB6E-C789-424E-B3E5-404F60AE9177}" dt="2020-10-30T21:40:28.577" v="276" actId="1076"/>
          <ac:grpSpMkLst>
            <pc:docMk/>
            <pc:sldMk cId="[redacted]" sldId="256"/>
            <ac:grpSpMk id="261" creationId="{7D1081D1-3993-492A-A293-1F93C7739B71}"/>
          </ac:grpSpMkLst>
        </pc:grpChg>
      </pc:sldChg>
      <pc:sldChg chg="addSp delSp modSp mod">
        <pc:chgData name="Ivan Damnjanovic" userId="ac64187cd8522d98" providerId="LiveId" clId="{EE58FB6E-C789-424E-B3E5-404F60AE9177}" dt="2020-10-31T21:15:48.953" v="1939" actId="20577"/>
        <pc:sldMkLst>
          <pc:docMk/>
          <pc:sldMk cId="[redacted]" sldId="257"/>
        </pc:sldMkLst>
        <pc:spChg chg="mod">
          <ac:chgData name="Ivan Damnjanovic" userId="ac64187cd8522d98" providerId="LiveId" clId="{EE58FB6E-C789-424E-B3E5-404F60AE9177}" dt="2020-10-31T08:47:08.391" v="322" actId="20577"/>
          <ac:spMkLst>
            <pc:docMk/>
            <pc:sldMk cId="[redacted]" sldId="257"/>
            <ac:spMk id="2" creationId="{5348ABC3-8E8C-4FDD-AA32-797A4908BA56}"/>
          </ac:spMkLst>
        </pc:spChg>
        <pc:spChg chg="mod">
          <ac:chgData name="Ivan Damnjanovic" userId="ac64187cd8522d98" providerId="LiveId" clId="{EE58FB6E-C789-424E-B3E5-404F60AE9177}" dt="2020-10-31T21:15:48.953" v="1939" actId="20577"/>
          <ac:spMkLst>
            <pc:docMk/>
            <pc:sldMk cId="[redacted]" sldId="257"/>
            <ac:spMk id="6" creationId="{48B38AC8-6A13-48D8-A3E9-1B663F3239DA}"/>
          </ac:spMkLst>
        </pc:spChg>
        <pc:picChg chg="add 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3" creationId="{BB9886C1-B585-C542-BEA5-4433035C5BCF}"/>
          </ac:picMkLst>
        </pc:picChg>
        <pc:picChg chg="del">
          <ac:chgData name="Ivan Damnjanovic" userId="ac64187cd8522d98" providerId="LiveId" clId="{EE58FB6E-C789-424E-B3E5-404F60AE9177}" dt="2020-10-31T21:14:57.326" v="1917" actId="478"/>
          <ac:picMkLst>
            <pc:docMk/>
            <pc:sldMk cId="[redacted]" sldId="257"/>
            <ac:picMk id="1026" creationId="{A0E558EC-19A4-9645-90FB-8C7FECEB57B9}"/>
          </ac:picMkLst>
        </pc:picChg>
        <pc:picChg chg="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1027" creationId="{695A43E0-6D70-DC4D-B04B-E0C23115E0B3}"/>
          </ac:picMkLst>
        </pc:picChg>
        <pc:picChg chg="del">
          <ac:chgData name="Ivan Damnjanovic" userId="ac64187cd8522d98" providerId="LiveId" clId="{EE58FB6E-C789-424E-B3E5-404F60AE9177}" dt="2020-10-31T21:14:57.326" v="1917" actId="478"/>
          <ac:picMkLst>
            <pc:docMk/>
            <pc:sldMk cId="[redacted]" sldId="257"/>
            <ac:picMk id="1028" creationId="{AC5C6B64-EA73-DD4F-B35E-E519322693DA}"/>
          </ac:picMkLst>
        </pc:picChg>
        <pc:picChg chg="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1029" creationId="{F05CB951-D72E-2E4B-ADBA-DCE50F027083}"/>
          </ac:picMkLst>
        </pc:picChg>
      </pc:sldChg>
      <pc:sldChg chg="del">
        <pc:chgData name="Ivan Damnjanovic" userId="ac64187cd8522d98" providerId="LiveId" clId="{EE58FB6E-C789-424E-B3E5-404F60AE9177}" dt="2020-10-31T19:27:36.103" v="1550" actId="2696"/>
        <pc:sldMkLst>
          <pc:docMk/>
          <pc:sldMk cId="[redacted]" sldId="258"/>
        </pc:sldMkLst>
      </pc:sldChg>
      <pc:sldChg chg="del">
        <pc:chgData name="Ivan Damnjanovic" userId="ac64187cd8522d98" providerId="LiveId" clId="{EE58FB6E-C789-424E-B3E5-404F60AE9177}" dt="2020-10-31T19:27:36.103" v="1550" actId="2696"/>
        <pc:sldMkLst>
          <pc:docMk/>
          <pc:sldMk cId="[redacted]" sldId="26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600460300" sldId="26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4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5"/>
        </pc:sldMkLst>
      </pc:sldChg>
      <pc:sldChg chg="modSp add del mod modClrScheme chgLayout">
        <pc:chgData name="Ivan Damnjanovic" userId="ac64187cd8522d98" providerId="LiveId" clId="{EE58FB6E-C789-424E-B3E5-404F60AE9177}" dt="2020-10-31T21:02:04.540" v="1761" actId="2696"/>
        <pc:sldMkLst>
          <pc:docMk/>
          <pc:sldMk cId="157416024" sldId="266"/>
        </pc:sldMkLst>
        <pc:spChg chg="mod ord">
          <ac:chgData name="Ivan Damnjanovic" userId="ac64187cd8522d98" providerId="LiveId" clId="{EE58FB6E-C789-424E-B3E5-404F60AE9177}" dt="2020-10-31T09:23:45.097" v="1064" actId="20577"/>
          <ac:spMkLst>
            <pc:docMk/>
            <pc:sldMk cId="157416024" sldId="266"/>
            <ac:spMk id="125" creationId="{00000000-0000-0000-0000-000000000000}"/>
          </ac:spMkLst>
        </pc:spChg>
      </pc:sldChg>
      <pc:sldChg chg="modSp add del mod">
        <pc:chgData name="Ivan Damnjanovic" userId="ac64187cd8522d98" providerId="LiveId" clId="{EE58FB6E-C789-424E-B3E5-404F60AE9177}" dt="2020-10-31T09:07:36.410" v="637" actId="2696"/>
        <pc:sldMkLst>
          <pc:docMk/>
          <pc:sldMk cId="[redacted]" sldId="267"/>
        </pc:sldMkLst>
        <pc:picChg chg="mod">
          <ac:chgData name="Ivan Damnjanovic" userId="ac64187cd8522d98" providerId="LiveId" clId="{EE58FB6E-C789-424E-B3E5-404F60AE9177}" dt="2020-10-31T09:07:27.834" v="635" actId="14100"/>
          <ac:picMkLst>
            <pc:docMk/>
            <pc:sldMk cId="[redacted]" sldId="267"/>
            <ac:picMk id="136" creationId="{00000000-0000-0000-0000-000000000000}"/>
          </ac:picMkLst>
        </pc:pic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913704779" sldId="26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81775479" sldId="27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156899193" sldId="27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760573355" sldId="27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4"/>
        </pc:sldMkLst>
      </pc:sldChg>
      <pc:sldChg chg="addSp delSp modSp mod">
        <pc:chgData name="Ivan Damnjanovic" userId="ac64187cd8522d98" providerId="LiveId" clId="{EE58FB6E-C789-424E-B3E5-404F60AE9177}" dt="2020-10-31T20:42:25.097" v="1751" actId="1076"/>
        <pc:sldMkLst>
          <pc:docMk/>
          <pc:sldMk cId="1938571380" sldId="275"/>
        </pc:sldMkLst>
        <pc:spChg chg="add del mod">
          <ac:chgData name="Ivan Damnjanovic" userId="ac64187cd8522d98" providerId="LiveId" clId="{EE58FB6E-C789-424E-B3E5-404F60AE9177}" dt="2020-10-31T19:13:58.028" v="1152" actId="478"/>
          <ac:spMkLst>
            <pc:docMk/>
            <pc:sldMk cId="1938571380" sldId="275"/>
            <ac:spMk id="1104" creationId="{E47514FA-4071-4E6D-95E5-017A4B39940B}"/>
          </ac:spMkLst>
        </pc:spChg>
        <pc:spChg chg="mod">
          <ac:chgData name="Ivan Damnjanovic" userId="ac64187cd8522d98" providerId="LiveId" clId="{EE58FB6E-C789-424E-B3E5-404F60AE9177}" dt="2020-10-31T19:22:59.532" v="1396" actId="20577"/>
          <ac:spMkLst>
            <pc:docMk/>
            <pc:sldMk cId="1938571380" sldId="275"/>
            <ac:spMk id="1105" creationId="{147A7B42-8B34-4172-8A1B-5B8827FF98F3}"/>
          </ac:spMkLst>
        </pc:spChg>
        <pc:spChg chg="mod">
          <ac:chgData name="Ivan Damnjanovic" userId="ac64187cd8522d98" providerId="LiveId" clId="{EE58FB6E-C789-424E-B3E5-404F60AE9177}" dt="2020-10-30T21:36:30.347" v="238" actId="20577"/>
          <ac:spMkLst>
            <pc:docMk/>
            <pc:sldMk cId="1938571380" sldId="275"/>
            <ac:spMk id="1116" creationId="{31B97B55-0303-42D5-8527-E314E7A4F019}"/>
          </ac:spMkLst>
        </pc:spChg>
        <pc:spChg chg="mod">
          <ac:chgData name="Ivan Damnjanovic" userId="ac64187cd8522d98" providerId="LiveId" clId="{EE58FB6E-C789-424E-B3E5-404F60AE9177}" dt="2020-10-31T19:48:27.350" v="1714" actId="20577"/>
          <ac:spMkLst>
            <pc:docMk/>
            <pc:sldMk cId="1938571380" sldId="275"/>
            <ac:spMk id="1118" creationId="{636D83DF-F216-4FDE-B03C-8F6E246A4908}"/>
          </ac:spMkLst>
        </pc:spChg>
        <pc:spChg chg="mod">
          <ac:chgData name="Ivan Damnjanovic" userId="ac64187cd8522d98" providerId="LiveId" clId="{EE58FB6E-C789-424E-B3E5-404F60AE9177}" dt="2020-10-30T21:36:33.412" v="251" actId="20577"/>
          <ac:spMkLst>
            <pc:docMk/>
            <pc:sldMk cId="1938571380" sldId="275"/>
            <ac:spMk id="1120" creationId="{077CAB3F-F63A-45A3-9D04-D7092DBAAE31}"/>
          </ac:spMkLst>
        </pc:spChg>
        <pc:spChg chg="mod">
          <ac:chgData name="Ivan Damnjanovic" userId="ac64187cd8522d98" providerId="LiveId" clId="{EE58FB6E-C789-424E-B3E5-404F60AE9177}" dt="2020-10-31T19:48:30.449" v="1719" actId="20577"/>
          <ac:spMkLst>
            <pc:docMk/>
            <pc:sldMk cId="1938571380" sldId="275"/>
            <ac:spMk id="1122" creationId="{82C01406-D3FF-4A5C-9985-29CA545AF54F}"/>
          </ac:spMkLst>
        </pc:spChg>
        <pc:picChg chg="add del mod">
          <ac:chgData name="Ivan Damnjanovic" userId="ac64187cd8522d98" providerId="LiveId" clId="{EE58FB6E-C789-424E-B3E5-404F60AE9177}" dt="2020-10-31T19:09:51.865" v="1133" actId="478"/>
          <ac:picMkLst>
            <pc:docMk/>
            <pc:sldMk cId="1938571380" sldId="275"/>
            <ac:picMk id="3" creationId="{9EF08D75-C960-474F-A10B-C96A35642B29}"/>
          </ac:picMkLst>
        </pc:picChg>
        <pc:picChg chg="add del mod">
          <ac:chgData name="Ivan Damnjanovic" userId="ac64187cd8522d98" providerId="LiveId" clId="{EE58FB6E-C789-424E-B3E5-404F60AE9177}" dt="2020-10-31T19:10:02.449" v="1142" actId="478"/>
          <ac:picMkLst>
            <pc:docMk/>
            <pc:sldMk cId="1938571380" sldId="275"/>
            <ac:picMk id="5" creationId="{3D721DB1-E3F3-5D48-8D6D-47421C8A22A5}"/>
          </ac:picMkLst>
        </pc:picChg>
        <pc:picChg chg="add del mod">
          <ac:chgData name="Ivan Damnjanovic" userId="ac64187cd8522d98" providerId="LiveId" clId="{EE58FB6E-C789-424E-B3E5-404F60AE9177}" dt="2020-10-31T19:13:59.481" v="1153" actId="478"/>
          <ac:picMkLst>
            <pc:docMk/>
            <pc:sldMk cId="1938571380" sldId="275"/>
            <ac:picMk id="7" creationId="{F929AD38-A15B-4D4D-88C1-1BF27F1E880C}"/>
          </ac:picMkLst>
        </pc:picChg>
        <pc:picChg chg="add del mod">
          <ac:chgData name="Ivan Damnjanovic" userId="ac64187cd8522d98" providerId="LiveId" clId="{EE58FB6E-C789-424E-B3E5-404F60AE9177}" dt="2020-10-31T20:42:16.378" v="1744" actId="478"/>
          <ac:picMkLst>
            <pc:docMk/>
            <pc:sldMk cId="1938571380" sldId="275"/>
            <ac:picMk id="9" creationId="{C76FD806-6A85-7945-90E3-6C41E88DC834}"/>
          </ac:picMkLst>
        </pc:picChg>
        <pc:picChg chg="add mod">
          <ac:chgData name="Ivan Damnjanovic" userId="ac64187cd8522d98" providerId="LiveId" clId="{EE58FB6E-C789-424E-B3E5-404F60AE9177}" dt="2020-10-31T20:42:25.097" v="1751" actId="1076"/>
          <ac:picMkLst>
            <pc:docMk/>
            <pc:sldMk cId="1938571380" sldId="275"/>
            <ac:picMk id="11" creationId="{95AB5A97-4CCF-C848-930F-A8155A084CA0}"/>
          </ac:picMkLst>
        </pc:picChg>
        <pc:picChg chg="add del mod">
          <ac:chgData name="Ivan Damnjanovic" userId="ac64187cd8522d98" providerId="LiveId" clId="{EE58FB6E-C789-424E-B3E5-404F60AE9177}" dt="2020-10-31T18:52:20.740" v="1123" actId="478"/>
          <ac:picMkLst>
            <pc:docMk/>
            <pc:sldMk cId="1938571380" sldId="275"/>
            <ac:picMk id="1026" creationId="{C89ED91D-9F3D-514E-B69F-812973B09C51}"/>
          </ac:picMkLst>
        </pc:picChg>
        <pc:picChg chg="add del">
          <ac:chgData name="Ivan Damnjanovic" userId="ac64187cd8522d98" providerId="LiveId" clId="{EE58FB6E-C789-424E-B3E5-404F60AE9177}" dt="2020-10-31T19:05:14.678" v="1128" actId="478"/>
          <ac:picMkLst>
            <pc:docMk/>
            <pc:sldMk cId="1938571380" sldId="275"/>
            <ac:picMk id="1028" creationId="{236ECE14-71FF-5D49-A8F4-933CD65ACE78}"/>
          </ac:picMkLst>
        </pc:picChg>
        <pc:picChg chg="add del mod">
          <ac:chgData name="Ivan Damnjanovic" userId="ac64187cd8522d98" providerId="LiveId" clId="{EE58FB6E-C789-424E-B3E5-404F60AE9177}" dt="2020-10-31T18:49:54.456" v="1120" actId="478"/>
          <ac:picMkLst>
            <pc:docMk/>
            <pc:sldMk cId="1938571380" sldId="275"/>
            <ac:picMk id="2050" creationId="{BFA7FBD5-BC4F-734C-B00B-DC04C7CAFC3E}"/>
          </ac:picMkLst>
        </pc:pic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244260264" sldId="27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645321871" sldId="27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0"/>
        </pc:sldMkLst>
      </pc:sldChg>
      <pc:sldChg chg="modSp del mod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1"/>
        </pc:sldMkLst>
        <pc:grpChg chg="mod">
          <ac:chgData name="Ivan Damnjanovic" userId="ac64187cd8522d98" providerId="LiveId" clId="{EE58FB6E-C789-424E-B3E5-404F60AE9177}" dt="2020-10-31T19:26:19.215" v="1525" actId="1076"/>
          <ac:grpSpMkLst>
            <pc:docMk/>
            <pc:sldMk cId="[redacted]" sldId="281"/>
            <ac:grpSpMk id="526" creationId="{5FA23EC5-1F66-449A-9312-0F433153A7A6}"/>
          </ac:grpSpMkLst>
        </pc:grp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820275843" sldId="28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4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5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768841562" sldId="28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367450157" sldId="29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100432711" sldId="29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075923616" sldId="29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5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8"/>
        </pc:sldMkLst>
      </pc:sldChg>
      <pc:sldChg chg="addSp modSp new del mod modClrScheme chgLayout">
        <pc:chgData name="Ivan Damnjanovic" userId="ac64187cd8522d98" providerId="LiveId" clId="{EE58FB6E-C789-424E-B3E5-404F60AE9177}" dt="2020-10-30T21:29:48.043" v="150" actId="2696"/>
        <pc:sldMkLst>
          <pc:docMk/>
          <pc:sldMk cId="[redacted]" sldId="299"/>
        </pc:sldMkLst>
        <pc:spChg chg="add mod">
          <ac:chgData name="Ivan Damnjanovic" userId="ac64187cd8522d98" providerId="LiveId" clId="{EE58FB6E-C789-424E-B3E5-404F60AE9177}" dt="2020-10-30T21:29:46.925" v="149" actId="207"/>
          <ac:spMkLst>
            <pc:docMk/>
            <pc:sldMk cId="[redacted]" sldId="299"/>
            <ac:spMk id="2" creationId="{2A51092D-F09B-A24B-BC9A-2F2253E72F19}"/>
          </ac:spMkLst>
        </pc:spChg>
      </pc:sldChg>
      <pc:sldChg chg="modSp new del mod">
        <pc:chgData name="Ivan Damnjanovic" userId="ac64187cd8522d98" providerId="LiveId" clId="{EE58FB6E-C789-424E-B3E5-404F60AE9177}" dt="2020-10-31T08:49:10.907" v="323" actId="2696"/>
        <pc:sldMkLst>
          <pc:docMk/>
          <pc:sldMk cId="91150475" sldId="300"/>
        </pc:sldMkLst>
        <pc:spChg chg="mod">
          <ac:chgData name="Ivan Damnjanovic" userId="ac64187cd8522d98" providerId="LiveId" clId="{EE58FB6E-C789-424E-B3E5-404F60AE9177}" dt="2020-10-30T21:29:59.561" v="153" actId="20577"/>
          <ac:spMkLst>
            <pc:docMk/>
            <pc:sldMk cId="91150475" sldId="300"/>
            <ac:spMk id="2" creationId="{44E3AFCC-A3B7-DE4A-908D-49B251BF36E0}"/>
          </ac:spMkLst>
        </pc:spChg>
      </pc:sldChg>
      <pc:sldChg chg="addSp delSp modSp new mod">
        <pc:chgData name="Ivan Damnjanovic" userId="ac64187cd8522d98" providerId="LiveId" clId="{EE58FB6E-C789-424E-B3E5-404F60AE9177}" dt="2020-11-01T09:37:27.015" v="1951" actId="1076"/>
        <pc:sldMkLst>
          <pc:docMk/>
          <pc:sldMk cId="1106804064" sldId="301"/>
        </pc:sldMkLst>
        <pc:spChg chg="mod">
          <ac:chgData name="Ivan Damnjanovic" userId="ac64187cd8522d98" providerId="LiveId" clId="{EE58FB6E-C789-424E-B3E5-404F60AE9177}" dt="2020-10-31T09:02:58.611" v="531" actId="20577"/>
          <ac:spMkLst>
            <pc:docMk/>
            <pc:sldMk cId="1106804064" sldId="301"/>
            <ac:spMk id="2" creationId="{F9546D62-8B26-464B-98A4-A9F1724CA334}"/>
          </ac:spMkLst>
        </pc:spChg>
        <pc:spChg chg="add mod">
          <ac:chgData name="Ivan Damnjanovic" userId="ac64187cd8522d98" providerId="LiveId" clId="{EE58FB6E-C789-424E-B3E5-404F60AE9177}" dt="2020-10-31T19:47:57.869" v="1713" actId="20577"/>
          <ac:spMkLst>
            <pc:docMk/>
            <pc:sldMk cId="1106804064" sldId="301"/>
            <ac:spMk id="3" creationId="{2B3B5D68-9935-9D4F-97D5-E1AF4F19321A}"/>
          </ac:spMkLst>
        </pc:spChg>
        <pc:picChg chg="add mod modCrop">
          <ac:chgData name="Ivan Damnjanovic" userId="ac64187cd8522d98" providerId="LiveId" clId="{EE58FB6E-C789-424E-B3E5-404F60AE9177}" dt="2020-11-01T09:37:27.015" v="1951" actId="1076"/>
          <ac:picMkLst>
            <pc:docMk/>
            <pc:sldMk cId="1106804064" sldId="301"/>
            <ac:picMk id="5" creationId="{39C0BC7F-C1EB-D043-A720-82CBEF028463}"/>
          </ac:picMkLst>
        </pc:picChg>
        <pc:picChg chg="add del mod modCrop">
          <ac:chgData name="Ivan Damnjanovic" userId="ac64187cd8522d98" providerId="LiveId" clId="{EE58FB6E-C789-424E-B3E5-404F60AE9177}" dt="2020-10-31T19:47:24.846" v="1694" actId="478"/>
          <ac:picMkLst>
            <pc:docMk/>
            <pc:sldMk cId="1106804064" sldId="301"/>
            <ac:picMk id="5" creationId="{BC6FBF0A-7AF5-FA41-8EE0-F5BEF13C3CFD}"/>
          </ac:picMkLst>
        </pc:picChg>
        <pc:picChg chg="add del mod modCrop">
          <ac:chgData name="Ivan Damnjanovic" userId="ac64187cd8522d98" providerId="LiveId" clId="{EE58FB6E-C789-424E-B3E5-404F60AE9177}" dt="2020-11-01T09:36:56.168" v="1940" actId="478"/>
          <ac:picMkLst>
            <pc:docMk/>
            <pc:sldMk cId="1106804064" sldId="301"/>
            <ac:picMk id="7" creationId="{06405C5B-FD0F-AC49-AD88-113074F981E2}"/>
          </ac:picMkLst>
        </pc:picChg>
        <pc:picChg chg="add del mod">
          <ac:chgData name="Ivan Damnjanovic" userId="ac64187cd8522d98" providerId="LiveId" clId="{EE58FB6E-C789-424E-B3E5-404F60AE9177}" dt="2020-10-31T19:45:53.745" v="1684" actId="478"/>
          <ac:picMkLst>
            <pc:docMk/>
            <pc:sldMk cId="1106804064" sldId="301"/>
            <ac:picMk id="1026" creationId="{8BF889F4-A905-3443-BD77-6814D5EC4EC2}"/>
          </ac:picMkLst>
        </pc:picChg>
      </pc:sldChg>
      <pc:sldChg chg="addSp delSp modSp new mod setBg">
        <pc:chgData name="Ivan Damnjanovic" userId="ac64187cd8522d98" providerId="LiveId" clId="{EE58FB6E-C789-424E-B3E5-404F60AE9177}" dt="2020-10-31T19:52:08.620" v="1722" actId="207"/>
        <pc:sldMkLst>
          <pc:docMk/>
          <pc:sldMk cId="[redacted]" sldId="302"/>
        </pc:sldMkLst>
        <pc:spChg chg="mod">
          <ac:chgData name="Ivan Damnjanovic" userId="ac64187cd8522d98" providerId="LiveId" clId="{EE58FB6E-C789-424E-B3E5-404F60AE9177}" dt="2020-10-31T09:08:24.412" v="657" actId="20577"/>
          <ac:spMkLst>
            <pc:docMk/>
            <pc:sldMk cId="[redacted]" sldId="302"/>
            <ac:spMk id="2" creationId="{30D7C4BC-0097-9F40-B994-EDD59FEAF7BC}"/>
          </ac:spMkLst>
        </pc:spChg>
        <pc:spChg chg="add del">
          <ac:chgData name="Ivan Damnjanovic" userId="ac64187cd8522d98" providerId="LiveId" clId="{EE58FB6E-C789-424E-B3E5-404F60AE9177}" dt="2020-10-30T21:26:15.978" v="59" actId="26606"/>
          <ac:spMkLst>
            <pc:docMk/>
            <pc:sldMk cId="[redacted]" sldId="302"/>
            <ac:spMk id="8" creationId="{594D6AA1-A0E1-45F9-8E25-BAB8092293CC}"/>
          </ac:spMkLst>
        </pc:spChg>
        <pc:graphicFrameChg chg="add mod modGraphic">
          <ac:chgData name="Ivan Damnjanovic" userId="ac64187cd8522d98" providerId="LiveId" clId="{EE58FB6E-C789-424E-B3E5-404F60AE9177}" dt="2020-10-31T19:52:08.620" v="1722" actId="207"/>
          <ac:graphicFrameMkLst>
            <pc:docMk/>
            <pc:sldMk cId="[redacted]" sldId="302"/>
            <ac:graphicFrameMk id="3" creationId="{BE32194B-66F2-9344-9045-71D3F235B2D4}"/>
          </ac:graphicFrameMkLst>
        </pc:graphicFrameChg>
        <pc:picChg chg="add mod">
          <ac:chgData name="Ivan Damnjanovic" userId="ac64187cd8522d98" providerId="LiveId" clId="{EE58FB6E-C789-424E-B3E5-404F60AE9177}" dt="2020-10-31T19:31:24.507" v="1583" actId="1076"/>
          <ac:picMkLst>
            <pc:docMk/>
            <pc:sldMk cId="[redacted]" sldId="302"/>
            <ac:picMk id="4" creationId="{63E7D9BB-72F5-3641-8F1E-F7AE0FD18F0D}"/>
          </ac:picMkLst>
        </pc:picChg>
        <pc:picChg chg="add mod">
          <ac:chgData name="Ivan Damnjanovic" userId="ac64187cd8522d98" providerId="LiveId" clId="{EE58FB6E-C789-424E-B3E5-404F60AE9177}" dt="2020-10-31T19:40:00.827" v="1679" actId="12789"/>
          <ac:picMkLst>
            <pc:docMk/>
            <pc:sldMk cId="[redacted]" sldId="302"/>
            <ac:picMk id="5" creationId="{26FD8721-D7E9-9846-BCF1-577F3733136E}"/>
          </ac:picMkLst>
        </pc:picChg>
        <pc:picChg chg="add mod">
          <ac:chgData name="Ivan Damnjanovic" userId="ac64187cd8522d98" providerId="LiveId" clId="{EE58FB6E-C789-424E-B3E5-404F60AE9177}" dt="2020-10-31T19:31:26.041" v="1584" actId="1076"/>
          <ac:picMkLst>
            <pc:docMk/>
            <pc:sldMk cId="[redacted]" sldId="302"/>
            <ac:picMk id="6" creationId="{DBA6DAF4-CB0D-934B-935B-EEE8242964C9}"/>
          </ac:picMkLst>
        </pc:picChg>
        <pc:picChg chg="add mod">
          <ac:chgData name="Ivan Damnjanovic" userId="ac64187cd8522d98" providerId="LiveId" clId="{EE58FB6E-C789-424E-B3E5-404F60AE9177}" dt="2020-10-31T19:31:31.015" v="1585" actId="1076"/>
          <ac:picMkLst>
            <pc:docMk/>
            <pc:sldMk cId="[redacted]" sldId="302"/>
            <ac:picMk id="7" creationId="{533F4CF7-9E93-6C48-9384-754D414EEB69}"/>
          </ac:picMkLst>
        </pc:picChg>
        <pc:picChg chg="add mod">
          <ac:chgData name="Ivan Damnjanovic" userId="ac64187cd8522d98" providerId="LiveId" clId="{EE58FB6E-C789-424E-B3E5-404F60AE9177}" dt="2020-10-31T19:40:06.660" v="1680" actId="12789"/>
          <ac:picMkLst>
            <pc:docMk/>
            <pc:sldMk cId="[redacted]" sldId="302"/>
            <ac:picMk id="8" creationId="{7A6D2AB9-2C88-884B-8089-B5D365E4C5EE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9" creationId="{01B6565E-BD2B-8F42-A414-58B04CCB8CF5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0" creationId="{84BE4FC3-7C4D-3843-B0C3-DD2F9EA254D8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1" creationId="{64950B75-35B2-FB47-BC76-BE666204EA39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2" creationId="{F54D171D-0303-7F4D-A86C-80D76F710080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3" creationId="{A0F24DCA-DCB7-124E-836D-20688308CC79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4" creationId="{C209BF39-F140-944B-9A10-7675C9A93A47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5" creationId="{B7668DFF-EFCE-964C-9725-6E59FF010C17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6" creationId="{4F40A6B9-0732-B242-9985-FDD91B03428C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7" creationId="{F2B4A95F-6EBD-DA41-A5FD-E5ACBB6E4C6D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8" creationId="{85591DDA-D7E0-3C44-B4CF-FF[redacted]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19" creationId="{F6C4814F-C657-7041-8DF1-2918C9F18327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0" creationId="{D7D24DD2-C5F8-954A-A48B-38D1653D8003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1" creationId="{148AD170-3314-1C4C-9537-FE95A6AC749F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2" creationId="{940BC61D-DFBD-A342-AE7D-8FF6C63C0C44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3" creationId="{54A182E0-8AB9-454A-9065-8CA6BA1C5E5C}"/>
          </ac:picMkLst>
        </pc:picChg>
        <pc:picChg chg="add mod">
          <ac:chgData name="Ivan Damnjanovic" userId="ac64187cd8522d98" providerId="LiveId" clId="{EE58FB6E-C789-424E-B3E5-404F60AE9177}" dt="2020-10-31T19:40:06.660" v="1680" actId="12789"/>
          <ac:picMkLst>
            <pc:docMk/>
            <pc:sldMk cId="[redacted]" sldId="302"/>
            <ac:picMk id="24" creationId="{746E86D1-9C90-7B40-BD3D-4BE691DEF2AC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5" creationId="{65EC56A0-E2B5-4941-B455-CD1CB03D4F1A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6" creationId="{5002CCD6-A3D9-7346-964A-AFC700DD330B}"/>
          </ac:picMkLst>
        </pc:picChg>
        <pc:picChg chg="add mod">
          <ac:chgData name="Ivan Damnjanovic" userId="ac64187cd8522d98" providerId="LiveId" clId="{EE58FB6E-C789-424E-B3E5-404F60AE9177}" dt="2020-10-31T19:40:00.827" v="1679" actId="12789"/>
          <ac:picMkLst>
            <pc:docMk/>
            <pc:sldMk cId="[redacted]" sldId="302"/>
            <ac:picMk id="27" creationId="{A0E7BF37-27D5-3741-ADE8-E469B1041A12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8" creationId="{60444719-8585-2D47-BBCC-93CB2E9C81B5}"/>
          </ac:picMkLst>
        </pc:picChg>
      </pc:sldChg>
      <pc:sldChg chg="modSp new del mod">
        <pc:chgData name="Ivan Damnjanovic" userId="ac64187cd8522d98" providerId="LiveId" clId="{EE58FB6E-C789-424E-B3E5-404F60AE9177}" dt="2020-10-31T08:49:41.034" v="343" actId="2696"/>
        <pc:sldMkLst>
          <pc:docMk/>
          <pc:sldMk cId="[redacted]" sldId="303"/>
        </pc:sldMkLst>
        <pc:spChg chg="mod">
          <ac:chgData name="Ivan Damnjanovic" userId="ac64187cd8522d98" providerId="LiveId" clId="{EE58FB6E-C789-424E-B3E5-404F60AE9177}" dt="2020-10-30T21:29:11.718" v="139" actId="207"/>
          <ac:spMkLst>
            <pc:docMk/>
            <pc:sldMk cId="[redacted]" sldId="303"/>
            <ac:spMk id="2" creationId="{C40B32B2-0C76-EC40-BD2B-0D635705A482}"/>
          </ac:spMkLst>
        </pc:spChg>
      </pc:sldChg>
      <pc:sldChg chg="modSp add mod">
        <pc:chgData name="Ivan Damnjanovic" userId="ac64187cd8522d98" providerId="LiveId" clId="{EE58FB6E-C789-424E-B3E5-404F60AE9177}" dt="2020-10-31T21:11:37.881" v="1916" actId="207"/>
        <pc:sldMkLst>
          <pc:docMk/>
          <pc:sldMk cId="193669708" sldId="304"/>
        </pc:sldMkLst>
        <pc:spChg chg="mod">
          <ac:chgData name="Ivan Damnjanovic" userId="ac64187cd8522d98" providerId="LiveId" clId="{EE58FB6E-C789-424E-B3E5-404F60AE9177}" dt="2020-10-31T21:11:15.695" v="1912" actId="207"/>
          <ac:spMkLst>
            <pc:docMk/>
            <pc:sldMk cId="193669708" sldId="304"/>
            <ac:spMk id="25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11.614" v="1911" actId="207"/>
          <ac:spMkLst>
            <pc:docMk/>
            <pc:sldMk cId="193669708" sldId="304"/>
            <ac:spMk id="25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07.897" v="1910" actId="207"/>
          <ac:spMkLst>
            <pc:docMk/>
            <pc:sldMk cId="193669708" sldId="304"/>
            <ac:spMk id="25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02.882" v="1909" actId="207"/>
          <ac:spMkLst>
            <pc:docMk/>
            <pc:sldMk cId="193669708" sldId="304"/>
            <ac:spMk id="26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0:42.375" v="1907" actId="207"/>
          <ac:spMkLst>
            <pc:docMk/>
            <pc:sldMk cId="193669708" sldId="304"/>
            <ac:spMk id="26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0:58.418" v="1908" actId="207"/>
          <ac:spMkLst>
            <pc:docMk/>
            <pc:sldMk cId="193669708" sldId="304"/>
            <ac:spMk id="26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47.349" v="167" actId="207"/>
          <ac:spMkLst>
            <pc:docMk/>
            <pc:sldMk cId="193669708" sldId="304"/>
            <ac:spMk id="26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4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4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37.881" v="1916" actId="207"/>
          <ac:spMkLst>
            <pc:docMk/>
            <pc:sldMk cId="193669708" sldId="304"/>
            <ac:spMk id="29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3" creationId="{00000000-0000-0000-0000-000000000000}"/>
          </ac:spMkLst>
        </pc:sp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294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295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304" creationId="{00000000-0000-0000-0000-000000000000}"/>
          </ac:picMkLst>
        </pc:pic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4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5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6" creationId="{00000000-0000-0000-0000-000000000000}"/>
          </ac:cxnSpMkLst>
        </pc:cxnChg>
      </pc:sldChg>
      <pc:sldChg chg="addSp delSp modSp add del mod">
        <pc:chgData name="Ivan Damnjanovic" userId="ac64187cd8522d98" providerId="LiveId" clId="{EE58FB6E-C789-424E-B3E5-404F60AE9177}" dt="2020-10-30T21:33:18.768" v="164" actId="2696"/>
        <pc:sldMkLst>
          <pc:docMk/>
          <pc:sldMk cId="[redacted]" sldId="304"/>
        </pc:sldMkLst>
        <pc:spChg chg="mod">
          <ac:chgData name="Ivan Damnjanovic" userId="ac64187cd8522d98" providerId="LiveId" clId="{EE58FB6E-C789-424E-B3E5-404F60AE9177}" dt="2020-10-30T21:31:16.232" v="161" actId="20577"/>
          <ac:spMkLst>
            <pc:docMk/>
            <pc:sldMk cId="[redacted]" sldId="304"/>
            <ac:spMk id="2" creationId="{44E3AFCC-A3B7-DE4A-908D-49B251BF36E0}"/>
          </ac:spMkLst>
        </pc:spChg>
        <pc:spChg chg="add del">
          <ac:chgData name="Ivan Damnjanovic" userId="ac64187cd8522d98" providerId="LiveId" clId="{EE58FB6E-C789-424E-B3E5-404F60AE9177}" dt="2020-10-30T21:31:30.211" v="163"/>
          <ac:spMkLst>
            <pc:docMk/>
            <pc:sldMk cId="[redacted]" sldId="304"/>
            <ac:spMk id="3" creationId="{104D62E2-6826-9448-B05B-36933DE999D4}"/>
          </ac:spMkLst>
        </pc:sp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4" creationId="{7A4AC49A-B007-1249-BBFA-38D8B54F3B01}"/>
          </ac:picMkLst>
        </pc:pic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5" creationId="{D45E27EA-DD4D-4D45-862C-047E4343F027}"/>
          </ac:picMkLst>
        </pc:pic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6" creationId="{204BFCAE-8B3C-3C4C-8919-AE93892A2D4A}"/>
          </ac:picMkLst>
        </pc:picChg>
      </pc:sldChg>
      <pc:sldChg chg="modSp add del mod">
        <pc:chgData name="Ivan Damnjanovic" userId="ac64187cd8522d98" providerId="LiveId" clId="{EE58FB6E-C789-424E-B3E5-404F60AE9177}" dt="2020-10-31T08:49:12.791" v="324" actId="2696"/>
        <pc:sldMkLst>
          <pc:docMk/>
          <pc:sldMk cId="[redacted]" sldId="305"/>
        </pc:sldMkLst>
        <pc:spChg chg="mod">
          <ac:chgData name="Ivan Damnjanovic" userId="ac64187cd8522d98" providerId="LiveId" clId="{EE58FB6E-C789-424E-B3E5-404F60AE9177}" dt="2020-10-30T21:33:56.721" v="179" actId="20577"/>
          <ac:spMkLst>
            <pc:docMk/>
            <pc:sldMk cId="[redacted]" sldId="305"/>
            <ac:spMk id="2" creationId="{44E3AFCC-A3B7-DE4A-908D-49B251BF36E0}"/>
          </ac:spMkLst>
        </pc:spChg>
      </pc:sldChg>
      <pc:sldChg chg="modSp add del mod modNotesTx">
        <pc:chgData name="Ivan Damnjanovic" userId="ac64187cd8522d98" providerId="LiveId" clId="{EE58FB6E-C789-424E-B3E5-404F60AE9177}" dt="2020-10-31T19:15:15.555" v="1169" actId="2696"/>
        <pc:sldMkLst>
          <pc:docMk/>
          <pc:sldMk cId="[redacted]" sldId="306"/>
        </pc:sldMkLst>
        <pc:spChg chg="mod">
          <ac:chgData name="Ivan Damnjanovic" userId="ac64187cd8522d98" providerId="LiveId" clId="{EE58FB6E-C789-424E-B3E5-404F60AE9177}" dt="2020-10-31T09:16:07.231" v="954" actId="20577"/>
          <ac:spMkLst>
            <pc:docMk/>
            <pc:sldMk cId="[redacted]" sldId="306"/>
            <ac:spMk id="7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7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7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81" creationId="{00000000-0000-0000-0000-000000000000}"/>
          </ac:spMkLst>
        </pc:spChg>
        <pc:graphicFrameChg chg="mod modGraphic">
          <ac:chgData name="Ivan Damnjanovic" userId="ac64187cd8522d98" providerId="LiveId" clId="{EE58FB6E-C789-424E-B3E5-404F60AE9177}" dt="2020-10-31T16:20:33.904" v="1118" actId="403"/>
          <ac:graphicFrameMkLst>
            <pc:docMk/>
            <pc:sldMk cId="[redacted]" sldId="306"/>
            <ac:graphicFrameMk id="79" creationId="{00000000-0000-0000-0000-000000000000}"/>
          </ac:graphicFrameMkLst>
        </pc:graphicFrame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0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2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3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4" creationId="{00000000-0000-0000-0000-000000000000}"/>
          </ac:picMkLst>
        </pc:picChg>
      </pc:sldChg>
      <pc:sldChg chg="modSp add mod ord setBg modNotesTx">
        <pc:chgData name="Ivan Damnjanovic" userId="ac64187cd8522d98" providerId="LiveId" clId="{EE58FB6E-C789-424E-B3E5-404F60AE9177}" dt="2020-10-31T21:03:35.878" v="1889" actId="20577"/>
        <pc:sldMkLst>
          <pc:docMk/>
          <pc:sldMk cId="[redacted]" sldId="307"/>
        </pc:sldMkLst>
        <pc:spChg chg="mod">
          <ac:chgData name="Ivan Damnjanovic" userId="ac64187cd8522d98" providerId="LiveId" clId="{EE58FB6E-C789-424E-B3E5-404F60AE9177}" dt="2020-10-30T21:38:39.216" v="264"/>
          <ac:spMkLst>
            <pc:docMk/>
            <pc:sldMk cId="[redacted]" sldId="307"/>
            <ac:spMk id="189" creationId="{00000000-0000-0000-0000-000000000000}"/>
          </ac:spMkLst>
        </pc:spChg>
        <pc:graphicFrameChg chg="mod modGraphic">
          <ac:chgData name="Ivan Damnjanovic" userId="ac64187cd8522d98" providerId="LiveId" clId="{EE58FB6E-C789-424E-B3E5-404F60AE9177}" dt="2020-10-31T21:03:35.878" v="1889" actId="20577"/>
          <ac:graphicFrameMkLst>
            <pc:docMk/>
            <pc:sldMk cId="[redacted]" sldId="307"/>
            <ac:graphicFrameMk id="179" creationId="{00000000-0000-0000-0000-000000000000}"/>
          </ac:graphicFrameMkLst>
        </pc:graphicFrame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0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1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2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3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1T15:37:19.072" v="1114" actId="1036"/>
          <ac:picMkLst>
            <pc:docMk/>
            <pc:sldMk cId="[redacted]" sldId="307"/>
            <ac:picMk id="184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5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6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1T15:37:19.072" v="1114" actId="1036"/>
          <ac:picMkLst>
            <pc:docMk/>
            <pc:sldMk cId="[redacted]" sldId="307"/>
            <ac:picMk id="187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8" creationId="{00000000-0000-0000-0000-000000000000}"/>
          </ac:picMkLst>
        </pc:pic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0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1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2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3" creationId="{00000000-0000-0000-0000-000000000000}"/>
          </ac:cxnSpMkLst>
        </pc:cxnChg>
      </pc:sldChg>
      <pc:sldChg chg="addSp delSp modSp new mod modClrScheme chgLayout">
        <pc:chgData name="Ivan Damnjanovic" userId="ac64187cd8522d98" providerId="LiveId" clId="{EE58FB6E-C789-424E-B3E5-404F60AE9177}" dt="2020-10-31T20:39:10.347" v="1739" actId="14100"/>
        <pc:sldMkLst>
          <pc:docMk/>
          <pc:sldMk cId="[redacted]" sldId="308"/>
        </pc:sldMkLst>
        <pc:spChg chg="add mod ord">
          <ac:chgData name="Ivan Damnjanovic" userId="ac64187cd8522d98" providerId="LiveId" clId="{EE58FB6E-C789-424E-B3E5-404F60AE9177}" dt="2020-10-31T20:38:38.045" v="1735" actId="700"/>
          <ac:spMkLst>
            <pc:docMk/>
            <pc:sldMk cId="[redacted]" sldId="308"/>
            <ac:spMk id="2" creationId="{CA2C8FD2-2625-B84D-AA4C-8328E3768912}"/>
          </ac:spMkLst>
        </pc:spChg>
        <pc:spChg chg="add del mod ord">
          <ac:chgData name="Ivan Damnjanovic" userId="ac64187cd8522d98" providerId="LiveId" clId="{EE58FB6E-C789-424E-B3E5-404F60AE9177}" dt="2020-10-31T20:38:38.045" v="1735" actId="700"/>
          <ac:spMkLst>
            <pc:docMk/>
            <pc:sldMk cId="[redacted]" sldId="308"/>
            <ac:spMk id="8" creationId="{376945CC-5BE0-0E45-A80B-8C8E4DB67BD5}"/>
          </ac:spMkLst>
        </pc:spChg>
        <pc:picChg chg="add del mod">
          <ac:chgData name="Ivan Damnjanovic" userId="ac64187cd8522d98" providerId="LiveId" clId="{EE58FB6E-C789-424E-B3E5-404F60AE9177}" dt="2020-10-31T09:07:58.692" v="640" actId="478"/>
          <ac:picMkLst>
            <pc:docMk/>
            <pc:sldMk cId="[redacted]" sldId="308"/>
            <ac:picMk id="3" creationId="{0A384DAD-E7E3-3246-B2D9-BBA10BC00BD9}"/>
          </ac:picMkLst>
        </pc:picChg>
        <pc:picChg chg="add del mod">
          <ac:chgData name="Ivan Damnjanovic" userId="ac64187cd8522d98" providerId="LiveId" clId="{EE58FB6E-C789-424E-B3E5-404F60AE9177}" dt="2020-10-31T20:16:23.045" v="1723" actId="478"/>
          <ac:picMkLst>
            <pc:docMk/>
            <pc:sldMk cId="[redacted]" sldId="308"/>
            <ac:picMk id="4" creationId="{0E500EB0-BEC2-7843-A260-0B740CE3FC5D}"/>
          </ac:picMkLst>
        </pc:picChg>
        <pc:picChg chg="add del mod">
          <ac:chgData name="Ivan Damnjanovic" userId="ac64187cd8522d98" providerId="LiveId" clId="{EE58FB6E-C789-424E-B3E5-404F60AE9177}" dt="2020-10-31T20:37:53.745" v="1727" actId="478"/>
          <ac:picMkLst>
            <pc:docMk/>
            <pc:sldMk cId="[redacted]" sldId="308"/>
            <ac:picMk id="5" creationId="{5478CA97-E4F1-4A4C-8538-2B41A0815303}"/>
          </ac:picMkLst>
        </pc:picChg>
        <pc:picChg chg="add mod">
          <ac:chgData name="Ivan Damnjanovic" userId="ac64187cd8522d98" providerId="LiveId" clId="{EE58FB6E-C789-424E-B3E5-404F60AE9177}" dt="2020-10-31T20:39:10.347" v="1739" actId="14100"/>
          <ac:picMkLst>
            <pc:docMk/>
            <pc:sldMk cId="[redacted]" sldId="308"/>
            <ac:picMk id="7" creationId="{740EE88D-1A19-4642-923D-6AC4BFD31FD8}"/>
          </ac:picMkLst>
        </pc:picChg>
      </pc:sldChg>
      <pc:sldChg chg="addSp delSp modSp new del mod modClrScheme chgLayout">
        <pc:chgData name="Ivan Damnjanovic" userId="ac64187cd8522d98" providerId="LiveId" clId="{EE58FB6E-C789-424E-B3E5-404F60AE9177}" dt="2020-10-31T19:27:38.166" v="1551" actId="2696"/>
        <pc:sldMkLst>
          <pc:docMk/>
          <pc:sldMk cId="1962709831" sldId="309"/>
        </pc:sldMkLst>
        <pc:spChg chg="del mod ord">
          <ac:chgData name="Ivan Damnjanovic" userId="ac64187cd8522d98" providerId="LiveId" clId="{EE58FB6E-C789-424E-B3E5-404F60AE9177}" dt="2020-10-31T08:49:55.622" v="345" actId="700"/>
          <ac:spMkLst>
            <pc:docMk/>
            <pc:sldMk cId="1962709831" sldId="309"/>
            <ac:spMk id="2" creationId="{E6F0ADFD-BB45-8840-95DC-F316863E07C3}"/>
          </ac:spMkLst>
        </pc:spChg>
        <pc:spChg chg="add mod ord">
          <ac:chgData name="Ivan Damnjanovic" userId="ac64187cd8522d98" providerId="LiveId" clId="{EE58FB6E-C789-424E-B3E5-404F60AE9177}" dt="2020-10-31T08:49:59.167" v="354" actId="207"/>
          <ac:spMkLst>
            <pc:docMk/>
            <pc:sldMk cId="1962709831" sldId="309"/>
            <ac:spMk id="3" creationId="{9EA47001-5278-E149-8D82-82F005D0FC96}"/>
          </ac:spMkLst>
        </pc:spChg>
        <pc:spChg chg="add del mod ord">
          <ac:chgData name="Ivan Damnjanovic" userId="ac64187cd8522d98" providerId="LiveId" clId="{EE58FB6E-C789-424E-B3E5-404F60AE9177}" dt="2020-10-31T08:50:02.772" v="355" actId="478"/>
          <ac:spMkLst>
            <pc:docMk/>
            <pc:sldMk cId="1962709831" sldId="309"/>
            <ac:spMk id="4" creationId="{B2424601-0C57-3849-85A6-8CB6139C2FCE}"/>
          </ac:spMkLst>
        </pc:spChg>
      </pc:sldChg>
      <pc:sldChg chg="modSp new del mod">
        <pc:chgData name="Ivan Damnjanovic" userId="ac64187cd8522d98" providerId="LiveId" clId="{EE58FB6E-C789-424E-B3E5-404F60AE9177}" dt="2020-10-31T09:11:54.238" v="777" actId="2696"/>
        <pc:sldMkLst>
          <pc:docMk/>
          <pc:sldMk cId="1424570238" sldId="310"/>
        </pc:sldMkLst>
        <pc:spChg chg="mod">
          <ac:chgData name="Ivan Damnjanovic" userId="ac64187cd8522d98" providerId="LiveId" clId="{EE58FB6E-C789-424E-B3E5-404F60AE9177}" dt="2020-10-31T08:53:51.391" v="432" actId="20577"/>
          <ac:spMkLst>
            <pc:docMk/>
            <pc:sldMk cId="1424570238" sldId="310"/>
            <ac:spMk id="2" creationId="{01CFFB22-98D7-BF4C-97CC-6C3354451AA6}"/>
          </ac:spMkLst>
        </pc:spChg>
      </pc:sldChg>
      <pc:sldChg chg="addSp modSp add del mod">
        <pc:chgData name="Ivan Damnjanovic" userId="ac64187cd8522d98" providerId="LiveId" clId="{EE58FB6E-C789-424E-B3E5-404F60AE9177}" dt="2020-10-31T19:25:47.226" v="1523" actId="2696"/>
        <pc:sldMkLst>
          <pc:docMk/>
          <pc:sldMk cId="432740962" sldId="311"/>
        </pc:sldMkLst>
        <pc:spChg chg="mod">
          <ac:chgData name="Ivan Damnjanovic" userId="ac64187cd8522d98" providerId="LiveId" clId="{EE58FB6E-C789-424E-B3E5-404F60AE9177}" dt="2020-10-31T08:53:55.494" v="443" actId="20577"/>
          <ac:spMkLst>
            <pc:docMk/>
            <pc:sldMk cId="432740962" sldId="311"/>
            <ac:spMk id="2" creationId="{01CFFB22-98D7-BF4C-97CC-6C3354451AA6}"/>
          </ac:spMkLst>
        </pc:spChg>
        <pc:spChg chg="add mod">
          <ac:chgData name="Ivan Damnjanovic" userId="ac64187cd8522d98" providerId="LiveId" clId="{EE58FB6E-C789-424E-B3E5-404F60AE9177}" dt="2020-10-31T19:24:35.285" v="1421" actId="5793"/>
          <ac:spMkLst>
            <pc:docMk/>
            <pc:sldMk cId="432740962" sldId="311"/>
            <ac:spMk id="3" creationId="{86F70A67-5CB8-3644-8325-8D4BA04B7C70}"/>
          </ac:spMkLst>
        </pc:spChg>
      </pc:sldChg>
      <pc:sldChg chg="modSp add del mod">
        <pc:chgData name="Ivan Damnjanovic" userId="ac64187cd8522d98" providerId="LiveId" clId="{EE58FB6E-C789-424E-B3E5-404F60AE9177}" dt="2020-10-31T19:25:11.479" v="1501" actId="2696"/>
        <pc:sldMkLst>
          <pc:docMk/>
          <pc:sldMk cId="[redacted]" sldId="312"/>
        </pc:sldMkLst>
        <pc:spChg chg="mod">
          <ac:chgData name="Ivan Damnjanovic" userId="ac64187cd8522d98" providerId="LiveId" clId="{EE58FB6E-C789-424E-B3E5-404F60AE9177}" dt="2020-10-31T08:54:00.638" v="452" actId="20577"/>
          <ac:spMkLst>
            <pc:docMk/>
            <pc:sldMk cId="[redacted]" sldId="312"/>
            <ac:spMk id="2" creationId="{01CFFB22-98D7-BF4C-97CC-6C3354451AA6}"/>
          </ac:spMkLst>
        </pc:spChg>
      </pc:sldChg>
      <pc:sldChg chg="modSp new mod">
        <pc:chgData name="Ivan Damnjanovic" userId="ac64187cd8522d98" providerId="LiveId" clId="{EE58FB6E-C789-424E-B3E5-404F60AE9177}" dt="2020-10-31T08:54:03.838" v="457" actId="20577"/>
        <pc:sldMkLst>
          <pc:docMk/>
          <pc:sldMk cId="593801365" sldId="313"/>
        </pc:sldMkLst>
        <pc:spChg chg="mod">
          <ac:chgData name="Ivan Damnjanovic" userId="ac64187cd8522d98" providerId="LiveId" clId="{EE58FB6E-C789-424E-B3E5-404F60AE9177}" dt="2020-10-31T08:54:03.838" v="457" actId="20577"/>
          <ac:spMkLst>
            <pc:docMk/>
            <pc:sldMk cId="593801365" sldId="313"/>
            <ac:spMk id="2" creationId="{7963511D-699A-DE4D-B307-03AF3B5E0AD6}"/>
          </ac:spMkLst>
        </pc:spChg>
      </pc:sldChg>
      <pc:sldChg chg="new del">
        <pc:chgData name="Ivan Damnjanovic" userId="ac64187cd8522d98" providerId="LiveId" clId="{EE58FB6E-C789-424E-B3E5-404F60AE9177}" dt="2020-10-31T08:58:19.742" v="500" actId="2696"/>
        <pc:sldMkLst>
          <pc:docMk/>
          <pc:sldMk cId="[redacted]" sldId="314"/>
        </pc:sldMkLst>
      </pc:sldChg>
      <pc:sldChg chg="addSp delSp modSp add mod modNotesTx">
        <pc:chgData name="Ivan Damnjanovic" userId="ac64187cd8522d98" providerId="LiveId" clId="{EE58FB6E-C789-424E-B3E5-404F60AE9177}" dt="2020-10-31T14:45:35.957" v="1095" actId="1076"/>
        <pc:sldMkLst>
          <pc:docMk/>
          <pc:sldMk cId="1198535693" sldId="315"/>
        </pc:sldMkLst>
        <pc:spChg chg="add del mod">
          <ac:chgData name="Ivan Damnjanovic" userId="ac64187cd8522d98" providerId="LiveId" clId="{EE58FB6E-C789-424E-B3E5-404F60AE9177}" dt="2020-10-31T08:55:21.325" v="461" actId="478"/>
          <ac:spMkLst>
            <pc:docMk/>
            <pc:sldMk cId="1198535693" sldId="315"/>
            <ac:spMk id="3" creationId="{FE41C9CB-DFD3-144A-93AA-33544213F70D}"/>
          </ac:spMkLst>
        </pc:spChg>
        <pc:spChg chg="add del mod">
          <ac:chgData name="Ivan Damnjanovic" userId="ac64187cd8522d98" providerId="LiveId" clId="{EE58FB6E-C789-424E-B3E5-404F60AE9177}" dt="2020-10-31T08:56:25.611" v="472" actId="478"/>
          <ac:spMkLst>
            <pc:docMk/>
            <pc:sldMk cId="1198535693" sldId="315"/>
            <ac:spMk id="5" creationId="{6A1FFC3A-C21A-6146-A3AB-E24DB28B2809}"/>
          </ac:spMkLst>
        </pc:spChg>
        <pc:spChg chg="mod">
          <ac:chgData name="Ivan Damnjanovic" userId="ac64187cd8522d98" providerId="LiveId" clId="{EE58FB6E-C789-424E-B3E5-404F60AE9177}" dt="2020-10-31T08:56:55.802" v="491" actId="20577"/>
          <ac:spMkLst>
            <pc:docMk/>
            <pc:sldMk cId="1198535693" sldId="315"/>
            <ac:spMk id="32" creationId="{D459B1F3-1225-49D5-8231-1313FEBB7008}"/>
          </ac:spMkLst>
        </pc:spChg>
        <pc:picChg chg="add del mod">
          <ac:chgData name="Ivan Damnjanovic" userId="ac64187cd8522d98" providerId="LiveId" clId="{EE58FB6E-C789-424E-B3E5-404F60AE9177}" dt="2020-10-31T08:56:23.198" v="471" actId="931"/>
          <ac:picMkLst>
            <pc:docMk/>
            <pc:sldMk cId="1198535693" sldId="315"/>
            <ac:picMk id="8" creationId="{0EED7CA6-DF95-E74B-ACE3-1E0EFB3C5F85}"/>
          </ac:picMkLst>
        </pc:picChg>
        <pc:picChg chg="mod">
          <ac:chgData name="Ivan Damnjanovic" userId="ac64187cd8522d98" providerId="LiveId" clId="{EE58FB6E-C789-424E-B3E5-404F60AE9177}" dt="2020-10-31T14:45:35.957" v="1095" actId="1076"/>
          <ac:picMkLst>
            <pc:docMk/>
            <pc:sldMk cId="1198535693" sldId="315"/>
            <ac:picMk id="82" creationId="{CE6442E0-A2C0-447A-9A06-C06FFA2B4D46}"/>
          </ac:picMkLst>
        </pc:picChg>
        <pc:picChg chg="add del mod">
          <ac:chgData name="Ivan Damnjanovic" userId="ac64187cd8522d98" providerId="LiveId" clId="{EE58FB6E-C789-424E-B3E5-404F60AE9177}" dt="2020-10-31T08:55:25.605" v="463" actId="478"/>
          <ac:picMkLst>
            <pc:docMk/>
            <pc:sldMk cId="1198535693" sldId="315"/>
            <ac:picMk id="86" creationId="{FDFE3123-AAD9-497A-8EAF-49C674AB9B5E}"/>
          </ac:picMkLst>
        </pc:picChg>
      </pc:sldChg>
      <pc:sldChg chg="modSp add mod ord modClrScheme chgLayout">
        <pc:chgData name="Ivan Damnjanovic" userId="ac64187cd8522d98" providerId="LiveId" clId="{EE58FB6E-C789-424E-B3E5-404F60AE9177}" dt="2020-10-31T19:15:02.522" v="1168" actId="207"/>
        <pc:sldMkLst>
          <pc:docMk/>
          <pc:sldMk cId="[redacted]" sldId="316"/>
        </pc:sldMkLst>
        <pc:spChg chg="mod ord">
          <ac:chgData name="Ivan Damnjanovic" userId="ac64187cd8522d98" providerId="LiveId" clId="{EE58FB6E-C789-424E-B3E5-404F60AE9177}" dt="2020-10-31T19:15:02.522" v="1168" actId="207"/>
          <ac:spMkLst>
            <pc:docMk/>
            <pc:sldMk cId="[redacted]" sldId="316"/>
            <ac:spMk id="169" creationId="{00000000-0000-0000-0000-000000000000}"/>
          </ac:spMkLst>
        </pc:spChg>
      </pc:sldChg>
      <pc:sldChg chg="new del">
        <pc:chgData name="Ivan Damnjanovic" userId="ac64187cd8522d98" providerId="LiveId" clId="{EE58FB6E-C789-424E-B3E5-404F60AE9177}" dt="2020-10-31T09:00:30.484" v="503" actId="2696"/>
        <pc:sldMkLst>
          <pc:docMk/>
          <pc:sldMk cId="[redacted]" sldId="317"/>
        </pc:sldMkLst>
      </pc:sldChg>
      <pc:sldChg chg="modSp add mod setBg">
        <pc:chgData name="Ivan Damnjanovic" userId="ac64187cd8522d98" providerId="LiveId" clId="{EE58FB6E-C789-424E-B3E5-404F60AE9177}" dt="2020-10-31T19:37:17.133" v="1638" actId="1076"/>
        <pc:sldMkLst>
          <pc:docMk/>
          <pc:sldMk cId="[redacted]" sldId="339"/>
        </pc:sldMkLst>
        <pc:spChg chg="mod">
          <ac:chgData name="Ivan Damnjanovic" userId="ac64187cd8522d98" providerId="LiveId" clId="{EE58FB6E-C789-424E-B3E5-404F60AE9177}" dt="2020-10-31T19:37:17.133" v="1638" actId="1076"/>
          <ac:spMkLst>
            <pc:docMk/>
            <pc:sldMk cId="[redacted]" sldId="339"/>
            <ac:spMk id="5" creationId="{00000000-0000-0000-0000-000000000000}"/>
          </ac:spMkLst>
        </pc:spChg>
      </pc:sldChg>
      <pc:sldChg chg="delSp modSp add mod">
        <pc:chgData name="Ivan Damnjanovic" userId="ac64187cd8522d98" providerId="LiveId" clId="{EE58FB6E-C789-424E-B3E5-404F60AE9177}" dt="2020-10-31T19:22:18.965" v="1377" actId="242"/>
        <pc:sldMkLst>
          <pc:docMk/>
          <pc:sldMk cId="473494480" sldId="340"/>
        </pc:sldMkLst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1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21:06.407" v="1043" actId="20577"/>
          <ac:spMkLst>
            <pc:docMk/>
            <pc:sldMk cId="473494480" sldId="340"/>
            <ac:spMk id="1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1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19:22:18.965" v="1377" actId="242"/>
          <ac:spMkLst>
            <pc:docMk/>
            <pc:sldMk cId="473494480" sldId="340"/>
            <ac:spMk id="54" creationId="{8995B9E4-C6DF-F041-BF69-C0E812419E2A}"/>
          </ac:spMkLst>
        </pc:spChg>
        <pc:spChg chg="mod">
          <ac:chgData name="Ivan Damnjanovic" userId="ac64187cd8522d98" providerId="LiveId" clId="{EE58FB6E-C789-424E-B3E5-404F60AE9177}" dt="2020-10-31T09:12:36.529" v="786" actId="790"/>
          <ac:spMkLst>
            <pc:docMk/>
            <pc:sldMk cId="473494480" sldId="340"/>
            <ac:spMk id="55" creationId="{7B3FC984-E50B-8F4C-8628-3A72417DDE21}"/>
          </ac:spMkLst>
        </pc:spChg>
        <pc:spChg chg="del">
          <ac:chgData name="Ivan Damnjanovic" userId="ac64187cd8522d98" providerId="LiveId" clId="{EE58FB6E-C789-424E-B3E5-404F60AE9177}" dt="2020-10-31T09:00:38.509" v="506" actId="478"/>
          <ac:spMkLst>
            <pc:docMk/>
            <pc:sldMk cId="473494480" sldId="340"/>
            <ac:spMk id="57" creationId="{8E6BAEA2-D8A4-844C-A489-C8D053CBD5BA}"/>
          </ac:spMkLst>
        </pc:spChg>
      </pc:sldChg>
      <pc:sldChg chg="add del">
        <pc:chgData name="Ivan Damnjanovic" userId="ac64187cd8522d98" providerId="LiveId" clId="{EE58FB6E-C789-424E-B3E5-404F60AE9177}" dt="2020-10-31T09:08:06.623" v="641" actId="2696"/>
        <pc:sldMkLst>
          <pc:docMk/>
          <pc:sldMk cId="236503410" sldId="341"/>
        </pc:sldMkLst>
      </pc:sldChg>
      <pc:sldChg chg="add del">
        <pc:chgData name="Ivan Damnjanovic" userId="ac64187cd8522d98" providerId="LiveId" clId="{EE58FB6E-C789-424E-B3E5-404F60AE9177}" dt="2020-10-31T09:01:59.069" v="515"/>
        <pc:sldMkLst>
          <pc:docMk/>
          <pc:sldMk cId="873353155" sldId="341"/>
        </pc:sldMkLst>
      </pc:sldChg>
      <pc:sldChg chg="addSp modSp new del mod modClrScheme chgLayout">
        <pc:chgData name="Ivan Damnjanovic" userId="ac64187cd8522d98" providerId="LiveId" clId="{EE58FB6E-C789-424E-B3E5-404F60AE9177}" dt="2020-10-31T19:30:05.070" v="1568" actId="2696"/>
        <pc:sldMkLst>
          <pc:docMk/>
          <pc:sldMk cId="[redacted]" sldId="341"/>
        </pc:sldMkLst>
        <pc:spChg chg="mod ord">
          <ac:chgData name="Ivan Damnjanovic" userId="ac64187cd8522d98" providerId="LiveId" clId="{EE58FB6E-C789-424E-B3E5-404F60AE9177}" dt="2020-10-31T09:09:00.769" v="687" actId="207"/>
          <ac:spMkLst>
            <pc:docMk/>
            <pc:sldMk cId="[redacted]" sldId="341"/>
            <ac:spMk id="2" creationId="{085A3C7C-5423-2B4C-A78F-B7BA537F52BB}"/>
          </ac:spMkLst>
        </pc:spChg>
        <pc:spChg chg="add mod ord">
          <ac:chgData name="Ivan Damnjanovic" userId="ac64187cd8522d98" providerId="LiveId" clId="{EE58FB6E-C789-424E-B3E5-404F60AE9177}" dt="2020-10-31T19:30:03.179" v="1567" actId="21"/>
          <ac:spMkLst>
            <pc:docMk/>
            <pc:sldMk cId="[redacted]" sldId="341"/>
            <ac:spMk id="3" creationId="{14FCDDAB-1946-6345-B308-8CE48E374FDE}"/>
          </ac:spMkLst>
        </pc:spChg>
      </pc:sldChg>
      <pc:sldChg chg="add del">
        <pc:chgData name="Ivan Damnjanovic" userId="ac64187cd8522d98" providerId="LiveId" clId="{EE58FB6E-C789-424E-B3E5-404F60AE9177}" dt="2020-10-31T09:02:03.764" v="517" actId="2696"/>
        <pc:sldMkLst>
          <pc:docMk/>
          <pc:sldMk cId="[redacted]" sldId="341"/>
        </pc:sldMkLst>
      </pc:sldChg>
      <pc:sldChg chg="modSp add mod modClrScheme chgLayout">
        <pc:chgData name="Ivan Damnjanovic" userId="ac64187cd8522d98" providerId="LiveId" clId="{EE58FB6E-C789-424E-B3E5-404F60AE9177}" dt="2020-10-31T21:01:18.131" v="1756" actId="207"/>
        <pc:sldMkLst>
          <pc:docMk/>
          <pc:sldMk cId="493453304" sldId="342"/>
        </pc:sldMkLst>
        <pc:spChg chg="mod ord">
          <ac:chgData name="Ivan Damnjanovic" userId="ac64187cd8522d98" providerId="LiveId" clId="{EE58FB6E-C789-424E-B3E5-404F60AE9177}" dt="2020-10-31T09:10:04.138" v="735" actId="20577"/>
          <ac:spMkLst>
            <pc:docMk/>
            <pc:sldMk cId="493453304" sldId="342"/>
            <ac:spMk id="14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01:18.131" v="1756" actId="207"/>
          <ac:spMkLst>
            <pc:docMk/>
            <pc:sldMk cId="493453304" sldId="342"/>
            <ac:spMk id="145" creationId="{00000000-0000-0000-0000-000000000000}"/>
          </ac:spMkLst>
        </pc:spChg>
      </pc:sldChg>
      <pc:sldChg chg="addSp delSp modSp add mod modClrScheme chgLayout">
        <pc:chgData name="Ivan Damnjanovic" userId="ac64187cd8522d98" providerId="LiveId" clId="{EE58FB6E-C789-424E-B3E5-404F60AE9177}" dt="2020-10-31T21:01:29.666" v="1760" actId="14100"/>
        <pc:sldMkLst>
          <pc:docMk/>
          <pc:sldMk cId="[redacted]" sldId="343"/>
        </pc:sldMkLst>
        <pc:spChg chg="add mod">
          <ac:chgData name="Ivan Damnjanovic" userId="ac64187cd8522d98" providerId="LiveId" clId="{EE58FB6E-C789-424E-B3E5-404F60AE9177}" dt="2020-10-31T21:01:22.813" v="1758"/>
          <ac:spMkLst>
            <pc:docMk/>
            <pc:sldMk cId="[redacted]" sldId="343"/>
            <ac:spMk id="6" creationId="{BECEE034-68B5-EB40-8A1F-5F055849E7E3}"/>
          </ac:spMkLst>
        </pc:spChg>
        <pc:spChg chg="mod ord">
          <ac:chgData name="Ivan Damnjanovic" userId="ac64187cd8522d98" providerId="LiveId" clId="{EE58FB6E-C789-424E-B3E5-404F60AE9177}" dt="2020-10-31T09:10:10.201" v="752" actId="20577"/>
          <ac:spMkLst>
            <pc:docMk/>
            <pc:sldMk cId="[redacted]" sldId="343"/>
            <ac:spMk id="15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01:29.666" v="1760" actId="14100"/>
          <ac:spMkLst>
            <pc:docMk/>
            <pc:sldMk cId="[redacted]" sldId="343"/>
            <ac:spMk id="154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1:22.458" v="1757" actId="478"/>
          <ac:spMkLst>
            <pc:docMk/>
            <pc:sldMk cId="[redacted]" sldId="343"/>
            <ac:spMk id="155" creationId="{00000000-0000-0000-0000-000000000000}"/>
          </ac:spMkLst>
        </pc:spChg>
        <pc:picChg chg="mod">
          <ac:chgData name="Ivan Damnjanovic" userId="ac64187cd8522d98" providerId="LiveId" clId="{EE58FB6E-C789-424E-B3E5-404F60AE9177}" dt="2020-10-31T21:01:26.330" v="1759" actId="1076"/>
          <ac:picMkLst>
            <pc:docMk/>
            <pc:sldMk cId="[redacted]" sldId="343"/>
            <ac:picMk id="153" creationId="{00000000-0000-0000-0000-000000000000}"/>
          </ac:picMkLst>
        </pc:picChg>
      </pc:sldChg>
      <pc:sldChg chg="addSp delSp modSp add mod modClrScheme chgLayout">
        <pc:chgData name="Ivan Damnjanovic" userId="ac64187cd8522d98" providerId="LiveId" clId="{EE58FB6E-C789-424E-B3E5-404F60AE9177}" dt="2020-10-31T21:10:11.179" v="1906" actId="1076"/>
        <pc:sldMkLst>
          <pc:docMk/>
          <pc:sldMk cId="1151085403" sldId="344"/>
        </pc:sldMkLst>
        <pc:spChg chg="mod ord">
          <ac:chgData name="Ivan Damnjanovic" userId="ac64187cd8522d98" providerId="LiveId" clId="{EE58FB6E-C789-424E-B3E5-404F60AE9177}" dt="2020-10-31T09:14:28.689" v="827" actId="20577"/>
          <ac:spMkLst>
            <pc:docMk/>
            <pc:sldMk cId="1151085403" sldId="344"/>
            <ac:spMk id="117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0:47.118" v="1753" actId="478"/>
          <ac:spMkLst>
            <pc:docMk/>
            <pc:sldMk cId="1151085403" sldId="344"/>
            <ac:spMk id="118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0:47.118" v="1753" actId="478"/>
          <ac:spMkLst>
            <pc:docMk/>
            <pc:sldMk cId="1151085403" sldId="344"/>
            <ac:spMk id="119" creationId="{00000000-0000-0000-0000-000000000000}"/>
          </ac:spMkLst>
        </pc:spChg>
        <pc:picChg chg="add del mod">
          <ac:chgData name="Ivan Damnjanovic" userId="ac64187cd8522d98" providerId="LiveId" clId="{EE58FB6E-C789-424E-B3E5-404F60AE9177}" dt="2020-10-31T21:09:36.999" v="1897" actId="478"/>
          <ac:picMkLst>
            <pc:docMk/>
            <pc:sldMk cId="1151085403" sldId="344"/>
            <ac:picMk id="3" creationId="{FDCF9FA5-A8C5-F147-811C-8F40A19FF28F}"/>
          </ac:picMkLst>
        </pc:picChg>
        <pc:picChg chg="add mod">
          <ac:chgData name="Ivan Damnjanovic" userId="ac64187cd8522d98" providerId="LiveId" clId="{EE58FB6E-C789-424E-B3E5-404F60AE9177}" dt="2020-10-31T21:10:11.179" v="1906" actId="1076"/>
          <ac:picMkLst>
            <pc:docMk/>
            <pc:sldMk cId="1151085403" sldId="344"/>
            <ac:picMk id="5" creationId="{EC5AE4AF-6D2F-1F47-84B0-75AE33F168DA}"/>
          </ac:picMkLst>
        </pc:picChg>
        <pc:picChg chg="del">
          <ac:chgData name="Ivan Damnjanovic" userId="ac64187cd8522d98" providerId="LiveId" clId="{EE58FB6E-C789-424E-B3E5-404F60AE9177}" dt="2020-10-31T21:00:48.725" v="1754" actId="478"/>
          <ac:picMkLst>
            <pc:docMk/>
            <pc:sldMk cId="1151085403" sldId="344"/>
            <ac:picMk id="116" creationId="{00000000-0000-0000-0000-000000000000}"/>
          </ac:picMkLst>
        </pc:picChg>
      </pc:sldChg>
      <pc:sldChg chg="addSp delSp modSp add mod">
        <pc:chgData name="Ivan Damnjanovic" userId="ac64187cd8522d98" providerId="LiveId" clId="{EE58FB6E-C789-424E-B3E5-404F60AE9177}" dt="2020-10-31T19:25:04.522" v="1500" actId="20577"/>
        <pc:sldMkLst>
          <pc:docMk/>
          <pc:sldMk cId="427404093" sldId="345"/>
        </pc:sldMkLst>
        <pc:spChg chg="add mod">
          <ac:chgData name="Ivan Damnjanovic" userId="ac64187cd8522d98" providerId="LiveId" clId="{EE58FB6E-C789-424E-B3E5-404F60AE9177}" dt="2020-10-31T19:25:04.522" v="1500" actId="20577"/>
          <ac:spMkLst>
            <pc:docMk/>
            <pc:sldMk cId="427404093" sldId="345"/>
            <ac:spMk id="2" creationId="{803552ED-780B-BF4D-926D-55232410A9EC}"/>
          </ac:spMkLst>
        </pc:spChg>
        <pc:spChg chg="mod">
          <ac:chgData name="Ivan Damnjanovic" userId="ac64187cd8522d98" providerId="LiveId" clId="{EE58FB6E-C789-424E-B3E5-404F60AE9177}" dt="2020-10-31T09:20:16.736" v="1035" actId="20577"/>
          <ac:spMkLst>
            <pc:docMk/>
            <pc:sldMk cId="427404093" sldId="345"/>
            <ac:spMk id="246" creationId="{00000000-0000-0000-0000-000000000000}"/>
          </ac:spMkLst>
        </pc:spChg>
        <pc:graphicFrameChg chg="del mod modGraphic">
          <ac:chgData name="Ivan Damnjanovic" userId="ac64187cd8522d98" providerId="LiveId" clId="{EE58FB6E-C789-424E-B3E5-404F60AE9177}" dt="2020-10-31T19:23:38.861" v="1398" actId="478"/>
          <ac:graphicFrameMkLst>
            <pc:docMk/>
            <pc:sldMk cId="427404093" sldId="345"/>
            <ac:graphicFrameMk id="247" creationId="{00000000-0000-0000-0000-000000000000}"/>
          </ac:graphicFrameMkLst>
        </pc:graphicFrameChg>
      </pc:sldChg>
      <pc:sldChg chg="modSp add del">
        <pc:chgData name="Ivan Damnjanovic" userId="ac64187cd8522d98" providerId="LiveId" clId="{EE58FB6E-C789-424E-B3E5-404F60AE9177}" dt="2020-10-31T09:11:28.914" v="759"/>
        <pc:sldMkLst>
          <pc:docMk/>
          <pc:sldMk cId="[redacted]" sldId="345"/>
        </pc:sldMkLst>
        <pc:graphicFrameChg chg="mod">
          <ac:chgData name="Ivan Damnjanovic" userId="ac64187cd8522d98" providerId="LiveId" clId="{EE58FB6E-C789-424E-B3E5-404F60AE9177}" dt="2020-10-31T09:11:25.829" v="758"/>
          <ac:graphicFrameMkLst>
            <pc:docMk/>
            <pc:sldMk cId="[redacted]" sldId="345"/>
            <ac:graphicFrameMk id="247" creationId="{00000000-0000-0000-0000-000000000000}"/>
          </ac:graphicFrameMkLst>
        </pc:graphicFrameChg>
      </pc:sldChg>
      <pc:sldChg chg="addSp modSp add mod">
        <pc:chgData name="Ivan Damnjanovic" userId="ac64187cd8522d98" providerId="LiveId" clId="{EE58FB6E-C789-424E-B3E5-404F60AE9177}" dt="2020-10-31T19:36:22.628" v="1620" actId="20577"/>
        <pc:sldMkLst>
          <pc:docMk/>
          <pc:sldMk cId="1575612198" sldId="346"/>
        </pc:sldMkLst>
        <pc:spChg chg="mod">
          <ac:chgData name="Ivan Damnjanovic" userId="ac64187cd8522d98" providerId="LiveId" clId="{EE58FB6E-C789-424E-B3E5-404F60AE9177}" dt="2020-10-31T19:25:37.614" v="1519" actId="20577"/>
          <ac:spMkLst>
            <pc:docMk/>
            <pc:sldMk cId="1575612198" sldId="346"/>
            <ac:spMk id="4" creationId="{58F5DB2B-E0FE-4170-B5DC-D1A3081F238B}"/>
          </ac:spMkLst>
        </pc:spChg>
        <pc:spChg chg="add mod">
          <ac:chgData name="Ivan Damnjanovic" userId="ac64187cd8522d98" providerId="LiveId" clId="{EE58FB6E-C789-424E-B3E5-404F60AE9177}" dt="2020-10-31T19:36:22.628" v="1620" actId="20577"/>
          <ac:spMkLst>
            <pc:docMk/>
            <pc:sldMk cId="1575612198" sldId="346"/>
            <ac:spMk id="61" creationId="{76893147-D721-BD4A-AC23-0E8DA5FB5B8C}"/>
          </ac:spMkLst>
        </pc:spChg>
      </pc:sldChg>
      <pc:sldChg chg="modSp add del mod">
        <pc:chgData name="Ivan Damnjanovic" userId="ac64187cd8522d98" providerId="LiveId" clId="{EE58FB6E-C789-424E-B3E5-404F60AE9177}" dt="2020-10-31T09:20:11.486" v="1030" actId="2696"/>
        <pc:sldMkLst>
          <pc:docMk/>
          <pc:sldMk cId="[redacted]" sldId="346"/>
        </pc:sldMkLst>
        <pc:spChg chg="mod">
          <ac:chgData name="Ivan Damnjanovic" userId="ac64187cd8522d98" providerId="LiveId" clId="{EE58FB6E-C789-424E-B3E5-404F60AE9177}" dt="2020-10-31T09:11:52.351" v="776" actId="20577"/>
          <ac:spMkLst>
            <pc:docMk/>
            <pc:sldMk cId="[redacted]" sldId="346"/>
            <ac:spMk id="2" creationId="{01CFFB22-98D7-BF4C-97CC-6C3354451AA6}"/>
          </ac:spMkLst>
        </pc:spChg>
      </pc:sldChg>
      <pc:sldChg chg="delSp modSp add del mod">
        <pc:chgData name="Ivan Damnjanovic" userId="ac64187cd8522d98" providerId="LiveId" clId="{EE58FB6E-C789-424E-B3E5-404F60AE9177}" dt="2020-10-31T18:45:46.050" v="1119" actId="2696"/>
        <pc:sldMkLst>
          <pc:docMk/>
          <pc:sldMk cId="531581402" sldId="347"/>
        </pc:sldMkLst>
        <pc:spChg chg="mod">
          <ac:chgData name="Ivan Damnjanovic" userId="ac64187cd8522d98" providerId="LiveId" clId="{EE58FB6E-C789-424E-B3E5-404F60AE9177}" dt="2020-10-31T09:15:59.447" v="936" actId="20577"/>
          <ac:spMkLst>
            <pc:docMk/>
            <pc:sldMk cId="531581402" sldId="347"/>
            <ac:spMk id="42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15:34:45.814" v="1107" actId="1076"/>
          <ac:spMkLst>
            <pc:docMk/>
            <pc:sldMk cId="531581402" sldId="347"/>
            <ac:spMk id="426" creationId="{00000000-0000-0000-0000-000000000000}"/>
          </ac:spMkLst>
        </pc:spChg>
        <pc:graphicFrameChg chg="del mod modGraphic">
          <ac:chgData name="Ivan Damnjanovic" userId="ac64187cd8522d98" providerId="LiveId" clId="{EE58FB6E-C789-424E-B3E5-404F60AE9177}" dt="2020-10-31T15:34:37.339" v="1105" actId="478"/>
          <ac:graphicFrameMkLst>
            <pc:docMk/>
            <pc:sldMk cId="531581402" sldId="347"/>
            <ac:graphicFrameMk id="427" creationId="{00000000-0000-0000-0000-000000000000}"/>
          </ac:graphicFrameMkLst>
        </pc:graphicFrameChg>
      </pc:sldChg>
      <pc:sldChg chg="modSp add del">
        <pc:chgData name="Ivan Damnjanovic" userId="ac64187cd8522d98" providerId="LiveId" clId="{EE58FB6E-C789-424E-B3E5-404F60AE9177}" dt="2020-10-31T09:15:03.475" v="829"/>
        <pc:sldMkLst>
          <pc:docMk/>
          <pc:sldMk cId="1992757279" sldId="347"/>
        </pc:sldMkLst>
        <pc:graphicFrameChg chg="mod">
          <ac:chgData name="Ivan Damnjanovic" userId="ac64187cd8522d98" providerId="LiveId" clId="{EE58FB6E-C789-424E-B3E5-404F60AE9177}" dt="2020-10-31T09:15:01.394" v="828"/>
          <ac:graphicFrameMkLst>
            <pc:docMk/>
            <pc:sldMk cId="1992757279" sldId="347"/>
            <ac:graphicFrameMk id="427" creationId="{00000000-0000-0000-0000-000000000000}"/>
          </ac:graphicFrameMkLst>
        </pc:graphicFrameChg>
      </pc:sldChg>
      <pc:sldChg chg="addSp modSp add del mod">
        <pc:chgData name="Ivan Damnjanovic" userId="ac64187cd8522d98" providerId="LiveId" clId="{EE58FB6E-C789-424E-B3E5-404F60AE9177}" dt="2020-10-31T21:02:13.986" v="1762" actId="2696"/>
        <pc:sldMkLst>
          <pc:docMk/>
          <pc:sldMk cId="[redacted]" sldId="347"/>
        </pc:sldMkLst>
        <pc:spChg chg="add mod">
          <ac:chgData name="Ivan Damnjanovic" userId="ac64187cd8522d98" providerId="LiveId" clId="{EE58FB6E-C789-424E-B3E5-404F60AE9177}" dt="2020-10-31T19:36:33.669" v="1632" actId="20577"/>
          <ac:spMkLst>
            <pc:docMk/>
            <pc:sldMk cId="[redacted]" sldId="347"/>
            <ac:spMk id="331" creationId="{5520C1B8-E2FD-7B42-817E-1D598C16FF95}"/>
          </ac:spMkLst>
        </pc:spChg>
        <pc:spChg chg="mod">
          <ac:chgData name="Ivan Damnjanovic" userId="ac64187cd8522d98" providerId="LiveId" clId="{EE58FB6E-C789-424E-B3E5-404F60AE9177}" dt="2020-10-31T19:26:32.849" v="1548" actId="20577"/>
          <ac:spMkLst>
            <pc:docMk/>
            <pc:sldMk cId="[redacted]" sldId="347"/>
            <ac:spMk id="528" creationId="{9EC8F686-ADF8-421E-B728-7F90318E9394}"/>
          </ac:spMkLst>
        </pc:spChg>
      </pc:sldChg>
      <pc:sldMasterChg chg="delSldLayout modSldLayout">
        <pc:chgData name="Ivan Damnjanovic" userId="ac64187cd8522d98" providerId="LiveId" clId="{EE58FB6E-C789-424E-B3E5-404F60AE9177}" dt="2020-10-31T08:58:06.114" v="495" actId="2696"/>
        <pc:sldMasterMkLst>
          <pc:docMk/>
          <pc:sldMasterMk cId="1082210236" sldId="[redacted]"/>
        </pc:sldMasterMkLst>
        <pc:sldLayoutChg chg="modSp mod">
          <pc:chgData name="Ivan Damnjanovic" userId="ac64187cd8522d98" providerId="LiveId" clId="{EE58FB6E-C789-424E-B3E5-404F60AE9177}" dt="2020-10-31T08:50:52.030" v="363" actId="207"/>
          <pc:sldLayoutMkLst>
            <pc:docMk/>
            <pc:sldMasterMk cId="1082210236" sldId="[redacted]"/>
            <pc:sldLayoutMk cId="560227783" sldId="[redacted]"/>
          </pc:sldLayoutMkLst>
          <pc:spChg chg="mod">
            <ac:chgData name="Ivan Damnjanovic" userId="ac64187cd8522d98" providerId="LiveId" clId="{EE58FB6E-C789-424E-B3E5-404F60AE9177}" dt="2020-10-31T08:50:49.932" v="362" actId="207"/>
            <ac:spMkLst>
              <pc:docMk/>
              <pc:sldMasterMk cId="1082210236" sldId="[redacted]"/>
              <pc:sldLayoutMk cId="560227783" sldId="[redacted]"/>
              <ac:spMk id="2" creationId="{9D975788-4FB1-4E71-906A-971F39E1CC69}"/>
            </ac:spMkLst>
          </pc:spChg>
          <pc:spChg chg="mod">
            <ac:chgData name="Ivan Damnjanovic" userId="ac64187cd8522d98" providerId="LiveId" clId="{EE58FB6E-C789-424E-B3E5-404F60AE9177}" dt="2020-10-31T08:50:52.030" v="363" actId="207"/>
            <ac:spMkLst>
              <pc:docMk/>
              <pc:sldMasterMk cId="1082210236" sldId="[redacted]"/>
              <pc:sldLayoutMk cId="560227783" sldId="[redacted]"/>
              <ac:spMk id="3" creationId="{3624F968-AD01-4281-9192-C1E0E25E6D0F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45.613" v="361" actId="207"/>
          <pc:sldLayoutMkLst>
            <pc:docMk/>
            <pc:sldMasterMk cId="1082210236" sldId="[redacted]"/>
            <pc:sldLayoutMk cId="1270511852" sldId="[redacted]"/>
          </pc:sldLayoutMkLst>
          <pc:spChg chg="mod">
            <ac:chgData name="Ivan Damnjanovic" userId="ac64187cd8522d98" providerId="LiveId" clId="{EE58FB6E-C789-424E-B3E5-404F60AE9177}" dt="2020-10-31T08:50:45.613" v="361" actId="207"/>
            <ac:spMkLst>
              <pc:docMk/>
              <pc:sldMasterMk cId="1082210236" sldId="[redacted]"/>
              <pc:sldLayoutMk cId="1270511852" sldId="[redacted]"/>
              <ac:spMk id="2" creationId="{30A58386-EA39-4D5B-9BBB-1151CD743834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40.874" v="360" actId="207"/>
          <pc:sldLayoutMkLst>
            <pc:docMk/>
            <pc:sldMasterMk cId="1082210236" sldId="[redacted]"/>
            <pc:sldLayoutMk cId="[redacted]" sldId="[redacted]"/>
          </pc:sldLayoutMkLst>
          <pc:spChg chg="mod">
            <ac:chgData name="Ivan Damnjanovic" userId="ac64187cd8522d98" providerId="LiveId" clId="{EE58FB6E-C789-424E-B3E5-404F60AE9177}" dt="2020-10-31T08:50:40.874" v="360" actId="207"/>
            <ac:spMkLst>
              <pc:docMk/>
              <pc:sldMasterMk cId="1082210236" sldId="[redacted]"/>
              <pc:sldLayoutMk cId="[redacted]" sldId="[redacted]"/>
              <ac:spMk id="2" creationId="{14B8417C-A409-4C01-835D-A84DCAF0AB03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32.587" v="359" actId="207"/>
          <pc:sldLayoutMkLst>
            <pc:docMk/>
            <pc:sldMasterMk cId="1082210236" sldId="[redacted]"/>
            <pc:sldLayoutMk cId="[redacted]" sldId="[redacted]"/>
          </pc:sldLayoutMkLst>
          <pc:spChg chg="mod">
            <ac:chgData name="Ivan Damnjanovic" userId="ac64187cd8522d98" providerId="LiveId" clId="{EE58FB6E-C789-424E-B3E5-404F60AE9177}" dt="2020-10-31T08:50:32.587" v="359" actId="207"/>
            <ac:spMkLst>
              <pc:docMk/>
              <pc:sldMasterMk cId="1082210236" sldId="[redacted]"/>
              <pc:sldLayoutMk cId="[redacted]" sldId="[redacted]"/>
              <ac:spMk id="2" creationId="{6ECF96B3-84B4-4B2C-83AE-DE[redacted]}"/>
            </ac:spMkLst>
          </pc:spChg>
        </pc:sldLayoutChg>
        <pc:sldLayoutChg chg="del">
          <pc:chgData name="Ivan Damnjanovic" userId="ac64187cd8522d98" providerId="LiveId" clId="{EE58FB6E-C789-424E-B3E5-404F60AE9177}" dt="2020-10-31T08:58:06.114" v="495" actId="2696"/>
          <pc:sldLayoutMkLst>
            <pc:docMk/>
            <pc:sldMasterMk cId="1082210236" sldId="[redacted]"/>
            <pc:sldLayoutMk cId="1564228423" sldId="[redacted]"/>
          </pc:sldLayoutMkLst>
        </pc:sldLayoutChg>
      </pc:sldMasterChg>
      <pc:sldMasterChg chg="del delSldLayout">
        <pc:chgData name="Ivan Damnjanovic" userId="ac64187cd8522d98" providerId="LiveId" clId="{EE58FB6E-C789-424E-B3E5-404F60AE9177}" dt="2020-10-31T09:02:03.764" v="517" actId="2696"/>
        <pc:sldMasterMkLst>
          <pc:docMk/>
          <pc:sldMasterMk cId="1001164040" sldId="[redacted]"/>
        </pc:sldMasterMkLst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927297314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500107167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342357200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53457421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932751140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514499736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41109938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84357431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842833168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286348150" sldId="[redacted]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1DE2F5-EF6D-CF44-838E-0382429904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8BD78-F6B4-1C4C-AAED-AD34C5F0A9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61EF4-4A4D-8F41-AF1E-1283D4E85A54}" type="datetimeFigureOut">
              <a:rPr lang="en-US" smtClean="0"/>
              <a:t>11/6/20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AFDFD-60B2-2543-A713-C54029414B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D8B62-6143-CE41-82FE-4F99E68794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BACE9-0E6B-6345-894C-C0F23B72E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L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9049653-3E1F-4EE1-B1F7-25A06F5BDB22}" type="datetimeFigureOut">
              <a:rPr lang="ar-LY" smtClean="0"/>
              <a:t>21‏/3‏/1442</a:t>
            </a:fld>
            <a:endParaRPr lang="ar-L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L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L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906DC70-5E63-44E8-9C18-D79E67272429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83649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trends impact vertical farming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particular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2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39354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e84ca64ae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e84ca64ae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 farming is high-growth and high-value market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659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ar-L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88290-3635-45F6-992E-4CD6FB6A46D7}" type="slidenum">
              <a:rPr lang="ar-LY" smtClean="0"/>
              <a:t>5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4ed5fc97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a4ed5fc97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7587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0831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7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ad87aa1f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9ad87aa1f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9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267397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11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a4ed5fc9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a4ed5fc9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Smart Sensors cover one (1) farming unit of approximately 30 m2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Edge Node provides control for one (1) ACMV system (e.g., AHU or AC)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Control Unit provides management for one (1) facility (e.g., one location)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Complimentary operational support for 1 year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month warranty for Ambient hardware or as-specified by manufacturer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4964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93de70b8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93de70b84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96B3-84B4-4B2C-83AE-DE[redacted]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ar-L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ADB45-04E0-46B0-A8FF-9887850F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A131A5CF-817D-314C-B15B-6D5F0E6CAFE4}" type="datetime1">
              <a:rPr lang="en-CA" smtClean="0"/>
              <a:t>2020-11-06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B9A27-5DA5-4BB0-A567-275F82A0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endParaRPr lang="ar-LY" sz="1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F2702-A686-3444-A7C2-C7424DD4D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4CEF7-7F83-4E12-A932-FC45DBA5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FD17B-18D6-8447-B9D8-B57D07AD6FD7}" type="datetime1">
              <a:rPr lang="en-CA" smtClean="0"/>
              <a:t>2020-11-06</a:t>
            </a:fld>
            <a:endParaRPr lang="ar-L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9D36F-29DE-4CFE-8462-7F7720A7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AC5333-3DD9-5E48-837C-3569DC2D1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2A266A-5972-4C18-901A-C1D0B8EC9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981" y="225266"/>
            <a:ext cx="11730038" cy="4457700"/>
          </a:xfrm>
          <a:custGeom>
            <a:avLst/>
            <a:gdLst>
              <a:gd name="connsiteX0" fmla="*/ 168590 w 11730038"/>
              <a:gd name="connsiteY0" fmla="*/ 0 h 4457700"/>
              <a:gd name="connsiteX1" fmla="*/ 11561448 w 11730038"/>
              <a:gd name="connsiteY1" fmla="*/ 0 h 4457700"/>
              <a:gd name="connsiteX2" fmla="*/ 11730038 w 11730038"/>
              <a:gd name="connsiteY2" fmla="*/ 168590 h 4457700"/>
              <a:gd name="connsiteX3" fmla="*/ 11730038 w 11730038"/>
              <a:gd name="connsiteY3" fmla="*/ 4289110 h 4457700"/>
              <a:gd name="connsiteX4" fmla="*/ 11561448 w 11730038"/>
              <a:gd name="connsiteY4" fmla="*/ 4457700 h 4457700"/>
              <a:gd name="connsiteX5" fmla="*/ 168590 w 11730038"/>
              <a:gd name="connsiteY5" fmla="*/ 4457700 h 4457700"/>
              <a:gd name="connsiteX6" fmla="*/ 0 w 11730038"/>
              <a:gd name="connsiteY6" fmla="*/ 4289110 h 4457700"/>
              <a:gd name="connsiteX7" fmla="*/ 0 w 11730038"/>
              <a:gd name="connsiteY7" fmla="*/ 168590 h 4457700"/>
              <a:gd name="connsiteX8" fmla="*/ 168590 w 11730038"/>
              <a:gd name="connsiteY8" fmla="*/ 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0038" h="4457700">
                <a:moveTo>
                  <a:pt x="168590" y="0"/>
                </a:moveTo>
                <a:lnTo>
                  <a:pt x="11561448" y="0"/>
                </a:lnTo>
                <a:cubicBezTo>
                  <a:pt x="11654558" y="0"/>
                  <a:pt x="11730038" y="75480"/>
                  <a:pt x="11730038" y="168590"/>
                </a:cubicBezTo>
                <a:lnTo>
                  <a:pt x="11730038" y="4289110"/>
                </a:lnTo>
                <a:cubicBezTo>
                  <a:pt x="11730038" y="4382220"/>
                  <a:pt x="11654558" y="4457700"/>
                  <a:pt x="11561448" y="4457700"/>
                </a:cubicBezTo>
                <a:lnTo>
                  <a:pt x="168590" y="4457700"/>
                </a:lnTo>
                <a:cubicBezTo>
                  <a:pt x="75480" y="4457700"/>
                  <a:pt x="0" y="4382220"/>
                  <a:pt x="0" y="4289110"/>
                </a:cubicBezTo>
                <a:lnTo>
                  <a:pt x="0" y="168590"/>
                </a:lnTo>
                <a:cubicBezTo>
                  <a:pt x="0" y="75480"/>
                  <a:pt x="75480" y="0"/>
                  <a:pt x="1685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B84D1-C2D4-4004-8EAD-3970484C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80C4-E63E-6140-B717-F96AB8E06DDD}" type="datetime1">
              <a:rPr lang="en-CA" smtClean="0"/>
              <a:t>2020-11-06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E5858-4362-4FAD-AA92-04CB0F3E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B70762B-372E-42AB-8316-6708DF8F05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55420" y="1046528"/>
            <a:ext cx="5605435" cy="3550110"/>
          </a:xfrm>
          <a:custGeom>
            <a:avLst/>
            <a:gdLst>
              <a:gd name="connsiteX0" fmla="*/ 109549 w 6305551"/>
              <a:gd name="connsiteY0" fmla="*/ 0 h 3829050"/>
              <a:gd name="connsiteX1" fmla="*/ 6196002 w 6305551"/>
              <a:gd name="connsiteY1" fmla="*/ 0 h 3829050"/>
              <a:gd name="connsiteX2" fmla="*/ 6305551 w 6305551"/>
              <a:gd name="connsiteY2" fmla="*/ 109549 h 3829050"/>
              <a:gd name="connsiteX3" fmla="*/ 6305551 w 6305551"/>
              <a:gd name="connsiteY3" fmla="*/ 3719501 h 3829050"/>
              <a:gd name="connsiteX4" fmla="*/ 6196002 w 6305551"/>
              <a:gd name="connsiteY4" fmla="*/ 3829050 h 3829050"/>
              <a:gd name="connsiteX5" fmla="*/ 109549 w 6305551"/>
              <a:gd name="connsiteY5" fmla="*/ 3829050 h 3829050"/>
              <a:gd name="connsiteX6" fmla="*/ 0 w 6305551"/>
              <a:gd name="connsiteY6" fmla="*/ 3719501 h 3829050"/>
              <a:gd name="connsiteX7" fmla="*/ 0 w 6305551"/>
              <a:gd name="connsiteY7" fmla="*/ 109549 h 3829050"/>
              <a:gd name="connsiteX8" fmla="*/ 109549 w 6305551"/>
              <a:gd name="connsiteY8" fmla="*/ 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05551" h="3829050">
                <a:moveTo>
                  <a:pt x="109549" y="0"/>
                </a:moveTo>
                <a:lnTo>
                  <a:pt x="6196002" y="0"/>
                </a:lnTo>
                <a:cubicBezTo>
                  <a:pt x="6256504" y="0"/>
                  <a:pt x="6305551" y="49047"/>
                  <a:pt x="6305551" y="109549"/>
                </a:cubicBezTo>
                <a:lnTo>
                  <a:pt x="6305551" y="3719501"/>
                </a:lnTo>
                <a:cubicBezTo>
                  <a:pt x="6305551" y="3780003"/>
                  <a:pt x="6256504" y="3829050"/>
                  <a:pt x="6196002" y="3829050"/>
                </a:cubicBezTo>
                <a:lnTo>
                  <a:pt x="109549" y="3829050"/>
                </a:lnTo>
                <a:cubicBezTo>
                  <a:pt x="49047" y="3829050"/>
                  <a:pt x="0" y="3780003"/>
                  <a:pt x="0" y="3719501"/>
                </a:cubicBezTo>
                <a:lnTo>
                  <a:pt x="0" y="109549"/>
                </a:lnTo>
                <a:cubicBezTo>
                  <a:pt x="0" y="49047"/>
                  <a:pt x="49047" y="0"/>
                  <a:pt x="1095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DF05FE-1110-1C4B-B0E8-46C695766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78502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90A9F1-7A61-F449-8DDD-D046EF699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824AAF-AC5A-004C-8E5A-5878A332C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165858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4611AC0-3CA0-014A-AA0C-39BC4AE98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 flipH="1">
            <a:off x="6045200" y="0"/>
            <a:ext cx="61468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965200" y="835025"/>
            <a:ext cx="4495800" cy="518795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9DB1C-FC23-413E-8743-D7E0ABA3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863E-4EF3-4C2B-8FAC-E4E70EDC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2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A65B-2F43-46D1-8D43-850C8F62D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160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52781E9E-6EA8-9D49-B2D6-93F46CAA3402}" type="datetime1">
              <a:rPr lang="en-CA" smtClean="0"/>
              <a:pPr/>
              <a:t>2020-11-06</a:t>
            </a:fld>
            <a:endParaRPr lang="ar-LY" b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7D30D-B5B1-40D4-A056-30060BBBB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600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endParaRPr lang="ar-LY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3D8C2-4B34-4DC5-94B5-E417F9F44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160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9312FC69-CE3E-4598-98C1-B119891192DE}" type="slidenum">
              <a:rPr lang="ar-LY" smtClean="0"/>
              <a:pPr/>
              <a:t>‹#›</a:t>
            </a:fld>
            <a:endParaRPr lang="ar-LY" b="1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D559FAB-F08D-4645-AD80-445EC39893FF}"/>
              </a:ext>
            </a:extLst>
          </p:cNvPr>
          <p:cNvGrpSpPr/>
          <p:nvPr userDrawn="1"/>
        </p:nvGrpSpPr>
        <p:grpSpPr>
          <a:xfrm>
            <a:off x="123922" y="-84241"/>
            <a:ext cx="11131011" cy="6805716"/>
            <a:chOff x="123922" y="-84241"/>
            <a:chExt cx="11131011" cy="6805716"/>
          </a:xfrm>
          <a:solidFill>
            <a:schemeClr val="accent1">
              <a:alpha val="2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86A151-A16D-40BF-8F51-27F385B69089}"/>
                </a:ext>
              </a:extLst>
            </p:cNvPr>
            <p:cNvGrpSpPr/>
            <p:nvPr userDrawn="1"/>
          </p:nvGrpSpPr>
          <p:grpSpPr>
            <a:xfrm>
              <a:off x="123922" y="-84241"/>
              <a:ext cx="9414316" cy="6805716"/>
              <a:chOff x="1328207" y="548798"/>
              <a:chExt cx="8085901" cy="5845390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3BD2EC3-05A6-48B8-A683-[redacted]B9}"/>
                  </a:ext>
                </a:extLst>
              </p:cNvPr>
              <p:cNvGrpSpPr/>
              <p:nvPr/>
            </p:nvGrpSpPr>
            <p:grpSpPr>
              <a:xfrm>
                <a:off x="7784513" y="1615870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3A0A2CC-86F6-4F44-942E-3F7EA0FDBF49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7F31D15-1E68-4632-ADDF-FCD73B8AC947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86E7C42-DB94-4098-AFEC-32B00B8D1C30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9670FBB-C88E-4922-AD97-9D0D6604181C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A679880-7B05-4D9D-B3C1-A87F8BDD5EBF}"/>
                  </a:ext>
                </a:extLst>
              </p:cNvPr>
              <p:cNvGrpSpPr/>
              <p:nvPr/>
            </p:nvGrpSpPr>
            <p:grpSpPr>
              <a:xfrm>
                <a:off x="5625005" y="1223965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8528931-C518-4C0D-B987-928057FD0B22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0739537-1EAF-46E1-9111-5BAA5513704B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ED69CFAF-7806-42CF-95B7-5400E171C122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97CB6B00-3AFE-4CD1-B5EA-517A5BF6287F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932C612-DA17-4609-81EE-E646A7BC0B80}"/>
                  </a:ext>
                </a:extLst>
              </p:cNvPr>
              <p:cNvGrpSpPr/>
              <p:nvPr/>
            </p:nvGrpSpPr>
            <p:grpSpPr>
              <a:xfrm>
                <a:off x="3361463" y="4666790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E2C54BB-991C-4918-8728-CADCF728218A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275593E-7B55-4AA5-ACBB-95EA9E407B7C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2E0A10E-2F6F-4AB5-9FCE-FBE966F394CF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5957082-9F8F-4C32-BBF1-1FF6083EEF9B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A185AE8-C17D-47B5-99F6-A7147DBA682A}"/>
                  </a:ext>
                </a:extLst>
              </p:cNvPr>
              <p:cNvGrpSpPr/>
              <p:nvPr/>
            </p:nvGrpSpPr>
            <p:grpSpPr>
              <a:xfrm>
                <a:off x="6792914" y="5804395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5D7A1280-DD8B-402D-ACC2-B6D872867EC3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3DC474A-9A49-47C6-B7C7-7C57469FDF14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136460F8-2821-469A-BFE7-B6192CCC3799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E04491EA-7DDD-4A57-AFEC-29EF162D1087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E96863E-32C1-4C71-9590-83D6DD867D9F}"/>
                  </a:ext>
                </a:extLst>
              </p:cNvPr>
              <p:cNvGrpSpPr/>
              <p:nvPr/>
            </p:nvGrpSpPr>
            <p:grpSpPr>
              <a:xfrm>
                <a:off x="9097945" y="523997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CDEC96C-9A7C-4EEE-AC6D-AAC3F7A323D1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EE0CC441-3F71-4C1C-B9A2-FDB787351E2D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D803FBCB-2791-4362-91D6-B2B2DDB6CEF1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65B033E-A002-4124-BF85-AB34D4327ED8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9473EEF-1425-43AA-B5A9-DDF2AFA38B1E}"/>
                  </a:ext>
                </a:extLst>
              </p:cNvPr>
              <p:cNvGrpSpPr/>
              <p:nvPr/>
            </p:nvGrpSpPr>
            <p:grpSpPr>
              <a:xfrm>
                <a:off x="5563787" y="461947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1DC9492-BA14-44F2-B21E-154AF54A3013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8211917-F988-4176-AD43-C9CE80F88BC7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849CB2C-AF33-4F6C-B068-E0C8AB92FBBB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465CA28A-6176-4862-8532-D10B4A42D081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3E2A638-8567-4E61-A9C2-853B33768EA3}"/>
                  </a:ext>
                </a:extLst>
              </p:cNvPr>
              <p:cNvGrpSpPr/>
              <p:nvPr/>
            </p:nvGrpSpPr>
            <p:grpSpPr>
              <a:xfrm>
                <a:off x="9161942" y="548798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226DA764-8F56-4E87-88DC-4EE41028741A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362BA3D-7754-42BB-8E1A-E220DC52B643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BBC99C0-51CB-4929-8668-87F4541426A5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487F56A-E67F-4A83-A7B7-B85F8ED0881E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F95006D-E0F4-42B3-8471-808A7759AECB}"/>
                  </a:ext>
                </a:extLst>
              </p:cNvPr>
              <p:cNvGrpSpPr/>
              <p:nvPr/>
            </p:nvGrpSpPr>
            <p:grpSpPr>
              <a:xfrm>
                <a:off x="4532064" y="2042773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3B1344B-E671-45B0-AE22-BC4FFBF3DF5B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A1EC59C0-EDA2-4C3F-A2A0-922328356DC5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1BF7E37-4FBB-4C9F-9FAE-26062C9813C4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B3EF867-2744-40F4-A620-DFC8ADE42523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EC0BDC8-2BFA-434C-A611-75D0341F94E9}"/>
                  </a:ext>
                </a:extLst>
              </p:cNvPr>
              <p:cNvGrpSpPr/>
              <p:nvPr/>
            </p:nvGrpSpPr>
            <p:grpSpPr>
              <a:xfrm>
                <a:off x="1328207" y="248423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D5B4FE1-E832-44F0-B422-BA8A7FDDCC84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8EAC12B8-A98E-4599-9861-569B4CBB6478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36E53A4-747F-4BF3-9E0B-AC4C82B5ADC2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AC9FF9C6-A3B2-45BE-B080-F011C39428B1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BFB0F11-9E50-4F44-A5CC-B67FBC900CCD}"/>
                  </a:ext>
                </a:extLst>
              </p:cNvPr>
              <p:cNvGrpSpPr/>
              <p:nvPr/>
            </p:nvGrpSpPr>
            <p:grpSpPr>
              <a:xfrm>
                <a:off x="2898356" y="6142022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433B32D-D073-4329-8F3E-569DA09C1396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0D9B052-7DB6-4B15-B6FF-545F135B32E8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12F7481D-3D5E-4C9C-B4E6-089A4B3CD0FE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4C74C814-2B5F-41D1-81D6-2EE12046CE89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2704286-E96E-4FDD-ADBF-C9520D237664}"/>
                </a:ext>
              </a:extLst>
            </p:cNvPr>
            <p:cNvGrpSpPr/>
            <p:nvPr userDrawn="1"/>
          </p:nvGrpSpPr>
          <p:grpSpPr>
            <a:xfrm>
              <a:off x="9188661" y="820564"/>
              <a:ext cx="2066272" cy="5013137"/>
              <a:chOff x="9188661" y="820564"/>
              <a:chExt cx="2066272" cy="5013137"/>
            </a:xfrm>
            <a:grpFill/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6103CD8-A825-4257-BCB6-9EB35CB4C9B3}"/>
                  </a:ext>
                </a:extLst>
              </p:cNvPr>
              <p:cNvGrpSpPr/>
              <p:nvPr/>
            </p:nvGrpSpPr>
            <p:grpSpPr>
              <a:xfrm rot="5400000">
                <a:off x="10721099" y="1359754"/>
                <a:ext cx="478750" cy="478750"/>
                <a:chOff x="6059156" y="973740"/>
                <a:chExt cx="411196" cy="411196"/>
              </a:xfrm>
              <a:grpFill/>
            </p:grpSpPr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7894A9B3-FC9B-4EF6-8A92-CBECA7516E34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62A726C-209E-433D-A8E8-F413E779AA6C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798FF3CB-D8AC-4EAD-8451-B7536545CEF7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F2ED5173-A5E0-4331-B389-7BDE3EC4EEEC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5818CFD-CA1E-4FF9-A1FC-3D557A125C51}"/>
                  </a:ext>
                </a:extLst>
              </p:cNvPr>
              <p:cNvGrpSpPr/>
              <p:nvPr/>
            </p:nvGrpSpPr>
            <p:grpSpPr>
              <a:xfrm rot="5400000">
                <a:off x="9396599" y="5354951"/>
                <a:ext cx="478750" cy="478750"/>
                <a:chOff x="6059156" y="973740"/>
                <a:chExt cx="411196" cy="411196"/>
              </a:xfrm>
              <a:grpFill/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AD0FC914-6908-4C97-948A-2A51B189E397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70006442-1A25-47EB-9BC5-7FAA6CF9A90D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D4BD0E7A-2FE0-46B3-9977-CEC7A3AA5735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5BE5941F-FEDC-4AA8-93C7-213B6CDCA476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0C1E6909-F266-48F7-BC5C-34269685D131}"/>
                  </a:ext>
                </a:extLst>
              </p:cNvPr>
              <p:cNvGrpSpPr/>
              <p:nvPr/>
            </p:nvGrpSpPr>
            <p:grpSpPr>
              <a:xfrm rot="5400000">
                <a:off x="10961339" y="3923893"/>
                <a:ext cx="293594" cy="293594"/>
                <a:chOff x="6059156" y="973740"/>
                <a:chExt cx="411196" cy="411196"/>
              </a:xfrm>
              <a:grpFill/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26EDFF16-191F-4587-8265-C8E331C9220D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E2B3D077-D8AE-466F-A54E-DE929ECD1474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70A1A91A-E13E-4129-B82C-30076AFE52F9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9611691E-15DC-4AEA-B0BB-EE53DB5203D3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8708743-B43A-4F50-8DED-F5D7082FA4D3}"/>
                  </a:ext>
                </a:extLst>
              </p:cNvPr>
              <p:cNvGrpSpPr/>
              <p:nvPr/>
            </p:nvGrpSpPr>
            <p:grpSpPr>
              <a:xfrm rot="5400000">
                <a:off x="9188661" y="820564"/>
                <a:ext cx="293594" cy="293594"/>
                <a:chOff x="6059156" y="973740"/>
                <a:chExt cx="411196" cy="411196"/>
              </a:xfrm>
              <a:grpFill/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F8F96BB0-68AC-4EAF-BACF-9660DCEEC292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72857F7-68E2-4E17-8682-1B8892E94180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8C3A1236-314D-479B-A3CD-FB3181ADAA73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C0F20A6E-645F-4A6C-9B37-8D50CAB105F7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</p:grpSp>
      </p:grpSp>
      <p:grpSp>
        <p:nvGrpSpPr>
          <p:cNvPr id="112" name="Graphic 272">
            <a:extLst>
              <a:ext uri="{FF2B5EF4-FFF2-40B4-BE49-F238E27FC236}">
                <a16:creationId xmlns:a16="http://schemas.microsoft.com/office/drawing/2014/main" id="{85444219-219C-41CF-A405-2B827C330CE9}"/>
              </a:ext>
            </a:extLst>
          </p:cNvPr>
          <p:cNvGrpSpPr/>
          <p:nvPr userDrawn="1"/>
        </p:nvGrpSpPr>
        <p:grpSpPr>
          <a:xfrm>
            <a:off x="5501640" y="580757"/>
            <a:ext cx="6553202" cy="5579701"/>
            <a:chOff x="5353521" y="2543090"/>
            <a:chExt cx="4569705" cy="3890860"/>
          </a:xfrm>
          <a:solidFill>
            <a:schemeClr val="accent1">
              <a:alpha val="5000"/>
            </a:schemeClr>
          </a:solidFill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EE619D9-4D39-4B9E-BAD9-D95354A1DAE5}"/>
                </a:ext>
              </a:extLst>
            </p:cNvPr>
            <p:cNvSpPr/>
            <p:nvPr/>
          </p:nvSpPr>
          <p:spPr>
            <a:xfrm>
              <a:off x="6618438" y="3172501"/>
              <a:ext cx="2533644" cy="2533646"/>
            </a:xfrm>
            <a:custGeom>
              <a:avLst/>
              <a:gdLst>
                <a:gd name="connsiteX0" fmla="*/ 1270730 w 2533650"/>
                <a:gd name="connsiteY0" fmla="*/ 2541461 h 2533650"/>
                <a:gd name="connsiteX1" fmla="*/ 0 w 2533650"/>
                <a:gd name="connsiteY1" fmla="*/ 1270730 h 2533650"/>
                <a:gd name="connsiteX2" fmla="*/ 1270730 w 2533650"/>
                <a:gd name="connsiteY2" fmla="*/ 0 h 2533650"/>
                <a:gd name="connsiteX3" fmla="*/ 2541461 w 2533650"/>
                <a:gd name="connsiteY3" fmla="*/ 1270730 h 2533650"/>
                <a:gd name="connsiteX4" fmla="*/ 1270730 w 2533650"/>
                <a:gd name="connsiteY4" fmla="*/ 2541461 h 2533650"/>
                <a:gd name="connsiteX5" fmla="*/ 1270730 w 2533650"/>
                <a:gd name="connsiteY5" fmla="*/ 7049 h 2533650"/>
                <a:gd name="connsiteX6" fmla="*/ 6953 w 2533650"/>
                <a:gd name="connsiteY6" fmla="*/ 1270826 h 2533650"/>
                <a:gd name="connsiteX7" fmla="*/ 1270730 w 2533650"/>
                <a:gd name="connsiteY7" fmla="*/ 2534603 h 2533650"/>
                <a:gd name="connsiteX8" fmla="*/ 2534508 w 2533650"/>
                <a:gd name="connsiteY8" fmla="*/ 1270826 h 2533650"/>
                <a:gd name="connsiteX9" fmla="*/ 1270730 w 2533650"/>
                <a:gd name="connsiteY9" fmla="*/ 7049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33650" h="2533650">
                  <a:moveTo>
                    <a:pt x="1270730" y="2541461"/>
                  </a:moveTo>
                  <a:cubicBezTo>
                    <a:pt x="570071" y="2541461"/>
                    <a:pt x="0" y="1971389"/>
                    <a:pt x="0" y="1270730"/>
                  </a:cubicBezTo>
                  <a:cubicBezTo>
                    <a:pt x="0" y="570071"/>
                    <a:pt x="570071" y="0"/>
                    <a:pt x="1270730" y="0"/>
                  </a:cubicBezTo>
                  <a:cubicBezTo>
                    <a:pt x="1971390" y="0"/>
                    <a:pt x="2541461" y="570071"/>
                    <a:pt x="2541461" y="1270730"/>
                  </a:cubicBezTo>
                  <a:cubicBezTo>
                    <a:pt x="2541461" y="1971485"/>
                    <a:pt x="1971390" y="2541461"/>
                    <a:pt x="1270730" y="2541461"/>
                  </a:cubicBezTo>
                  <a:close/>
                  <a:moveTo>
                    <a:pt x="1270730" y="7049"/>
                  </a:moveTo>
                  <a:cubicBezTo>
                    <a:pt x="573881" y="7049"/>
                    <a:pt x="6953" y="573977"/>
                    <a:pt x="6953" y="1270826"/>
                  </a:cubicBezTo>
                  <a:cubicBezTo>
                    <a:pt x="6953" y="1967675"/>
                    <a:pt x="573881" y="2534603"/>
                    <a:pt x="1270730" y="2534603"/>
                  </a:cubicBezTo>
                  <a:cubicBezTo>
                    <a:pt x="1967579" y="2534603"/>
                    <a:pt x="2534508" y="1967675"/>
                    <a:pt x="2534508" y="1270826"/>
                  </a:cubicBezTo>
                  <a:cubicBezTo>
                    <a:pt x="2534508" y="573977"/>
                    <a:pt x="1967579" y="7049"/>
                    <a:pt x="1270730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B7FB8E-9C4D-41C6-8025-FC2D675BCF83}"/>
                </a:ext>
              </a:extLst>
            </p:cNvPr>
            <p:cNvSpPr/>
            <p:nvPr/>
          </p:nvSpPr>
          <p:spPr>
            <a:xfrm>
              <a:off x="6084753" y="2784739"/>
              <a:ext cx="3314693" cy="3314694"/>
            </a:xfrm>
            <a:custGeom>
              <a:avLst/>
              <a:gdLst>
                <a:gd name="connsiteX0" fmla="*/ 1658588 w 3314700"/>
                <a:gd name="connsiteY0" fmla="*/ 3317177 h 3314700"/>
                <a:gd name="connsiteX1" fmla="*/ 485775 w 3314700"/>
                <a:gd name="connsiteY1" fmla="*/ 2831402 h 3314700"/>
                <a:gd name="connsiteX2" fmla="*/ 0 w 3314700"/>
                <a:gd name="connsiteY2" fmla="*/ 1658588 h 3314700"/>
                <a:gd name="connsiteX3" fmla="*/ 485775 w 3314700"/>
                <a:gd name="connsiteY3" fmla="*/ 485775 h 3314700"/>
                <a:gd name="connsiteX4" fmla="*/ 1658588 w 3314700"/>
                <a:gd name="connsiteY4" fmla="*/ 0 h 3314700"/>
                <a:gd name="connsiteX5" fmla="*/ 2831402 w 3314700"/>
                <a:gd name="connsiteY5" fmla="*/ 485775 h 3314700"/>
                <a:gd name="connsiteX6" fmla="*/ 3317177 w 3314700"/>
                <a:gd name="connsiteY6" fmla="*/ 1658588 h 3314700"/>
                <a:gd name="connsiteX7" fmla="*/ 2831402 w 3314700"/>
                <a:gd name="connsiteY7" fmla="*/ 2831402 h 3314700"/>
                <a:gd name="connsiteX8" fmla="*/ 1658588 w 3314700"/>
                <a:gd name="connsiteY8" fmla="*/ 3317177 h 3314700"/>
                <a:gd name="connsiteX9" fmla="*/ 1658588 w 3314700"/>
                <a:gd name="connsiteY9" fmla="*/ 6858 h 3314700"/>
                <a:gd name="connsiteX10" fmla="*/ 6858 w 3314700"/>
                <a:gd name="connsiteY10" fmla="*/ 1658588 h 3314700"/>
                <a:gd name="connsiteX11" fmla="*/ 1658588 w 3314700"/>
                <a:gd name="connsiteY11" fmla="*/ 3310319 h 3314700"/>
                <a:gd name="connsiteX12" fmla="*/ 3310319 w 3314700"/>
                <a:gd name="connsiteY12" fmla="*/ 1658588 h 3314700"/>
                <a:gd name="connsiteX13" fmla="*/ 1658588 w 3314700"/>
                <a:gd name="connsiteY13" fmla="*/ 6858 h 331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14700" h="3314700">
                  <a:moveTo>
                    <a:pt x="1658588" y="3317177"/>
                  </a:moveTo>
                  <a:cubicBezTo>
                    <a:pt x="1215581" y="3317177"/>
                    <a:pt x="799052" y="3144679"/>
                    <a:pt x="485775" y="2831402"/>
                  </a:cubicBezTo>
                  <a:cubicBezTo>
                    <a:pt x="172498" y="2518124"/>
                    <a:pt x="0" y="2101596"/>
                    <a:pt x="0" y="1658588"/>
                  </a:cubicBezTo>
                  <a:cubicBezTo>
                    <a:pt x="0" y="1215581"/>
                    <a:pt x="172498" y="799052"/>
                    <a:pt x="485775" y="485775"/>
                  </a:cubicBezTo>
                  <a:cubicBezTo>
                    <a:pt x="799052" y="172498"/>
                    <a:pt x="1215581" y="0"/>
                    <a:pt x="1658588" y="0"/>
                  </a:cubicBezTo>
                  <a:cubicBezTo>
                    <a:pt x="2101596" y="0"/>
                    <a:pt x="2518125" y="172498"/>
                    <a:pt x="2831402" y="485775"/>
                  </a:cubicBezTo>
                  <a:cubicBezTo>
                    <a:pt x="3144679" y="799052"/>
                    <a:pt x="3317177" y="1215581"/>
                    <a:pt x="3317177" y="1658588"/>
                  </a:cubicBezTo>
                  <a:cubicBezTo>
                    <a:pt x="3317177" y="2101596"/>
                    <a:pt x="3144679" y="2518124"/>
                    <a:pt x="2831402" y="2831402"/>
                  </a:cubicBezTo>
                  <a:cubicBezTo>
                    <a:pt x="2518220" y="3144679"/>
                    <a:pt x="2101692" y="3317177"/>
                    <a:pt x="1658588" y="3317177"/>
                  </a:cubicBezTo>
                  <a:close/>
                  <a:moveTo>
                    <a:pt x="1658588" y="6858"/>
                  </a:moveTo>
                  <a:cubicBezTo>
                    <a:pt x="747808" y="6858"/>
                    <a:pt x="6858" y="747808"/>
                    <a:pt x="6858" y="1658588"/>
                  </a:cubicBezTo>
                  <a:cubicBezTo>
                    <a:pt x="6858" y="2569369"/>
                    <a:pt x="747808" y="3310319"/>
                    <a:pt x="1658588" y="3310319"/>
                  </a:cubicBezTo>
                  <a:cubicBezTo>
                    <a:pt x="2569369" y="3310319"/>
                    <a:pt x="3310319" y="2569369"/>
                    <a:pt x="3310319" y="1658588"/>
                  </a:cubicBezTo>
                  <a:cubicBezTo>
                    <a:pt x="3310319" y="747808"/>
                    <a:pt x="2569369" y="6858"/>
                    <a:pt x="1658588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0D3E6E4-C2E2-4BBF-9BD7-5E65BCFAB36D}"/>
                </a:ext>
              </a:extLst>
            </p:cNvPr>
            <p:cNvSpPr/>
            <p:nvPr/>
          </p:nvSpPr>
          <p:spPr>
            <a:xfrm>
              <a:off x="5887111" y="2930852"/>
              <a:ext cx="2533644" cy="2533646"/>
            </a:xfrm>
            <a:custGeom>
              <a:avLst/>
              <a:gdLst>
                <a:gd name="connsiteX0" fmla="*/ 1270730 w 2533650"/>
                <a:gd name="connsiteY0" fmla="*/ 2541461 h 2533650"/>
                <a:gd name="connsiteX1" fmla="*/ 0 w 2533650"/>
                <a:gd name="connsiteY1" fmla="*/ 1270730 h 2533650"/>
                <a:gd name="connsiteX2" fmla="*/ 1270730 w 2533650"/>
                <a:gd name="connsiteY2" fmla="*/ 0 h 2533650"/>
                <a:gd name="connsiteX3" fmla="*/ 2541461 w 2533650"/>
                <a:gd name="connsiteY3" fmla="*/ 1270730 h 2533650"/>
                <a:gd name="connsiteX4" fmla="*/ 1270730 w 2533650"/>
                <a:gd name="connsiteY4" fmla="*/ 2541461 h 2533650"/>
                <a:gd name="connsiteX5" fmla="*/ 1270730 w 2533650"/>
                <a:gd name="connsiteY5" fmla="*/ 7048 h 2533650"/>
                <a:gd name="connsiteX6" fmla="*/ 6953 w 2533650"/>
                <a:gd name="connsiteY6" fmla="*/ 1270826 h 2533650"/>
                <a:gd name="connsiteX7" fmla="*/ 1270730 w 2533650"/>
                <a:gd name="connsiteY7" fmla="*/ 2534603 h 2533650"/>
                <a:gd name="connsiteX8" fmla="*/ 2534507 w 2533650"/>
                <a:gd name="connsiteY8" fmla="*/ 1270826 h 2533650"/>
                <a:gd name="connsiteX9" fmla="*/ 1270730 w 2533650"/>
                <a:gd name="connsiteY9" fmla="*/ 7048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33650" h="2533650">
                  <a:moveTo>
                    <a:pt x="1270730" y="2541461"/>
                  </a:moveTo>
                  <a:cubicBezTo>
                    <a:pt x="570071" y="2541461"/>
                    <a:pt x="0" y="1971389"/>
                    <a:pt x="0" y="1270730"/>
                  </a:cubicBezTo>
                  <a:cubicBezTo>
                    <a:pt x="0" y="570071"/>
                    <a:pt x="570071" y="0"/>
                    <a:pt x="1270730" y="0"/>
                  </a:cubicBezTo>
                  <a:cubicBezTo>
                    <a:pt x="1971389" y="0"/>
                    <a:pt x="2541461" y="570071"/>
                    <a:pt x="2541461" y="1270730"/>
                  </a:cubicBezTo>
                  <a:cubicBezTo>
                    <a:pt x="2541461" y="1971485"/>
                    <a:pt x="1971389" y="2541461"/>
                    <a:pt x="1270730" y="2541461"/>
                  </a:cubicBezTo>
                  <a:close/>
                  <a:moveTo>
                    <a:pt x="1270730" y="7048"/>
                  </a:moveTo>
                  <a:cubicBezTo>
                    <a:pt x="573881" y="7048"/>
                    <a:pt x="6953" y="573977"/>
                    <a:pt x="6953" y="1270826"/>
                  </a:cubicBezTo>
                  <a:cubicBezTo>
                    <a:pt x="6953" y="1967675"/>
                    <a:pt x="573881" y="2534603"/>
                    <a:pt x="1270730" y="2534603"/>
                  </a:cubicBezTo>
                  <a:cubicBezTo>
                    <a:pt x="1967579" y="2534603"/>
                    <a:pt x="2534507" y="1967675"/>
                    <a:pt x="2534507" y="1270826"/>
                  </a:cubicBezTo>
                  <a:cubicBezTo>
                    <a:pt x="2534507" y="573977"/>
                    <a:pt x="1967579" y="7048"/>
                    <a:pt x="1270730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C808A1F-4DDE-476E-91F3-4E4239829CF6}"/>
                </a:ext>
              </a:extLst>
            </p:cNvPr>
            <p:cNvSpPr/>
            <p:nvPr/>
          </p:nvSpPr>
          <p:spPr>
            <a:xfrm>
              <a:off x="5353521" y="2543090"/>
              <a:ext cx="3314693" cy="3314694"/>
            </a:xfrm>
            <a:custGeom>
              <a:avLst/>
              <a:gdLst>
                <a:gd name="connsiteX0" fmla="*/ 1658588 w 3314700"/>
                <a:gd name="connsiteY0" fmla="*/ 3317177 h 3314700"/>
                <a:gd name="connsiteX1" fmla="*/ 485775 w 3314700"/>
                <a:gd name="connsiteY1" fmla="*/ 2831402 h 3314700"/>
                <a:gd name="connsiteX2" fmla="*/ 0 w 3314700"/>
                <a:gd name="connsiteY2" fmla="*/ 1658588 h 3314700"/>
                <a:gd name="connsiteX3" fmla="*/ 485775 w 3314700"/>
                <a:gd name="connsiteY3" fmla="*/ 485775 h 3314700"/>
                <a:gd name="connsiteX4" fmla="*/ 1658588 w 3314700"/>
                <a:gd name="connsiteY4" fmla="*/ 0 h 3314700"/>
                <a:gd name="connsiteX5" fmla="*/ 2831402 w 3314700"/>
                <a:gd name="connsiteY5" fmla="*/ 485775 h 3314700"/>
                <a:gd name="connsiteX6" fmla="*/ 3317177 w 3314700"/>
                <a:gd name="connsiteY6" fmla="*/ 1658588 h 3314700"/>
                <a:gd name="connsiteX7" fmla="*/ 2831402 w 3314700"/>
                <a:gd name="connsiteY7" fmla="*/ 2831402 h 3314700"/>
                <a:gd name="connsiteX8" fmla="*/ 1658588 w 3314700"/>
                <a:gd name="connsiteY8" fmla="*/ 3317177 h 3314700"/>
                <a:gd name="connsiteX9" fmla="*/ 1658588 w 3314700"/>
                <a:gd name="connsiteY9" fmla="*/ 6858 h 3314700"/>
                <a:gd name="connsiteX10" fmla="*/ 6858 w 3314700"/>
                <a:gd name="connsiteY10" fmla="*/ 1658588 h 3314700"/>
                <a:gd name="connsiteX11" fmla="*/ 1658588 w 3314700"/>
                <a:gd name="connsiteY11" fmla="*/ 3310319 h 3314700"/>
                <a:gd name="connsiteX12" fmla="*/ 3310318 w 3314700"/>
                <a:gd name="connsiteY12" fmla="*/ 1658588 h 3314700"/>
                <a:gd name="connsiteX13" fmla="*/ 1658588 w 3314700"/>
                <a:gd name="connsiteY13" fmla="*/ 6858 h 331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14700" h="3314700">
                  <a:moveTo>
                    <a:pt x="1658588" y="3317177"/>
                  </a:moveTo>
                  <a:cubicBezTo>
                    <a:pt x="1215581" y="3317177"/>
                    <a:pt x="799052" y="3144679"/>
                    <a:pt x="485775" y="2831402"/>
                  </a:cubicBezTo>
                  <a:cubicBezTo>
                    <a:pt x="172498" y="2518124"/>
                    <a:pt x="0" y="2101596"/>
                    <a:pt x="0" y="1658588"/>
                  </a:cubicBezTo>
                  <a:cubicBezTo>
                    <a:pt x="0" y="1215581"/>
                    <a:pt x="172498" y="799052"/>
                    <a:pt x="485775" y="485775"/>
                  </a:cubicBezTo>
                  <a:cubicBezTo>
                    <a:pt x="799052" y="172498"/>
                    <a:pt x="1215581" y="0"/>
                    <a:pt x="1658588" y="0"/>
                  </a:cubicBezTo>
                  <a:cubicBezTo>
                    <a:pt x="2101596" y="0"/>
                    <a:pt x="2518124" y="172498"/>
                    <a:pt x="2831402" y="485775"/>
                  </a:cubicBezTo>
                  <a:cubicBezTo>
                    <a:pt x="3144679" y="799052"/>
                    <a:pt x="3317177" y="1215581"/>
                    <a:pt x="3317177" y="1658588"/>
                  </a:cubicBezTo>
                  <a:cubicBezTo>
                    <a:pt x="3317177" y="2101596"/>
                    <a:pt x="3144679" y="2518124"/>
                    <a:pt x="2831402" y="2831402"/>
                  </a:cubicBezTo>
                  <a:cubicBezTo>
                    <a:pt x="2518124" y="3144679"/>
                    <a:pt x="2101596" y="3317177"/>
                    <a:pt x="1658588" y="3317177"/>
                  </a:cubicBezTo>
                  <a:close/>
                  <a:moveTo>
                    <a:pt x="1658588" y="6858"/>
                  </a:moveTo>
                  <a:cubicBezTo>
                    <a:pt x="747808" y="6858"/>
                    <a:pt x="6858" y="747808"/>
                    <a:pt x="6858" y="1658588"/>
                  </a:cubicBezTo>
                  <a:cubicBezTo>
                    <a:pt x="6858" y="2569369"/>
                    <a:pt x="747808" y="3310319"/>
                    <a:pt x="1658588" y="3310319"/>
                  </a:cubicBezTo>
                  <a:cubicBezTo>
                    <a:pt x="2569369" y="3310319"/>
                    <a:pt x="3310318" y="2569369"/>
                    <a:pt x="3310318" y="1658588"/>
                  </a:cubicBezTo>
                  <a:cubicBezTo>
                    <a:pt x="3310318" y="747808"/>
                    <a:pt x="2569274" y="6858"/>
                    <a:pt x="1658588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8AD7B4A-E065-45FD-A4AC-752A5D56CA0B}"/>
                </a:ext>
              </a:extLst>
            </p:cNvPr>
            <p:cNvSpPr/>
            <p:nvPr/>
          </p:nvSpPr>
          <p:spPr>
            <a:xfrm>
              <a:off x="8046805" y="4557528"/>
              <a:ext cx="1876421" cy="1876422"/>
            </a:xfrm>
            <a:custGeom>
              <a:avLst/>
              <a:gdLst>
                <a:gd name="connsiteX0" fmla="*/ 941546 w 1876425"/>
                <a:gd name="connsiteY0" fmla="*/ 1883093 h 1876425"/>
                <a:gd name="connsiteX1" fmla="*/ 0 w 1876425"/>
                <a:gd name="connsiteY1" fmla="*/ 941546 h 1876425"/>
                <a:gd name="connsiteX2" fmla="*/ 941546 w 1876425"/>
                <a:gd name="connsiteY2" fmla="*/ 0 h 1876425"/>
                <a:gd name="connsiteX3" fmla="*/ 1883093 w 1876425"/>
                <a:gd name="connsiteY3" fmla="*/ 941546 h 1876425"/>
                <a:gd name="connsiteX4" fmla="*/ 941546 w 1876425"/>
                <a:gd name="connsiteY4" fmla="*/ 1883093 h 1876425"/>
                <a:gd name="connsiteX5" fmla="*/ 941546 w 1876425"/>
                <a:gd name="connsiteY5" fmla="*/ 6858 h 1876425"/>
                <a:gd name="connsiteX6" fmla="*/ 6953 w 1876425"/>
                <a:gd name="connsiteY6" fmla="*/ 941451 h 1876425"/>
                <a:gd name="connsiteX7" fmla="*/ 941546 w 1876425"/>
                <a:gd name="connsiteY7" fmla="*/ 1876044 h 1876425"/>
                <a:gd name="connsiteX8" fmla="*/ 1876139 w 1876425"/>
                <a:gd name="connsiteY8" fmla="*/ 941451 h 1876425"/>
                <a:gd name="connsiteX9" fmla="*/ 941546 w 1876425"/>
                <a:gd name="connsiteY9" fmla="*/ 6858 h 1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6425" h="1876425">
                  <a:moveTo>
                    <a:pt x="941546" y="1883093"/>
                  </a:moveTo>
                  <a:cubicBezTo>
                    <a:pt x="422338" y="1883093"/>
                    <a:pt x="0" y="1460754"/>
                    <a:pt x="0" y="941546"/>
                  </a:cubicBezTo>
                  <a:cubicBezTo>
                    <a:pt x="0" y="422338"/>
                    <a:pt x="422338" y="0"/>
                    <a:pt x="941546" y="0"/>
                  </a:cubicBezTo>
                  <a:cubicBezTo>
                    <a:pt x="1460754" y="0"/>
                    <a:pt x="1883093" y="422338"/>
                    <a:pt x="1883093" y="941546"/>
                  </a:cubicBezTo>
                  <a:cubicBezTo>
                    <a:pt x="1883187" y="1460659"/>
                    <a:pt x="1460754" y="1883093"/>
                    <a:pt x="941546" y="1883093"/>
                  </a:cubicBezTo>
                  <a:close/>
                  <a:moveTo>
                    <a:pt x="941546" y="6858"/>
                  </a:moveTo>
                  <a:cubicBezTo>
                    <a:pt x="426148" y="6858"/>
                    <a:pt x="6953" y="426148"/>
                    <a:pt x="6953" y="941451"/>
                  </a:cubicBezTo>
                  <a:cubicBezTo>
                    <a:pt x="6953" y="1456754"/>
                    <a:pt x="426244" y="1876044"/>
                    <a:pt x="941546" y="1876044"/>
                  </a:cubicBezTo>
                  <a:cubicBezTo>
                    <a:pt x="1456849" y="1876044"/>
                    <a:pt x="1876139" y="1456754"/>
                    <a:pt x="1876139" y="941451"/>
                  </a:cubicBezTo>
                  <a:cubicBezTo>
                    <a:pt x="1876234" y="426148"/>
                    <a:pt x="1456944" y="6858"/>
                    <a:pt x="941546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81721C-345A-43C6-9596-F3E7011B553F}"/>
                </a:ext>
              </a:extLst>
            </p:cNvPr>
            <p:cNvSpPr/>
            <p:nvPr/>
          </p:nvSpPr>
          <p:spPr>
            <a:xfrm>
              <a:off x="6580720" y="4483233"/>
              <a:ext cx="85725" cy="85725"/>
            </a:xfrm>
            <a:custGeom>
              <a:avLst/>
              <a:gdLst>
                <a:gd name="connsiteX0" fmla="*/ 89535 w 85725"/>
                <a:gd name="connsiteY0" fmla="*/ 44768 h 85725"/>
                <a:gd name="connsiteX1" fmla="*/ 44768 w 85725"/>
                <a:gd name="connsiteY1" fmla="*/ 89535 h 85725"/>
                <a:gd name="connsiteX2" fmla="*/ 0 w 85725"/>
                <a:gd name="connsiteY2" fmla="*/ 44768 h 85725"/>
                <a:gd name="connsiteX3" fmla="*/ 44768 w 85725"/>
                <a:gd name="connsiteY3" fmla="*/ 0 h 85725"/>
                <a:gd name="connsiteX4" fmla="*/ 89535 w 85725"/>
                <a:gd name="connsiteY4" fmla="*/ 4476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9535" y="44768"/>
                  </a:moveTo>
                  <a:cubicBezTo>
                    <a:pt x="89535" y="69533"/>
                    <a:pt x="69437" y="89535"/>
                    <a:pt x="44768" y="89535"/>
                  </a:cubicBezTo>
                  <a:cubicBezTo>
                    <a:pt x="20003" y="89535"/>
                    <a:pt x="0" y="69438"/>
                    <a:pt x="0" y="44768"/>
                  </a:cubicBezTo>
                  <a:cubicBezTo>
                    <a:pt x="0" y="20003"/>
                    <a:pt x="20098" y="0"/>
                    <a:pt x="44768" y="0"/>
                  </a:cubicBezTo>
                  <a:cubicBezTo>
                    <a:pt x="69437" y="-95"/>
                    <a:pt x="89535" y="20003"/>
                    <a:pt x="89535" y="447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D19CA89-95D3-47AC-AEC7-7CEF1C02AD2D}"/>
                </a:ext>
              </a:extLst>
            </p:cNvPr>
            <p:cNvSpPr/>
            <p:nvPr/>
          </p:nvSpPr>
          <p:spPr>
            <a:xfrm>
              <a:off x="6510616" y="4413225"/>
              <a:ext cx="228600" cy="228600"/>
            </a:xfrm>
            <a:custGeom>
              <a:avLst/>
              <a:gdLst>
                <a:gd name="connsiteX0" fmla="*/ 229552 w 228600"/>
                <a:gd name="connsiteY0" fmla="*/ 114776 h 228600"/>
                <a:gd name="connsiteX1" fmla="*/ 114776 w 228600"/>
                <a:gd name="connsiteY1" fmla="*/ 229552 h 228600"/>
                <a:gd name="connsiteX2" fmla="*/ 0 w 228600"/>
                <a:gd name="connsiteY2" fmla="*/ 114776 h 228600"/>
                <a:gd name="connsiteX3" fmla="*/ 114776 w 228600"/>
                <a:gd name="connsiteY3" fmla="*/ 0 h 228600"/>
                <a:gd name="connsiteX4" fmla="*/ 229552 w 228600"/>
                <a:gd name="connsiteY4" fmla="*/ 114776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28600">
                  <a:moveTo>
                    <a:pt x="229552" y="114776"/>
                  </a:moveTo>
                  <a:cubicBezTo>
                    <a:pt x="229552" y="178165"/>
                    <a:pt x="178165" y="229552"/>
                    <a:pt x="114776" y="229552"/>
                  </a:cubicBezTo>
                  <a:cubicBezTo>
                    <a:pt x="51387" y="229552"/>
                    <a:pt x="0" y="178165"/>
                    <a:pt x="0" y="114776"/>
                  </a:cubicBezTo>
                  <a:cubicBezTo>
                    <a:pt x="0" y="51387"/>
                    <a:pt x="51387" y="0"/>
                    <a:pt x="114776" y="0"/>
                  </a:cubicBezTo>
                  <a:cubicBezTo>
                    <a:pt x="178165" y="0"/>
                    <a:pt x="229552" y="51387"/>
                    <a:pt x="229552" y="1147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0D504A2-A3E5-4157-BE64-E485AB4DFBB1}"/>
                </a:ext>
              </a:extLst>
            </p:cNvPr>
            <p:cNvSpPr/>
            <p:nvPr/>
          </p:nvSpPr>
          <p:spPr>
            <a:xfrm>
              <a:off x="6365075" y="3134400"/>
              <a:ext cx="85725" cy="85725"/>
            </a:xfrm>
            <a:custGeom>
              <a:avLst/>
              <a:gdLst>
                <a:gd name="connsiteX0" fmla="*/ 90297 w 85725"/>
                <a:gd name="connsiteY0" fmla="*/ 45149 h 85725"/>
                <a:gd name="connsiteX1" fmla="*/ 45148 w 85725"/>
                <a:gd name="connsiteY1" fmla="*/ 90297 h 85725"/>
                <a:gd name="connsiteX2" fmla="*/ 0 w 85725"/>
                <a:gd name="connsiteY2" fmla="*/ 45149 h 85725"/>
                <a:gd name="connsiteX3" fmla="*/ 45148 w 85725"/>
                <a:gd name="connsiteY3" fmla="*/ 0 h 85725"/>
                <a:gd name="connsiteX4" fmla="*/ 90297 w 85725"/>
                <a:gd name="connsiteY4" fmla="*/ 45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297" y="45149"/>
                  </a:moveTo>
                  <a:cubicBezTo>
                    <a:pt x="90297" y="70104"/>
                    <a:pt x="70104" y="90297"/>
                    <a:pt x="45148" y="90297"/>
                  </a:cubicBezTo>
                  <a:cubicBezTo>
                    <a:pt x="20193" y="90297"/>
                    <a:pt x="0" y="70104"/>
                    <a:pt x="0" y="45149"/>
                  </a:cubicBezTo>
                  <a:cubicBezTo>
                    <a:pt x="0" y="20193"/>
                    <a:pt x="20193" y="0"/>
                    <a:pt x="45148" y="0"/>
                  </a:cubicBezTo>
                  <a:cubicBezTo>
                    <a:pt x="70104" y="0"/>
                    <a:pt x="90297" y="20193"/>
                    <a:pt x="90297" y="45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EE7778B-653E-450F-978F-7E925E87D391}"/>
                </a:ext>
              </a:extLst>
            </p:cNvPr>
            <p:cNvSpPr/>
            <p:nvPr/>
          </p:nvSpPr>
          <p:spPr>
            <a:xfrm>
              <a:off x="6287827" y="3057058"/>
              <a:ext cx="238124" cy="238124"/>
            </a:xfrm>
            <a:custGeom>
              <a:avLst/>
              <a:gdLst>
                <a:gd name="connsiteX0" fmla="*/ 244983 w 238125"/>
                <a:gd name="connsiteY0" fmla="*/ 122492 h 238125"/>
                <a:gd name="connsiteX1" fmla="*/ 122492 w 238125"/>
                <a:gd name="connsiteY1" fmla="*/ 244983 h 238125"/>
                <a:gd name="connsiteX2" fmla="*/ 0 w 238125"/>
                <a:gd name="connsiteY2" fmla="*/ 122492 h 238125"/>
                <a:gd name="connsiteX3" fmla="*/ 122492 w 238125"/>
                <a:gd name="connsiteY3" fmla="*/ 0 h 238125"/>
                <a:gd name="connsiteX4" fmla="*/ 244983 w 238125"/>
                <a:gd name="connsiteY4" fmla="*/ 122492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238125">
                  <a:moveTo>
                    <a:pt x="244983" y="122492"/>
                  </a:moveTo>
                  <a:cubicBezTo>
                    <a:pt x="244983" y="190142"/>
                    <a:pt x="190142" y="244983"/>
                    <a:pt x="122492" y="244983"/>
                  </a:cubicBezTo>
                  <a:cubicBezTo>
                    <a:pt x="54841" y="244983"/>
                    <a:pt x="0" y="190142"/>
                    <a:pt x="0" y="122492"/>
                  </a:cubicBezTo>
                  <a:cubicBezTo>
                    <a:pt x="0" y="54841"/>
                    <a:pt x="54842" y="0"/>
                    <a:pt x="122492" y="0"/>
                  </a:cubicBezTo>
                  <a:cubicBezTo>
                    <a:pt x="190142" y="0"/>
                    <a:pt x="244983" y="54841"/>
                    <a:pt x="244983" y="1224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E0ED142-A91B-4655-9613-58C5826EE2A2}"/>
                </a:ext>
              </a:extLst>
            </p:cNvPr>
            <p:cNvSpPr/>
            <p:nvPr/>
          </p:nvSpPr>
          <p:spPr>
            <a:xfrm>
              <a:off x="9208186" y="3732188"/>
              <a:ext cx="95250" cy="95250"/>
            </a:xfrm>
            <a:custGeom>
              <a:avLst/>
              <a:gdLst>
                <a:gd name="connsiteX0" fmla="*/ 96964 w 95250"/>
                <a:gd name="connsiteY0" fmla="*/ 48482 h 95250"/>
                <a:gd name="connsiteX1" fmla="*/ 48483 w 95250"/>
                <a:gd name="connsiteY1" fmla="*/ 96965 h 95250"/>
                <a:gd name="connsiteX2" fmla="*/ 0 w 95250"/>
                <a:gd name="connsiteY2" fmla="*/ 48482 h 95250"/>
                <a:gd name="connsiteX3" fmla="*/ 48483 w 95250"/>
                <a:gd name="connsiteY3" fmla="*/ 0 h 95250"/>
                <a:gd name="connsiteX4" fmla="*/ 96964 w 95250"/>
                <a:gd name="connsiteY4" fmla="*/ 4848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964" y="48482"/>
                  </a:moveTo>
                  <a:cubicBezTo>
                    <a:pt x="96964" y="75248"/>
                    <a:pt x="75248" y="96965"/>
                    <a:pt x="48483" y="96965"/>
                  </a:cubicBezTo>
                  <a:cubicBezTo>
                    <a:pt x="21717" y="96965"/>
                    <a:pt x="0" y="75248"/>
                    <a:pt x="0" y="48482"/>
                  </a:cubicBezTo>
                  <a:cubicBezTo>
                    <a:pt x="0" y="21717"/>
                    <a:pt x="21717" y="0"/>
                    <a:pt x="48483" y="0"/>
                  </a:cubicBezTo>
                  <a:cubicBezTo>
                    <a:pt x="75248" y="0"/>
                    <a:pt x="96964" y="21717"/>
                    <a:pt x="96964" y="48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5C1FEEE-2E7D-4CA6-880C-953D7AAC9EE7}"/>
                </a:ext>
              </a:extLst>
            </p:cNvPr>
            <p:cNvSpPr/>
            <p:nvPr/>
          </p:nvSpPr>
          <p:spPr>
            <a:xfrm>
              <a:off x="9147607" y="3671610"/>
              <a:ext cx="209549" cy="209549"/>
            </a:xfrm>
            <a:custGeom>
              <a:avLst/>
              <a:gdLst>
                <a:gd name="connsiteX0" fmla="*/ 218122 w 209550"/>
                <a:gd name="connsiteY0" fmla="*/ 109061 h 209550"/>
                <a:gd name="connsiteX1" fmla="*/ 109061 w 209550"/>
                <a:gd name="connsiteY1" fmla="*/ 218123 h 209550"/>
                <a:gd name="connsiteX2" fmla="*/ 0 w 209550"/>
                <a:gd name="connsiteY2" fmla="*/ 109061 h 209550"/>
                <a:gd name="connsiteX3" fmla="*/ 109061 w 209550"/>
                <a:gd name="connsiteY3" fmla="*/ 0 h 209550"/>
                <a:gd name="connsiteX4" fmla="*/ 218122 w 209550"/>
                <a:gd name="connsiteY4" fmla="*/ 109061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218122" y="109061"/>
                  </a:moveTo>
                  <a:cubicBezTo>
                    <a:pt x="218122" y="169294"/>
                    <a:pt x="169294" y="218123"/>
                    <a:pt x="109061" y="218123"/>
                  </a:cubicBezTo>
                  <a:cubicBezTo>
                    <a:pt x="48828" y="218123"/>
                    <a:pt x="0" y="169294"/>
                    <a:pt x="0" y="109061"/>
                  </a:cubicBezTo>
                  <a:cubicBezTo>
                    <a:pt x="0" y="48828"/>
                    <a:pt x="48828" y="0"/>
                    <a:pt x="109061" y="0"/>
                  </a:cubicBezTo>
                  <a:cubicBezTo>
                    <a:pt x="169294" y="0"/>
                    <a:pt x="218122" y="48828"/>
                    <a:pt x="218122" y="1090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01DF13E-798F-4729-9EA1-17DE99DF83F4}"/>
                </a:ext>
              </a:extLst>
            </p:cNvPr>
            <p:cNvSpPr/>
            <p:nvPr/>
          </p:nvSpPr>
          <p:spPr>
            <a:xfrm>
              <a:off x="8059951" y="5750056"/>
              <a:ext cx="85725" cy="85725"/>
            </a:xfrm>
            <a:custGeom>
              <a:avLst/>
              <a:gdLst>
                <a:gd name="connsiteX0" fmla="*/ 88582 w 85725"/>
                <a:gd name="connsiteY0" fmla="*/ 44291 h 85725"/>
                <a:gd name="connsiteX1" fmla="*/ 44291 w 85725"/>
                <a:gd name="connsiteY1" fmla="*/ 88582 h 85725"/>
                <a:gd name="connsiteX2" fmla="*/ 0 w 85725"/>
                <a:gd name="connsiteY2" fmla="*/ 44291 h 85725"/>
                <a:gd name="connsiteX3" fmla="*/ 44291 w 85725"/>
                <a:gd name="connsiteY3" fmla="*/ 0 h 85725"/>
                <a:gd name="connsiteX4" fmla="*/ 88582 w 85725"/>
                <a:gd name="connsiteY4" fmla="*/ 442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8582" y="44291"/>
                  </a:moveTo>
                  <a:cubicBezTo>
                    <a:pt x="88582" y="68771"/>
                    <a:pt x="68770" y="88582"/>
                    <a:pt x="44291" y="88582"/>
                  </a:cubicBezTo>
                  <a:cubicBezTo>
                    <a:pt x="19812" y="88582"/>
                    <a:pt x="0" y="68771"/>
                    <a:pt x="0" y="44291"/>
                  </a:cubicBezTo>
                  <a:cubicBezTo>
                    <a:pt x="0" y="19812"/>
                    <a:pt x="19812" y="0"/>
                    <a:pt x="44291" y="0"/>
                  </a:cubicBezTo>
                  <a:cubicBezTo>
                    <a:pt x="68770" y="0"/>
                    <a:pt x="88582" y="19812"/>
                    <a:pt x="88582" y="442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89DADEF-0121-4312-8834-FDDE9C9B8AD7}"/>
                </a:ext>
              </a:extLst>
            </p:cNvPr>
            <p:cNvSpPr/>
            <p:nvPr/>
          </p:nvSpPr>
          <p:spPr>
            <a:xfrm>
              <a:off x="7999371" y="5689382"/>
              <a:ext cx="209549" cy="209549"/>
            </a:xfrm>
            <a:custGeom>
              <a:avLst/>
              <a:gdLst>
                <a:gd name="connsiteX0" fmla="*/ 209931 w 209550"/>
                <a:gd name="connsiteY0" fmla="*/ 104966 h 209550"/>
                <a:gd name="connsiteX1" fmla="*/ 104966 w 209550"/>
                <a:gd name="connsiteY1" fmla="*/ 209931 h 209550"/>
                <a:gd name="connsiteX2" fmla="*/ 0 w 209550"/>
                <a:gd name="connsiteY2" fmla="*/ 104966 h 209550"/>
                <a:gd name="connsiteX3" fmla="*/ 104966 w 209550"/>
                <a:gd name="connsiteY3" fmla="*/ 0 h 209550"/>
                <a:gd name="connsiteX4" fmla="*/ 209931 w 209550"/>
                <a:gd name="connsiteY4" fmla="*/ 10496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209931" y="104966"/>
                  </a:moveTo>
                  <a:cubicBezTo>
                    <a:pt x="209931" y="162936"/>
                    <a:pt x="162937" y="209931"/>
                    <a:pt x="104966" y="209931"/>
                  </a:cubicBezTo>
                  <a:cubicBezTo>
                    <a:pt x="46995" y="209931"/>
                    <a:pt x="0" y="162936"/>
                    <a:pt x="0" y="104966"/>
                  </a:cubicBezTo>
                  <a:cubicBezTo>
                    <a:pt x="0" y="46995"/>
                    <a:pt x="46995" y="0"/>
                    <a:pt x="104966" y="0"/>
                  </a:cubicBezTo>
                  <a:cubicBezTo>
                    <a:pt x="162937" y="0"/>
                    <a:pt x="209931" y="46995"/>
                    <a:pt x="209931" y="1049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6CAE51E-2807-41A4-8E40-AB804DCC63A8}"/>
                </a:ext>
              </a:extLst>
            </p:cNvPr>
            <p:cNvSpPr/>
            <p:nvPr/>
          </p:nvSpPr>
          <p:spPr>
            <a:xfrm>
              <a:off x="6062086" y="4302163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7 w 57150"/>
                <a:gd name="connsiteY1" fmla="*/ 59055 h 57150"/>
                <a:gd name="connsiteX2" fmla="*/ 0 w 57150"/>
                <a:gd name="connsiteY2" fmla="*/ 29527 h 57150"/>
                <a:gd name="connsiteX3" fmla="*/ 29527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35"/>
                    <a:pt x="45835" y="59055"/>
                    <a:pt x="29527" y="59055"/>
                  </a:cubicBezTo>
                  <a:cubicBezTo>
                    <a:pt x="13220" y="59055"/>
                    <a:pt x="0" y="45835"/>
                    <a:pt x="0" y="29527"/>
                  </a:cubicBezTo>
                  <a:cubicBezTo>
                    <a:pt x="0" y="13220"/>
                    <a:pt x="13220" y="0"/>
                    <a:pt x="29527" y="0"/>
                  </a:cubicBezTo>
                  <a:cubicBezTo>
                    <a:pt x="45835" y="0"/>
                    <a:pt x="59055" y="1322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AC318D9-09A3-47AD-9AA3-AC30AB82F2C8}"/>
                </a:ext>
              </a:extLst>
            </p:cNvPr>
            <p:cNvSpPr/>
            <p:nvPr/>
          </p:nvSpPr>
          <p:spPr>
            <a:xfrm>
              <a:off x="6022081" y="4262158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8013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81F6B32-3912-446E-827B-5B3BE0AE76F9}"/>
                </a:ext>
              </a:extLst>
            </p:cNvPr>
            <p:cNvSpPr/>
            <p:nvPr/>
          </p:nvSpPr>
          <p:spPr>
            <a:xfrm>
              <a:off x="7614752" y="3005622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8 w 57150"/>
                <a:gd name="connsiteY1" fmla="*/ 59055 h 57150"/>
                <a:gd name="connsiteX2" fmla="*/ 0 w 57150"/>
                <a:gd name="connsiteY2" fmla="*/ 29527 h 57150"/>
                <a:gd name="connsiteX3" fmla="*/ 29528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7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911" y="0"/>
                    <a:pt x="59055" y="1324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8475CA-7275-4981-8594-14953EF4EB15}"/>
                </a:ext>
              </a:extLst>
            </p:cNvPr>
            <p:cNvSpPr/>
            <p:nvPr/>
          </p:nvSpPr>
          <p:spPr>
            <a:xfrm>
              <a:off x="7574842" y="2965617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2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718CADC-792B-4F8B-87D2-B9728CA55A05}"/>
                </a:ext>
              </a:extLst>
            </p:cNvPr>
            <p:cNvSpPr/>
            <p:nvPr/>
          </p:nvSpPr>
          <p:spPr>
            <a:xfrm>
              <a:off x="6266682" y="5218561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E4BCBDD-1D0B-4522-87B8-00D6B54FCC74}"/>
                </a:ext>
              </a:extLst>
            </p:cNvPr>
            <p:cNvSpPr/>
            <p:nvPr/>
          </p:nvSpPr>
          <p:spPr>
            <a:xfrm>
              <a:off x="6226677" y="5178557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6DAD548-F79E-475D-A3FD-430855A8D4CD}"/>
                </a:ext>
              </a:extLst>
            </p:cNvPr>
            <p:cNvSpPr/>
            <p:nvPr/>
          </p:nvSpPr>
          <p:spPr>
            <a:xfrm>
              <a:off x="6710641" y="5362674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7 w 57150"/>
                <a:gd name="connsiteY1" fmla="*/ 59055 h 57150"/>
                <a:gd name="connsiteX2" fmla="*/ 0 w 57150"/>
                <a:gd name="connsiteY2" fmla="*/ 29528 h 57150"/>
                <a:gd name="connsiteX3" fmla="*/ 29527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35"/>
                    <a:pt x="45835" y="59055"/>
                    <a:pt x="29527" y="59055"/>
                  </a:cubicBezTo>
                  <a:cubicBezTo>
                    <a:pt x="13220" y="59055"/>
                    <a:pt x="0" y="45835"/>
                    <a:pt x="0" y="29528"/>
                  </a:cubicBezTo>
                  <a:cubicBezTo>
                    <a:pt x="0" y="13220"/>
                    <a:pt x="13220" y="0"/>
                    <a:pt x="29527" y="0"/>
                  </a:cubicBezTo>
                  <a:cubicBezTo>
                    <a:pt x="45835" y="0"/>
                    <a:pt x="59055" y="1322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96A69F1-20DD-48CB-AE5E-DFBE8C519BF0}"/>
                </a:ext>
              </a:extLst>
            </p:cNvPr>
            <p:cNvSpPr/>
            <p:nvPr/>
          </p:nvSpPr>
          <p:spPr>
            <a:xfrm>
              <a:off x="6670636" y="5322669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B1CD320-2DA3-48D5-84C1-D9244253B593}"/>
                </a:ext>
              </a:extLst>
            </p:cNvPr>
            <p:cNvSpPr/>
            <p:nvPr/>
          </p:nvSpPr>
          <p:spPr>
            <a:xfrm>
              <a:off x="5947975" y="5469449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55BF967-B83B-4F8C-B401-364087ABDB10}"/>
                </a:ext>
              </a:extLst>
            </p:cNvPr>
            <p:cNvSpPr/>
            <p:nvPr/>
          </p:nvSpPr>
          <p:spPr>
            <a:xfrm>
              <a:off x="5907970" y="5429445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3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3" y="0"/>
                  </a:cubicBezTo>
                  <a:cubicBezTo>
                    <a:pt x="107918" y="95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BE9792D-086A-4AF8-A630-840582407577}"/>
                </a:ext>
              </a:extLst>
            </p:cNvPr>
            <p:cNvSpPr/>
            <p:nvPr/>
          </p:nvSpPr>
          <p:spPr>
            <a:xfrm>
              <a:off x="8883574" y="3671514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8 w 57150"/>
                <a:gd name="connsiteY1" fmla="*/ 59055 h 57150"/>
                <a:gd name="connsiteX2" fmla="*/ 0 w 57150"/>
                <a:gd name="connsiteY2" fmla="*/ 29527 h 57150"/>
                <a:gd name="connsiteX3" fmla="*/ 29528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7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B5C730C-FDE5-413D-B8DB-3D2EF8DA8220}"/>
                </a:ext>
              </a:extLst>
            </p:cNvPr>
            <p:cNvSpPr/>
            <p:nvPr/>
          </p:nvSpPr>
          <p:spPr>
            <a:xfrm>
              <a:off x="8843569" y="3631509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3B92F83-F1CF-46E8-B5DB-C09C74DBD5E8}"/>
                </a:ext>
              </a:extLst>
            </p:cNvPr>
            <p:cNvSpPr/>
            <p:nvPr/>
          </p:nvSpPr>
          <p:spPr>
            <a:xfrm>
              <a:off x="9123318" y="4543526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7 w 57150"/>
                <a:gd name="connsiteY1" fmla="*/ 59055 h 57150"/>
                <a:gd name="connsiteX2" fmla="*/ 0 w 57150"/>
                <a:gd name="connsiteY2" fmla="*/ 29528 h 57150"/>
                <a:gd name="connsiteX3" fmla="*/ 29527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7" y="59055"/>
                  </a:cubicBezTo>
                  <a:cubicBezTo>
                    <a:pt x="13239" y="59055"/>
                    <a:pt x="0" y="45815"/>
                    <a:pt x="0" y="29528"/>
                  </a:cubicBezTo>
                  <a:cubicBezTo>
                    <a:pt x="0" y="13240"/>
                    <a:pt x="13239" y="0"/>
                    <a:pt x="29527" y="0"/>
                  </a:cubicBezTo>
                  <a:cubicBezTo>
                    <a:pt x="45910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446919C-B6A9-4394-ACBE-2A07A507DBAB}"/>
                </a:ext>
              </a:extLst>
            </p:cNvPr>
            <p:cNvSpPr/>
            <p:nvPr/>
          </p:nvSpPr>
          <p:spPr>
            <a:xfrm>
              <a:off x="9083408" y="4503235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85861B1-DF83-4CFB-AECB-159E868CEAD9}"/>
                </a:ext>
              </a:extLst>
            </p:cNvPr>
            <p:cNvSpPr/>
            <p:nvPr/>
          </p:nvSpPr>
          <p:spPr>
            <a:xfrm>
              <a:off x="9227140" y="5087307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8F42432-F2AE-4F37-8263-177E4B42F934}"/>
                </a:ext>
              </a:extLst>
            </p:cNvPr>
            <p:cNvSpPr/>
            <p:nvPr/>
          </p:nvSpPr>
          <p:spPr>
            <a:xfrm>
              <a:off x="9187136" y="5047304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3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3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6CD409E-8A15-4A92-9D13-7DF760D4A7E5}"/>
                </a:ext>
              </a:extLst>
            </p:cNvPr>
            <p:cNvSpPr/>
            <p:nvPr/>
          </p:nvSpPr>
          <p:spPr>
            <a:xfrm>
              <a:off x="6714071" y="3097063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CABC29B-5A52-4654-847A-BD11CD88F20B}"/>
                </a:ext>
              </a:extLst>
            </p:cNvPr>
            <p:cNvSpPr/>
            <p:nvPr/>
          </p:nvSpPr>
          <p:spPr>
            <a:xfrm>
              <a:off x="6674079" y="3057063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</p:grpSp>
    </p:spTree>
    <p:extLst>
      <p:ext uri="{BB962C8B-B14F-4D97-AF65-F5344CB8AC3E}">
        <p14:creationId xmlns:p14="http://schemas.microsoft.com/office/powerpoint/2010/main" val="108221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L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308">
            <a:extLst>
              <a:ext uri="{FF2B5EF4-FFF2-40B4-BE49-F238E27FC236}">
                <a16:creationId xmlns:a16="http://schemas.microsoft.com/office/drawing/2014/main" id="{D5FC8BB6-F6FB-476D-B484-6B5D63DE65D3}"/>
              </a:ext>
            </a:extLst>
          </p:cNvPr>
          <p:cNvSpPr txBox="1"/>
          <p:nvPr/>
        </p:nvSpPr>
        <p:spPr>
          <a:xfrm>
            <a:off x="4721778" y="2611449"/>
            <a:ext cx="5027339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Ambient Systems</a:t>
            </a:r>
          </a:p>
          <a:p>
            <a:r>
              <a:rPr lang="en-CA" dirty="0">
                <a:solidFill>
                  <a:schemeClr val="bg1"/>
                </a:solidFill>
              </a:rPr>
              <a:t>Climate Management for Cities of Tomorrow</a:t>
            </a:r>
            <a:endParaRPr lang="en-CA" sz="24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C86869-144C-4362-8835-D83D20FAD15C}"/>
              </a:ext>
            </a:extLst>
          </p:cNvPr>
          <p:cNvGrpSpPr/>
          <p:nvPr/>
        </p:nvGrpSpPr>
        <p:grpSpPr>
          <a:xfrm>
            <a:off x="0" y="4868032"/>
            <a:ext cx="2362200" cy="2025452"/>
            <a:chOff x="0" y="4868032"/>
            <a:chExt cx="2362200" cy="2025452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ACC092D-78DF-43A4-A6FD-9333EE17D3AB}"/>
                </a:ext>
              </a:extLst>
            </p:cNvPr>
            <p:cNvSpPr/>
            <p:nvPr/>
          </p:nvSpPr>
          <p:spPr>
            <a:xfrm flipH="1" flipV="1">
              <a:off x="1682808" y="5249619"/>
              <a:ext cx="623452" cy="802801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80BCF0F-69DE-4BB7-9095-FBC6E0843EFE}"/>
                </a:ext>
              </a:extLst>
            </p:cNvPr>
            <p:cNvSpPr/>
            <p:nvPr/>
          </p:nvSpPr>
          <p:spPr>
            <a:xfrm flipH="1" flipV="1">
              <a:off x="1694423" y="5769135"/>
              <a:ext cx="614912" cy="973610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B579CB2-7678-49F4-88A7-4999A20A95CE}"/>
                </a:ext>
              </a:extLst>
            </p:cNvPr>
            <p:cNvSpPr/>
            <p:nvPr/>
          </p:nvSpPr>
          <p:spPr>
            <a:xfrm flipH="1" flipV="1">
              <a:off x="1200872" y="4902878"/>
              <a:ext cx="631992" cy="862584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8CAAF9A-FB00-4319-B3BB-3C400040CB09}"/>
                </a:ext>
              </a:extLst>
            </p:cNvPr>
            <p:cNvSpPr/>
            <p:nvPr/>
          </p:nvSpPr>
          <p:spPr>
            <a:xfrm flipH="1" flipV="1">
              <a:off x="1693825" y="5773405"/>
              <a:ext cx="606371" cy="965070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7EF2380-4836-42E9-AFD0-6A2BFF259481}"/>
                </a:ext>
              </a:extLst>
            </p:cNvPr>
            <p:cNvSpPr/>
            <p:nvPr/>
          </p:nvSpPr>
          <p:spPr>
            <a:xfrm flipH="1" flipV="1">
              <a:off x="1259972" y="5766743"/>
              <a:ext cx="427022" cy="896746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F340D06-58A4-4370-A1F7-8F744B68750F}"/>
                </a:ext>
              </a:extLst>
            </p:cNvPr>
            <p:cNvSpPr/>
            <p:nvPr/>
          </p:nvSpPr>
          <p:spPr>
            <a:xfrm flipH="1" flipV="1">
              <a:off x="1337262" y="5766743"/>
              <a:ext cx="555128" cy="896746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CFD9798-531C-4A05-998B-5C6D65916ECC}"/>
                </a:ext>
              </a:extLst>
            </p:cNvPr>
            <p:cNvSpPr/>
            <p:nvPr/>
          </p:nvSpPr>
          <p:spPr>
            <a:xfrm flipH="1" flipV="1">
              <a:off x="407123" y="4872388"/>
              <a:ext cx="785720" cy="563669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AA26C9D-42AB-46CF-80C1-C70767C9E73D}"/>
                </a:ext>
              </a:extLst>
            </p:cNvPr>
            <p:cNvSpPr/>
            <p:nvPr/>
          </p:nvSpPr>
          <p:spPr>
            <a:xfrm flipH="1" flipV="1">
              <a:off x="1106244" y="5447075"/>
              <a:ext cx="580750" cy="495346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2CB72B-FD85-4DC3-8F3B-C107D1D8265B}"/>
                </a:ext>
              </a:extLst>
            </p:cNvPr>
            <p:cNvSpPr/>
            <p:nvPr/>
          </p:nvSpPr>
          <p:spPr>
            <a:xfrm flipH="1" flipV="1">
              <a:off x="1106244" y="4902878"/>
              <a:ext cx="580750" cy="862584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9151E3B-F894-4AB0-AA0E-EEC36F29EFF1}"/>
                </a:ext>
              </a:extLst>
            </p:cNvPr>
            <p:cNvSpPr/>
            <p:nvPr/>
          </p:nvSpPr>
          <p:spPr>
            <a:xfrm flipH="1" flipV="1">
              <a:off x="407123" y="4897411"/>
              <a:ext cx="785720" cy="546588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0752B23-2A48-45EA-8029-E73055306DBE}"/>
                </a:ext>
              </a:extLst>
            </p:cNvPr>
            <p:cNvSpPr/>
            <p:nvPr/>
          </p:nvSpPr>
          <p:spPr>
            <a:xfrm flipH="1" flipV="1">
              <a:off x="342" y="5278549"/>
              <a:ext cx="404252" cy="15745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38608FF-F4D3-4A4C-88BF-AB40047AEBAF}"/>
                </a:ext>
              </a:extLst>
            </p:cNvPr>
            <p:cNvSpPr/>
            <p:nvPr/>
          </p:nvSpPr>
          <p:spPr>
            <a:xfrm flipH="1" flipV="1">
              <a:off x="342" y="5280245"/>
              <a:ext cx="404389" cy="726314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8C2A47E-5451-469D-9593-BE466AF3261F}"/>
                </a:ext>
              </a:extLst>
            </p:cNvPr>
            <p:cNvSpPr/>
            <p:nvPr/>
          </p:nvSpPr>
          <p:spPr>
            <a:xfrm flipH="1" flipV="1">
              <a:off x="342" y="4873925"/>
              <a:ext cx="534973" cy="562132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6CE580B-9297-481E-8EFD-111C8EB1DA22}"/>
                </a:ext>
              </a:extLst>
            </p:cNvPr>
            <p:cNvSpPr/>
            <p:nvPr/>
          </p:nvSpPr>
          <p:spPr>
            <a:xfrm flipH="1" flipV="1">
              <a:off x="411734" y="5442548"/>
              <a:ext cx="691776" cy="4270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474B05D-C381-4F0F-A16F-E35DC5850724}"/>
                </a:ext>
              </a:extLst>
            </p:cNvPr>
            <p:cNvSpPr/>
            <p:nvPr/>
          </p:nvSpPr>
          <p:spPr>
            <a:xfrm flipH="1" flipV="1">
              <a:off x="760440" y="5447075"/>
              <a:ext cx="495346" cy="495346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D3AF008-5BDE-4A4F-9174-5B51298F6F20}"/>
                </a:ext>
              </a:extLst>
            </p:cNvPr>
            <p:cNvSpPr/>
            <p:nvPr/>
          </p:nvSpPr>
          <p:spPr>
            <a:xfrm flipH="1" flipV="1">
              <a:off x="883594" y="5946092"/>
              <a:ext cx="452643" cy="717397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57B656B-D254-4308-8FFF-3E5521C28F19}"/>
                </a:ext>
              </a:extLst>
            </p:cNvPr>
            <p:cNvSpPr/>
            <p:nvPr/>
          </p:nvSpPr>
          <p:spPr>
            <a:xfrm flipH="1" flipV="1">
              <a:off x="760440" y="5870851"/>
              <a:ext cx="495346" cy="478264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8C92B49-0F94-4570-B79E-A18D73B7745C}"/>
                </a:ext>
              </a:extLst>
            </p:cNvPr>
            <p:cNvSpPr/>
            <p:nvPr/>
          </p:nvSpPr>
          <p:spPr>
            <a:xfrm flipH="1" flipV="1">
              <a:off x="412162" y="5442548"/>
              <a:ext cx="341618" cy="879665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C761C4-41DA-438E-A81C-7D1D96456964}"/>
                </a:ext>
              </a:extLst>
            </p:cNvPr>
            <p:cNvSpPr/>
            <p:nvPr/>
          </p:nvSpPr>
          <p:spPr>
            <a:xfrm flipH="1" flipV="1">
              <a:off x="14348" y="5442548"/>
              <a:ext cx="435562" cy="879665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8B8D8F-A2F4-448D-8077-D07A23B344D6}"/>
                </a:ext>
              </a:extLst>
            </p:cNvPr>
            <p:cNvSpPr/>
            <p:nvPr/>
          </p:nvSpPr>
          <p:spPr>
            <a:xfrm flipH="1" flipV="1">
              <a:off x="455376" y="5870851"/>
              <a:ext cx="427022" cy="478264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C505487-3EA0-467C-97AC-0095AD99C644}"/>
                </a:ext>
              </a:extLst>
            </p:cNvPr>
            <p:cNvSpPr/>
            <p:nvPr/>
          </p:nvSpPr>
          <p:spPr>
            <a:xfrm flipH="1" flipV="1">
              <a:off x="883594" y="6355436"/>
              <a:ext cx="452643" cy="538048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649AF7F-34F7-4872-B653-BF3744860CBD}"/>
                </a:ext>
              </a:extLst>
            </p:cNvPr>
            <p:cNvSpPr/>
            <p:nvPr/>
          </p:nvSpPr>
          <p:spPr>
            <a:xfrm flipH="1" flipV="1">
              <a:off x="5808" y="6009804"/>
              <a:ext cx="444103" cy="802801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4F37E16-C5C4-4E19-A59A-8D5DD503030F}"/>
                </a:ext>
              </a:extLst>
            </p:cNvPr>
            <p:cNvSpPr/>
            <p:nvPr/>
          </p:nvSpPr>
          <p:spPr>
            <a:xfrm flipH="1" flipV="1">
              <a:off x="541851" y="6349116"/>
              <a:ext cx="362113" cy="514221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0705E66-353C-47B6-9C99-539997795B1B}"/>
                </a:ext>
              </a:extLst>
            </p:cNvPr>
            <p:cNvSpPr/>
            <p:nvPr/>
          </p:nvSpPr>
          <p:spPr>
            <a:xfrm flipH="1" flipV="1">
              <a:off x="0" y="6322214"/>
              <a:ext cx="882398" cy="541123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E20D68C-2697-40F0-99FA-491651632149}"/>
                </a:ext>
              </a:extLst>
            </p:cNvPr>
            <p:cNvSpPr/>
            <p:nvPr/>
          </p:nvSpPr>
          <p:spPr>
            <a:xfrm flipH="1" flipV="1">
              <a:off x="1634106" y="5712078"/>
              <a:ext cx="102485" cy="102485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73B34EE-9E1B-4B70-848E-0DB23028952F}"/>
                </a:ext>
              </a:extLst>
            </p:cNvPr>
            <p:cNvSpPr/>
            <p:nvPr/>
          </p:nvSpPr>
          <p:spPr>
            <a:xfrm flipH="1" flipV="1">
              <a:off x="351674" y="5389660"/>
              <a:ext cx="102485" cy="102485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AEE5365-86DF-4FF5-83C5-177544A3439B}"/>
                </a:ext>
              </a:extLst>
            </p:cNvPr>
            <p:cNvSpPr/>
            <p:nvPr/>
          </p:nvSpPr>
          <p:spPr>
            <a:xfrm flipH="1" flipV="1">
              <a:off x="2259715" y="6002800"/>
              <a:ext cx="102485" cy="102485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D5ABBF1-980E-465F-8804-DD999CDEEA67}"/>
                </a:ext>
              </a:extLst>
            </p:cNvPr>
            <p:cNvSpPr/>
            <p:nvPr/>
          </p:nvSpPr>
          <p:spPr>
            <a:xfrm flipH="1" flipV="1">
              <a:off x="828401" y="6297595"/>
              <a:ext cx="102485" cy="102485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958CCEC-22C6-4C76-B8A4-B33FCED516C2}"/>
                </a:ext>
              </a:extLst>
            </p:cNvPr>
            <p:cNvSpPr/>
            <p:nvPr/>
          </p:nvSpPr>
          <p:spPr>
            <a:xfrm flipH="1" flipV="1">
              <a:off x="1892463" y="6548131"/>
              <a:ext cx="56694" cy="284118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DC821A8-A0F3-4634-8905-3308E896108F}"/>
                </a:ext>
              </a:extLst>
            </p:cNvPr>
            <p:cNvSpPr/>
            <p:nvPr/>
          </p:nvSpPr>
          <p:spPr>
            <a:xfrm flipH="1" flipV="1">
              <a:off x="1892390" y="6547766"/>
              <a:ext cx="73" cy="364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37BE0B8-165B-45E4-8F14-58CB4F668298}"/>
                </a:ext>
              </a:extLst>
            </p:cNvPr>
            <p:cNvSpPr/>
            <p:nvPr/>
          </p:nvSpPr>
          <p:spPr>
            <a:xfrm flipH="1" flipV="1">
              <a:off x="1892391" y="6547766"/>
              <a:ext cx="407805" cy="284482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721A00C-E42F-4A86-AEA3-F2C50D7D0AE3}"/>
                </a:ext>
              </a:extLst>
            </p:cNvPr>
            <p:cNvSpPr/>
            <p:nvPr/>
          </p:nvSpPr>
          <p:spPr>
            <a:xfrm flipH="1" flipV="1">
              <a:off x="1336238" y="6547766"/>
              <a:ext cx="612470" cy="284482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30AD418-F949-447A-A2EE-907FE44B38D8}"/>
                </a:ext>
              </a:extLst>
            </p:cNvPr>
            <p:cNvSpPr/>
            <p:nvPr/>
          </p:nvSpPr>
          <p:spPr>
            <a:xfrm flipH="1" flipV="1">
              <a:off x="1024162" y="6663490"/>
              <a:ext cx="430128" cy="168759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64E411C-C5F7-40EB-9FB3-2F337BAC6738}"/>
                </a:ext>
              </a:extLst>
            </p:cNvPr>
            <p:cNvCxnSpPr>
              <a:stCxn id="114" idx="0"/>
              <a:endCxn id="117" idx="0"/>
            </p:cNvCxnSpPr>
            <p:nvPr/>
          </p:nvCxnSpPr>
          <p:spPr>
            <a:xfrm>
              <a:off x="539499" y="4868032"/>
              <a:ext cx="653344" cy="29123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95E0A-9E8E-427D-A1A2-40E46D78CDD9}"/>
              </a:ext>
            </a:extLst>
          </p:cNvPr>
          <p:cNvGrpSpPr/>
          <p:nvPr/>
        </p:nvGrpSpPr>
        <p:grpSpPr>
          <a:xfrm>
            <a:off x="9646172" y="-78917"/>
            <a:ext cx="2567428" cy="2201423"/>
            <a:chOff x="9646172" y="-78917"/>
            <a:chExt cx="2567428" cy="22014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E7A7763-7818-4DDC-BC05-47B0FBF9EDB8}"/>
                </a:ext>
              </a:extLst>
            </p:cNvPr>
            <p:cNvSpPr/>
            <p:nvPr/>
          </p:nvSpPr>
          <p:spPr>
            <a:xfrm>
              <a:off x="10761270" y="-78917"/>
              <a:ext cx="491969" cy="584793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DFD568A-8E81-4AB7-BF0D-7FFB45CEE9DB}"/>
                </a:ext>
              </a:extLst>
            </p:cNvPr>
            <p:cNvSpPr/>
            <p:nvPr/>
          </p:nvSpPr>
          <p:spPr>
            <a:xfrm>
              <a:off x="11724602" y="8988"/>
              <a:ext cx="482686" cy="872549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9B599B4-A601-4066-891E-478B8C92F598}"/>
                </a:ext>
              </a:extLst>
            </p:cNvPr>
            <p:cNvSpPr/>
            <p:nvPr/>
          </p:nvSpPr>
          <p:spPr>
            <a:xfrm>
              <a:off x="11231100" y="-46151"/>
              <a:ext cx="393573" cy="558896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2248E57-1982-4C77-B7B6-98067B11D1D0}"/>
                </a:ext>
              </a:extLst>
            </p:cNvPr>
            <p:cNvSpPr/>
            <p:nvPr/>
          </p:nvSpPr>
          <p:spPr>
            <a:xfrm>
              <a:off x="11254539" y="-46151"/>
              <a:ext cx="959061" cy="588135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4989CAA-40F1-4EFA-A879-220B2D5F2A65}"/>
                </a:ext>
              </a:extLst>
            </p:cNvPr>
            <p:cNvSpPr/>
            <p:nvPr/>
          </p:nvSpPr>
          <p:spPr>
            <a:xfrm>
              <a:off x="10095100" y="-12362"/>
              <a:ext cx="61620" cy="308802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1875776-4C74-43F2-AEEC-816CFBAEB717}"/>
                </a:ext>
              </a:extLst>
            </p:cNvPr>
            <p:cNvSpPr/>
            <p:nvPr/>
          </p:nvSpPr>
          <p:spPr>
            <a:xfrm>
              <a:off x="9713562" y="-12362"/>
              <a:ext cx="443236" cy="309198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218BE3B-E994-44D2-8724-0F39BEC2B403}"/>
                </a:ext>
              </a:extLst>
            </p:cNvPr>
            <p:cNvSpPr/>
            <p:nvPr/>
          </p:nvSpPr>
          <p:spPr>
            <a:xfrm>
              <a:off x="10095588" y="-12362"/>
              <a:ext cx="665681" cy="309198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11D1371-80CE-4D92-AD42-1CD94C8B430F}"/>
                </a:ext>
              </a:extLst>
            </p:cNvPr>
            <p:cNvSpPr/>
            <p:nvPr/>
          </p:nvSpPr>
          <p:spPr>
            <a:xfrm>
              <a:off x="10632961" y="-12362"/>
              <a:ext cx="467497" cy="183420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A0BE4FC-E249-4118-8CDC-104C4F90FA99}"/>
                </a:ext>
              </a:extLst>
            </p:cNvPr>
            <p:cNvSpPr/>
            <p:nvPr/>
          </p:nvSpPr>
          <p:spPr>
            <a:xfrm>
              <a:off x="9706972" y="835218"/>
              <a:ext cx="677617" cy="872549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5EB3C09-B204-400D-AE74-F4633E5D1BF6}"/>
                </a:ext>
              </a:extLst>
            </p:cNvPr>
            <p:cNvSpPr/>
            <p:nvPr/>
          </p:nvSpPr>
          <p:spPr>
            <a:xfrm>
              <a:off x="9703630" y="84919"/>
              <a:ext cx="668335" cy="1058197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AEDAA89-2EDC-4940-908D-F4F13997DE4D}"/>
                </a:ext>
              </a:extLst>
            </p:cNvPr>
            <p:cNvSpPr/>
            <p:nvPr/>
          </p:nvSpPr>
          <p:spPr>
            <a:xfrm>
              <a:off x="10221496" y="1147107"/>
              <a:ext cx="686900" cy="937526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B952A6-2FF0-4FE4-9335-2E660CAD6F4C}"/>
                </a:ext>
              </a:extLst>
            </p:cNvPr>
            <p:cNvSpPr/>
            <p:nvPr/>
          </p:nvSpPr>
          <p:spPr>
            <a:xfrm>
              <a:off x="9713563" y="89560"/>
              <a:ext cx="659053" cy="1048915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E3601C-F2C6-49E9-89A7-AEAF5213F83A}"/>
                </a:ext>
              </a:extLst>
            </p:cNvPr>
            <p:cNvSpPr/>
            <p:nvPr/>
          </p:nvSpPr>
          <p:spPr>
            <a:xfrm>
              <a:off x="10380041" y="171060"/>
              <a:ext cx="464122" cy="974655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78C6FF3-7A07-4CE1-806E-F86A50C1D310}"/>
                </a:ext>
              </a:extLst>
            </p:cNvPr>
            <p:cNvSpPr/>
            <p:nvPr/>
          </p:nvSpPr>
          <p:spPr>
            <a:xfrm>
              <a:off x="10156798" y="171060"/>
              <a:ext cx="603358" cy="974655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1A1714-B275-453F-B17D-8C979553C5B2}"/>
                </a:ext>
              </a:extLst>
            </p:cNvPr>
            <p:cNvSpPr/>
            <p:nvPr/>
          </p:nvSpPr>
          <p:spPr>
            <a:xfrm>
              <a:off x="10917122" y="1505131"/>
              <a:ext cx="853984" cy="612641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5FEB2B-C37D-4740-BC67-4BA2C198E7E8}"/>
                </a:ext>
              </a:extLst>
            </p:cNvPr>
            <p:cNvSpPr/>
            <p:nvPr/>
          </p:nvSpPr>
          <p:spPr>
            <a:xfrm>
              <a:off x="10380041" y="954775"/>
              <a:ext cx="631205" cy="538381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2AEB8D-D654-4621-844C-3C11F5A26A01}"/>
                </a:ext>
              </a:extLst>
            </p:cNvPr>
            <p:cNvSpPr/>
            <p:nvPr/>
          </p:nvSpPr>
          <p:spPr>
            <a:xfrm>
              <a:off x="10380041" y="1147107"/>
              <a:ext cx="631205" cy="937526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8C20A4-77D2-4510-8BF3-A7F865E4AD9A}"/>
                </a:ext>
              </a:extLst>
            </p:cNvPr>
            <p:cNvSpPr/>
            <p:nvPr/>
          </p:nvSpPr>
          <p:spPr>
            <a:xfrm>
              <a:off x="10917122" y="1496499"/>
              <a:ext cx="853984" cy="594076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E5F006B-92DF-4EC3-8936-C7F3F8C6EE74}"/>
                </a:ext>
              </a:extLst>
            </p:cNvPr>
            <p:cNvSpPr/>
            <p:nvPr/>
          </p:nvSpPr>
          <p:spPr>
            <a:xfrm>
              <a:off x="11773855" y="1505189"/>
              <a:ext cx="439374" cy="17113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F62F606-8377-4849-9C8A-FBF71850764F}"/>
                </a:ext>
              </a:extLst>
            </p:cNvPr>
            <p:cNvSpPr/>
            <p:nvPr/>
          </p:nvSpPr>
          <p:spPr>
            <a:xfrm>
              <a:off x="11773706" y="885064"/>
              <a:ext cx="439523" cy="789417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95C44F4-8747-4DF8-9E05-01180D885AC4}"/>
                </a:ext>
              </a:extLst>
            </p:cNvPr>
            <p:cNvSpPr/>
            <p:nvPr/>
          </p:nvSpPr>
          <p:spPr>
            <a:xfrm>
              <a:off x="11631777" y="1505131"/>
              <a:ext cx="581452" cy="610970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522BFE-3F6A-4D00-9354-C9B1640C029A}"/>
                </a:ext>
              </a:extLst>
            </p:cNvPr>
            <p:cNvSpPr/>
            <p:nvPr/>
          </p:nvSpPr>
          <p:spPr>
            <a:xfrm>
              <a:off x="11014217" y="1033955"/>
              <a:ext cx="751877" cy="4641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89E3CD7-9086-446F-9391-D2770EB46090}"/>
                </a:ext>
              </a:extLst>
            </p:cNvPr>
            <p:cNvSpPr/>
            <p:nvPr/>
          </p:nvSpPr>
          <p:spPr>
            <a:xfrm>
              <a:off x="10848711" y="954775"/>
              <a:ext cx="538381" cy="538381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67EBAA-20C0-4BD5-BA48-726EDA4A78D0}"/>
                </a:ext>
              </a:extLst>
            </p:cNvPr>
            <p:cNvSpPr/>
            <p:nvPr/>
          </p:nvSpPr>
          <p:spPr>
            <a:xfrm>
              <a:off x="10761270" y="171060"/>
              <a:ext cx="491969" cy="779725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AD38D0B-BF4A-460F-8411-CE9D51C91629}"/>
                </a:ext>
              </a:extLst>
            </p:cNvPr>
            <p:cNvSpPr/>
            <p:nvPr/>
          </p:nvSpPr>
          <p:spPr>
            <a:xfrm>
              <a:off x="10848711" y="512746"/>
              <a:ext cx="538381" cy="519816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C187B5-B513-4FD6-B2D4-77BB2F8EE81C}"/>
                </a:ext>
              </a:extLst>
            </p:cNvPr>
            <p:cNvSpPr/>
            <p:nvPr/>
          </p:nvSpPr>
          <p:spPr>
            <a:xfrm>
              <a:off x="11394332" y="541986"/>
              <a:ext cx="371297" cy="956091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963B90B-F6AA-47B5-A122-4215B6665540}"/>
                </a:ext>
              </a:extLst>
            </p:cNvPr>
            <p:cNvSpPr/>
            <p:nvPr/>
          </p:nvSpPr>
          <p:spPr>
            <a:xfrm>
              <a:off x="11724602" y="541986"/>
              <a:ext cx="473404" cy="956091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2951845-37F1-43F7-85FC-F98449620568}"/>
                </a:ext>
              </a:extLst>
            </p:cNvPr>
            <p:cNvSpPr/>
            <p:nvPr/>
          </p:nvSpPr>
          <p:spPr>
            <a:xfrm>
              <a:off x="11254539" y="512746"/>
              <a:ext cx="464122" cy="519816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70E5F52-70E3-48CB-B497-66DD4C96C7D3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9DE2464-4D85-4453-B698-75D676F33865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3FB01A5-728A-4A3C-AB4D-BCA7FC61063B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EACAF30-0929-48B7-8DD1-1190B209BA89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7C99107-C4F8-4C92-9F7A-10DCF9A5ACD2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36A5D5D-1212-4972-88F2-ACA4F24ABC0B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13AF68-4B88-49DC-8D5F-19741244B69F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020148D-809B-406F-8AE9-6378531A50FF}"/>
                </a:ext>
              </a:extLst>
            </p:cNvPr>
            <p:cNvSpPr/>
            <p:nvPr/>
          </p:nvSpPr>
          <p:spPr>
            <a:xfrm>
              <a:off x="10156720" y="296441"/>
              <a:ext cx="79" cy="396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901E08C-E238-4FB9-A622-274942CB80FD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FCEBB729-71CD-47ED-986C-1E732F9AAAB1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10926567" y="2089612"/>
              <a:ext cx="700662" cy="32894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D1081D1-3993-492A-A293-1F93C7739B71}"/>
              </a:ext>
            </a:extLst>
          </p:cNvPr>
          <p:cNvGrpSpPr/>
          <p:nvPr/>
        </p:nvGrpSpPr>
        <p:grpSpPr>
          <a:xfrm flipH="1">
            <a:off x="29592" y="-34758"/>
            <a:ext cx="2567428" cy="2201423"/>
            <a:chOff x="9646172" y="-78917"/>
            <a:chExt cx="2567428" cy="2201423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21203898-75F5-43AF-8606-3E55A307715E}"/>
                </a:ext>
              </a:extLst>
            </p:cNvPr>
            <p:cNvSpPr/>
            <p:nvPr/>
          </p:nvSpPr>
          <p:spPr>
            <a:xfrm>
              <a:off x="10761270" y="-78917"/>
              <a:ext cx="491969" cy="584793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60F1574-9085-489D-B747-5B001AD6274F}"/>
                </a:ext>
              </a:extLst>
            </p:cNvPr>
            <p:cNvSpPr/>
            <p:nvPr/>
          </p:nvSpPr>
          <p:spPr>
            <a:xfrm>
              <a:off x="11724602" y="8988"/>
              <a:ext cx="482686" cy="872549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1D6C1127-94E0-4957-890F-444F307AB581}"/>
                </a:ext>
              </a:extLst>
            </p:cNvPr>
            <p:cNvSpPr/>
            <p:nvPr/>
          </p:nvSpPr>
          <p:spPr>
            <a:xfrm>
              <a:off x="11231100" y="-46151"/>
              <a:ext cx="393573" cy="558896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108B5DD-00AC-480E-BCE3-BA53E825D431}"/>
                </a:ext>
              </a:extLst>
            </p:cNvPr>
            <p:cNvSpPr/>
            <p:nvPr/>
          </p:nvSpPr>
          <p:spPr>
            <a:xfrm>
              <a:off x="11254539" y="-46151"/>
              <a:ext cx="959061" cy="588135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E8E2DB72-5014-4F57-AE3E-994ACD62AE58}"/>
                </a:ext>
              </a:extLst>
            </p:cNvPr>
            <p:cNvSpPr/>
            <p:nvPr/>
          </p:nvSpPr>
          <p:spPr>
            <a:xfrm>
              <a:off x="10095100" y="-12362"/>
              <a:ext cx="61620" cy="308802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C1B5F59B-6BBB-4C27-A1C9-D58B234A7661}"/>
                </a:ext>
              </a:extLst>
            </p:cNvPr>
            <p:cNvSpPr/>
            <p:nvPr/>
          </p:nvSpPr>
          <p:spPr>
            <a:xfrm>
              <a:off x="9713562" y="-12362"/>
              <a:ext cx="443236" cy="309198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5E5F9897-B5BF-45BB-9A97-C7417506C266}"/>
                </a:ext>
              </a:extLst>
            </p:cNvPr>
            <p:cNvSpPr/>
            <p:nvPr/>
          </p:nvSpPr>
          <p:spPr>
            <a:xfrm>
              <a:off x="10095588" y="-12362"/>
              <a:ext cx="665681" cy="309198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D50EB562-9DF9-4039-9EC8-192CC851C2E8}"/>
                </a:ext>
              </a:extLst>
            </p:cNvPr>
            <p:cNvSpPr/>
            <p:nvPr/>
          </p:nvSpPr>
          <p:spPr>
            <a:xfrm>
              <a:off x="10632961" y="-12362"/>
              <a:ext cx="467497" cy="183420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5890C0BC-2726-43EE-8B45-A1756CDA5832}"/>
                </a:ext>
              </a:extLst>
            </p:cNvPr>
            <p:cNvSpPr/>
            <p:nvPr/>
          </p:nvSpPr>
          <p:spPr>
            <a:xfrm>
              <a:off x="9706972" y="835218"/>
              <a:ext cx="677617" cy="872549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3D069DF-864A-4F67-B185-CF720614D9D8}"/>
                </a:ext>
              </a:extLst>
            </p:cNvPr>
            <p:cNvSpPr/>
            <p:nvPr/>
          </p:nvSpPr>
          <p:spPr>
            <a:xfrm>
              <a:off x="9703630" y="84919"/>
              <a:ext cx="668335" cy="1058197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33D0529D-C258-4D6C-B202-542EE7BA56E0}"/>
                </a:ext>
              </a:extLst>
            </p:cNvPr>
            <p:cNvSpPr/>
            <p:nvPr/>
          </p:nvSpPr>
          <p:spPr>
            <a:xfrm>
              <a:off x="10221496" y="1147107"/>
              <a:ext cx="686900" cy="937526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23F21052-C521-4292-929B-D40D675CDD15}"/>
                </a:ext>
              </a:extLst>
            </p:cNvPr>
            <p:cNvSpPr/>
            <p:nvPr/>
          </p:nvSpPr>
          <p:spPr>
            <a:xfrm>
              <a:off x="9713563" y="89560"/>
              <a:ext cx="659053" cy="1048915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6E1C646-B40F-4688-885F-BCC512D92272}"/>
                </a:ext>
              </a:extLst>
            </p:cNvPr>
            <p:cNvSpPr/>
            <p:nvPr/>
          </p:nvSpPr>
          <p:spPr>
            <a:xfrm>
              <a:off x="10380041" y="171060"/>
              <a:ext cx="464122" cy="974655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8A7431CF-1A92-47DC-83C7-5C6299B8B3D3}"/>
                </a:ext>
              </a:extLst>
            </p:cNvPr>
            <p:cNvSpPr/>
            <p:nvPr/>
          </p:nvSpPr>
          <p:spPr>
            <a:xfrm>
              <a:off x="10156798" y="171060"/>
              <a:ext cx="603358" cy="974655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3C1A73F-012F-4758-B091-CB6602C945AD}"/>
                </a:ext>
              </a:extLst>
            </p:cNvPr>
            <p:cNvSpPr/>
            <p:nvPr/>
          </p:nvSpPr>
          <p:spPr>
            <a:xfrm>
              <a:off x="10917122" y="1505131"/>
              <a:ext cx="853984" cy="612641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B804377-27A8-4CC5-9F61-EF69A7FEDC2D}"/>
                </a:ext>
              </a:extLst>
            </p:cNvPr>
            <p:cNvSpPr/>
            <p:nvPr/>
          </p:nvSpPr>
          <p:spPr>
            <a:xfrm>
              <a:off x="10380041" y="954775"/>
              <a:ext cx="631205" cy="538381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8AB7A34F-77E0-4F44-85D5-EC1FCD1C005E}"/>
                </a:ext>
              </a:extLst>
            </p:cNvPr>
            <p:cNvSpPr/>
            <p:nvPr/>
          </p:nvSpPr>
          <p:spPr>
            <a:xfrm>
              <a:off x="10380041" y="1147107"/>
              <a:ext cx="631205" cy="937526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532FC38E-3D4D-493F-9534-B4E19B1D78DA}"/>
                </a:ext>
              </a:extLst>
            </p:cNvPr>
            <p:cNvSpPr/>
            <p:nvPr/>
          </p:nvSpPr>
          <p:spPr>
            <a:xfrm>
              <a:off x="10917122" y="1496499"/>
              <a:ext cx="853984" cy="594076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BB1C3AE0-FDAC-4527-82A3-7F67024E29B4}"/>
                </a:ext>
              </a:extLst>
            </p:cNvPr>
            <p:cNvSpPr/>
            <p:nvPr/>
          </p:nvSpPr>
          <p:spPr>
            <a:xfrm>
              <a:off x="11773855" y="1505189"/>
              <a:ext cx="439374" cy="17113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3042967-13E2-4CA9-AD8D-EFE84F48E814}"/>
                </a:ext>
              </a:extLst>
            </p:cNvPr>
            <p:cNvSpPr/>
            <p:nvPr/>
          </p:nvSpPr>
          <p:spPr>
            <a:xfrm>
              <a:off x="11773706" y="885064"/>
              <a:ext cx="439523" cy="789417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7D43CB0-3885-4A86-964C-24E518FEB7BA}"/>
                </a:ext>
              </a:extLst>
            </p:cNvPr>
            <p:cNvSpPr/>
            <p:nvPr/>
          </p:nvSpPr>
          <p:spPr>
            <a:xfrm>
              <a:off x="11631777" y="1505131"/>
              <a:ext cx="581452" cy="610970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64800A95-B7DD-4BB7-BFA6-90438D4074DD}"/>
                </a:ext>
              </a:extLst>
            </p:cNvPr>
            <p:cNvSpPr/>
            <p:nvPr/>
          </p:nvSpPr>
          <p:spPr>
            <a:xfrm>
              <a:off x="11014217" y="1033955"/>
              <a:ext cx="751877" cy="4641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E85A836-4772-4DD2-82E6-BC3D5D352188}"/>
                </a:ext>
              </a:extLst>
            </p:cNvPr>
            <p:cNvSpPr/>
            <p:nvPr/>
          </p:nvSpPr>
          <p:spPr>
            <a:xfrm>
              <a:off x="10848711" y="954775"/>
              <a:ext cx="538381" cy="538381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3B1AC75-3A44-4E21-B775-2642E72CE53B}"/>
                </a:ext>
              </a:extLst>
            </p:cNvPr>
            <p:cNvSpPr/>
            <p:nvPr/>
          </p:nvSpPr>
          <p:spPr>
            <a:xfrm>
              <a:off x="10761270" y="171060"/>
              <a:ext cx="491969" cy="779725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B8C516EA-925C-4BE3-B77D-6C8F9ACFD37E}"/>
                </a:ext>
              </a:extLst>
            </p:cNvPr>
            <p:cNvSpPr/>
            <p:nvPr/>
          </p:nvSpPr>
          <p:spPr>
            <a:xfrm>
              <a:off x="10848711" y="512746"/>
              <a:ext cx="538381" cy="519816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FB04E203-3151-47D1-BF21-7E3E8EB60E2A}"/>
                </a:ext>
              </a:extLst>
            </p:cNvPr>
            <p:cNvSpPr/>
            <p:nvPr/>
          </p:nvSpPr>
          <p:spPr>
            <a:xfrm>
              <a:off x="11394332" y="541986"/>
              <a:ext cx="371297" cy="956091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258A6CC8-9E30-4B8F-945A-BD18AF5D368C}"/>
                </a:ext>
              </a:extLst>
            </p:cNvPr>
            <p:cNvSpPr/>
            <p:nvPr/>
          </p:nvSpPr>
          <p:spPr>
            <a:xfrm>
              <a:off x="11724602" y="541986"/>
              <a:ext cx="473404" cy="956091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D57D8E5C-F9AC-455D-8D4D-FFD0B14EAAD9}"/>
                </a:ext>
              </a:extLst>
            </p:cNvPr>
            <p:cNvSpPr/>
            <p:nvPr/>
          </p:nvSpPr>
          <p:spPr>
            <a:xfrm>
              <a:off x="11254539" y="512746"/>
              <a:ext cx="464122" cy="519816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15A31FF-0B2D-40FA-943F-49FFA49A5500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4EAADF45-6631-4B08-82E4-BFCAE6011DE8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DB6778E-4E12-4BC2-8DFB-FFDF9F944B63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D1475A72-4EF5-4265-A848-B4CE35354D09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4473C88C-90F1-472C-97A0-584345D72B58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6091FAB6-9F3F-4928-BD4A-57A4DB7FD544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F178557F-E42E-4AD9-91D2-06FE205260CC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A8FA096-1E93-4945-A628-FED1FD8D9EE4}"/>
                </a:ext>
              </a:extLst>
            </p:cNvPr>
            <p:cNvSpPr/>
            <p:nvPr/>
          </p:nvSpPr>
          <p:spPr>
            <a:xfrm>
              <a:off x="10156720" y="296441"/>
              <a:ext cx="79" cy="396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6F9AEBA0-65A9-4496-99ED-BF82A41D437B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F0C32599-B900-4F66-8138-3DB3C3BA4FA0}"/>
                </a:ext>
              </a:extLst>
            </p:cNvPr>
            <p:cNvCxnSpPr>
              <a:cxnSpLocks/>
              <a:endCxn id="364" idx="0"/>
            </p:cNvCxnSpPr>
            <p:nvPr/>
          </p:nvCxnSpPr>
          <p:spPr>
            <a:xfrm>
              <a:off x="10926567" y="2089612"/>
              <a:ext cx="700662" cy="32894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4243A657-DAF3-4492-97EF-85FC6C802AB0}"/>
              </a:ext>
            </a:extLst>
          </p:cNvPr>
          <p:cNvGrpSpPr/>
          <p:nvPr/>
        </p:nvGrpSpPr>
        <p:grpSpPr>
          <a:xfrm flipH="1">
            <a:off x="9829800" y="4832548"/>
            <a:ext cx="2362200" cy="2025452"/>
            <a:chOff x="0" y="4868032"/>
            <a:chExt cx="2362200" cy="2025452"/>
          </a:xfrm>
        </p:grpSpPr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FE06C695-3AF8-4511-A827-397633C49A0A}"/>
                </a:ext>
              </a:extLst>
            </p:cNvPr>
            <p:cNvSpPr/>
            <p:nvPr/>
          </p:nvSpPr>
          <p:spPr>
            <a:xfrm flipH="1" flipV="1">
              <a:off x="1682808" y="5249619"/>
              <a:ext cx="623452" cy="802801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77FAC9AF-0C05-4A43-B2CE-CE6C6379F552}"/>
                </a:ext>
              </a:extLst>
            </p:cNvPr>
            <p:cNvSpPr/>
            <p:nvPr/>
          </p:nvSpPr>
          <p:spPr>
            <a:xfrm flipH="1" flipV="1">
              <a:off x="1694423" y="5769135"/>
              <a:ext cx="614912" cy="973610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53AB519-76C2-429D-830D-294354209599}"/>
                </a:ext>
              </a:extLst>
            </p:cNvPr>
            <p:cNvSpPr/>
            <p:nvPr/>
          </p:nvSpPr>
          <p:spPr>
            <a:xfrm flipH="1" flipV="1">
              <a:off x="1200872" y="4902878"/>
              <a:ext cx="631992" cy="862584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1D2B566-79E0-4346-BFDD-750BA6C54FD2}"/>
                </a:ext>
              </a:extLst>
            </p:cNvPr>
            <p:cNvSpPr/>
            <p:nvPr/>
          </p:nvSpPr>
          <p:spPr>
            <a:xfrm flipH="1" flipV="1">
              <a:off x="1693825" y="5773405"/>
              <a:ext cx="606371" cy="965070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E81A3D89-CE5B-4500-82E4-01F147646262}"/>
                </a:ext>
              </a:extLst>
            </p:cNvPr>
            <p:cNvSpPr/>
            <p:nvPr/>
          </p:nvSpPr>
          <p:spPr>
            <a:xfrm flipH="1" flipV="1">
              <a:off x="1259972" y="5766743"/>
              <a:ext cx="427022" cy="896746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3E915323-C1F6-4011-A307-4531A07FE0FD}"/>
                </a:ext>
              </a:extLst>
            </p:cNvPr>
            <p:cNvSpPr/>
            <p:nvPr/>
          </p:nvSpPr>
          <p:spPr>
            <a:xfrm flipH="1" flipV="1">
              <a:off x="1337262" y="5766743"/>
              <a:ext cx="555128" cy="896746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97D27A2A-4717-482A-A951-1273C2FA2B5A}"/>
                </a:ext>
              </a:extLst>
            </p:cNvPr>
            <p:cNvSpPr/>
            <p:nvPr/>
          </p:nvSpPr>
          <p:spPr>
            <a:xfrm flipH="1" flipV="1">
              <a:off x="407123" y="4872388"/>
              <a:ext cx="785720" cy="563669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4B230D0B-C07A-4EE2-A0C5-6664EEE0B669}"/>
                </a:ext>
              </a:extLst>
            </p:cNvPr>
            <p:cNvSpPr/>
            <p:nvPr/>
          </p:nvSpPr>
          <p:spPr>
            <a:xfrm flipH="1" flipV="1">
              <a:off x="1106244" y="5447075"/>
              <a:ext cx="580750" cy="495346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BB4755D7-C78E-4DA7-84E6-67C1CD7FDFC7}"/>
                </a:ext>
              </a:extLst>
            </p:cNvPr>
            <p:cNvSpPr/>
            <p:nvPr/>
          </p:nvSpPr>
          <p:spPr>
            <a:xfrm flipH="1" flipV="1">
              <a:off x="1106244" y="4902878"/>
              <a:ext cx="580750" cy="862584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4F6F84D-936A-4760-ACC4-055B64FF23DE}"/>
                </a:ext>
              </a:extLst>
            </p:cNvPr>
            <p:cNvSpPr/>
            <p:nvPr/>
          </p:nvSpPr>
          <p:spPr>
            <a:xfrm flipH="1" flipV="1">
              <a:off x="407123" y="4897411"/>
              <a:ext cx="785720" cy="546588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89D65E30-885A-457F-9CA3-43FB9528B5BF}"/>
                </a:ext>
              </a:extLst>
            </p:cNvPr>
            <p:cNvSpPr/>
            <p:nvPr/>
          </p:nvSpPr>
          <p:spPr>
            <a:xfrm flipH="1" flipV="1">
              <a:off x="342" y="5278549"/>
              <a:ext cx="404252" cy="15745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07019A0F-FC42-4D5B-BF57-264B4A9045AC}"/>
                </a:ext>
              </a:extLst>
            </p:cNvPr>
            <p:cNvSpPr/>
            <p:nvPr/>
          </p:nvSpPr>
          <p:spPr>
            <a:xfrm flipH="1" flipV="1">
              <a:off x="342" y="5280245"/>
              <a:ext cx="404389" cy="726314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B478AE6-5B32-4669-A7D5-CE7811A77EAE}"/>
                </a:ext>
              </a:extLst>
            </p:cNvPr>
            <p:cNvSpPr/>
            <p:nvPr/>
          </p:nvSpPr>
          <p:spPr>
            <a:xfrm flipH="1" flipV="1">
              <a:off x="342" y="4873925"/>
              <a:ext cx="534973" cy="562132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10856FB5-71B5-4FCF-9FA6-B2C51CDEABBB}"/>
                </a:ext>
              </a:extLst>
            </p:cNvPr>
            <p:cNvSpPr/>
            <p:nvPr/>
          </p:nvSpPr>
          <p:spPr>
            <a:xfrm flipH="1" flipV="1">
              <a:off x="411734" y="5442548"/>
              <a:ext cx="691776" cy="4270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6AD7C1-8F87-4CF7-A0E5-1C1D90DE7FF8}"/>
                </a:ext>
              </a:extLst>
            </p:cNvPr>
            <p:cNvSpPr/>
            <p:nvPr/>
          </p:nvSpPr>
          <p:spPr>
            <a:xfrm flipH="1" flipV="1">
              <a:off x="760440" y="5447075"/>
              <a:ext cx="495346" cy="495346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F28DA495-1CCA-4D4A-81EA-28774C725DFA}"/>
                </a:ext>
              </a:extLst>
            </p:cNvPr>
            <p:cNvSpPr/>
            <p:nvPr/>
          </p:nvSpPr>
          <p:spPr>
            <a:xfrm flipH="1" flipV="1">
              <a:off x="883594" y="5946092"/>
              <a:ext cx="452643" cy="717397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071E87B6-45C9-4A0A-93E0-9D006FBA4916}"/>
                </a:ext>
              </a:extLst>
            </p:cNvPr>
            <p:cNvSpPr/>
            <p:nvPr/>
          </p:nvSpPr>
          <p:spPr>
            <a:xfrm flipH="1" flipV="1">
              <a:off x="760440" y="5870851"/>
              <a:ext cx="495346" cy="478264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8822C763-DDF6-458C-9E9C-FC[redacted]}"/>
                </a:ext>
              </a:extLst>
            </p:cNvPr>
            <p:cNvSpPr/>
            <p:nvPr/>
          </p:nvSpPr>
          <p:spPr>
            <a:xfrm flipH="1" flipV="1">
              <a:off x="412162" y="5442548"/>
              <a:ext cx="341618" cy="879665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F1846E64-0F4A-4981-A955-7CE13D26F3E8}"/>
                </a:ext>
              </a:extLst>
            </p:cNvPr>
            <p:cNvSpPr/>
            <p:nvPr/>
          </p:nvSpPr>
          <p:spPr>
            <a:xfrm flipH="1" flipV="1">
              <a:off x="14348" y="5442548"/>
              <a:ext cx="435562" cy="879665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D4F8241A-CA55-4F4E-AED1-1EEEE96AEB56}"/>
                </a:ext>
              </a:extLst>
            </p:cNvPr>
            <p:cNvSpPr/>
            <p:nvPr/>
          </p:nvSpPr>
          <p:spPr>
            <a:xfrm flipH="1" flipV="1">
              <a:off x="455376" y="5870851"/>
              <a:ext cx="427022" cy="478264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2BB546F8-8D6F-4E5C-A8E4-C4C5D2AF980C}"/>
                </a:ext>
              </a:extLst>
            </p:cNvPr>
            <p:cNvSpPr/>
            <p:nvPr/>
          </p:nvSpPr>
          <p:spPr>
            <a:xfrm flipH="1" flipV="1">
              <a:off x="883594" y="6355436"/>
              <a:ext cx="452643" cy="538048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4C4597FF-CB53-40D4-A186-8F3E4CE2CF1D}"/>
                </a:ext>
              </a:extLst>
            </p:cNvPr>
            <p:cNvSpPr/>
            <p:nvPr/>
          </p:nvSpPr>
          <p:spPr>
            <a:xfrm flipH="1" flipV="1">
              <a:off x="5808" y="6009804"/>
              <a:ext cx="444103" cy="802801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51F13E0C-46F2-4215-8356-56C438E9A323}"/>
                </a:ext>
              </a:extLst>
            </p:cNvPr>
            <p:cNvSpPr/>
            <p:nvPr/>
          </p:nvSpPr>
          <p:spPr>
            <a:xfrm flipH="1" flipV="1">
              <a:off x="541851" y="6349116"/>
              <a:ext cx="362113" cy="514221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625A08C-E1C8-4FA6-9B2B-4F37C1B2E972}"/>
                </a:ext>
              </a:extLst>
            </p:cNvPr>
            <p:cNvSpPr/>
            <p:nvPr/>
          </p:nvSpPr>
          <p:spPr>
            <a:xfrm flipH="1" flipV="1">
              <a:off x="0" y="6322214"/>
              <a:ext cx="882398" cy="541123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3F781752-D22C-410C-8057-17EE3F28044D}"/>
                </a:ext>
              </a:extLst>
            </p:cNvPr>
            <p:cNvSpPr/>
            <p:nvPr/>
          </p:nvSpPr>
          <p:spPr>
            <a:xfrm flipH="1" flipV="1">
              <a:off x="1634106" y="5712078"/>
              <a:ext cx="102485" cy="102485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439B8E36-13E0-49BF-9E8F-99BA6F0D79C4}"/>
                </a:ext>
              </a:extLst>
            </p:cNvPr>
            <p:cNvSpPr/>
            <p:nvPr/>
          </p:nvSpPr>
          <p:spPr>
            <a:xfrm flipH="1" flipV="1">
              <a:off x="351674" y="5389660"/>
              <a:ext cx="102485" cy="102485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D86812D-B40E-4A3A-B13D-890B13453A21}"/>
                </a:ext>
              </a:extLst>
            </p:cNvPr>
            <p:cNvSpPr/>
            <p:nvPr/>
          </p:nvSpPr>
          <p:spPr>
            <a:xfrm flipH="1" flipV="1">
              <a:off x="2259715" y="6002800"/>
              <a:ext cx="102485" cy="102485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95811A06-C330-4DCB-A18B-DB4267A998EC}"/>
                </a:ext>
              </a:extLst>
            </p:cNvPr>
            <p:cNvSpPr/>
            <p:nvPr/>
          </p:nvSpPr>
          <p:spPr>
            <a:xfrm flipH="1" flipV="1">
              <a:off x="828401" y="6297595"/>
              <a:ext cx="102485" cy="102485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A85EE8B6-01A6-46CB-A497-5C65A718FEA2}"/>
                </a:ext>
              </a:extLst>
            </p:cNvPr>
            <p:cNvSpPr/>
            <p:nvPr/>
          </p:nvSpPr>
          <p:spPr>
            <a:xfrm flipH="1" flipV="1">
              <a:off x="1892463" y="6548131"/>
              <a:ext cx="56694" cy="284118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0C86AD7-7590-49E1-BAB4-6E3A20572C26}"/>
                </a:ext>
              </a:extLst>
            </p:cNvPr>
            <p:cNvSpPr/>
            <p:nvPr/>
          </p:nvSpPr>
          <p:spPr>
            <a:xfrm flipH="1" flipV="1">
              <a:off x="1892390" y="6547766"/>
              <a:ext cx="73" cy="364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05D61590-8F32-4425-A2F0-CBBCEF0A126B}"/>
                </a:ext>
              </a:extLst>
            </p:cNvPr>
            <p:cNvSpPr/>
            <p:nvPr/>
          </p:nvSpPr>
          <p:spPr>
            <a:xfrm flipH="1" flipV="1">
              <a:off x="1892391" y="6547766"/>
              <a:ext cx="407805" cy="284482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2B8522D7-AAE5-4079-8552-E082C7398E62}"/>
                </a:ext>
              </a:extLst>
            </p:cNvPr>
            <p:cNvSpPr/>
            <p:nvPr/>
          </p:nvSpPr>
          <p:spPr>
            <a:xfrm flipH="1" flipV="1">
              <a:off x="1336238" y="6547766"/>
              <a:ext cx="612470" cy="284482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5855995-316B-4940-AD56-9DE3569549C5}"/>
                </a:ext>
              </a:extLst>
            </p:cNvPr>
            <p:cNvSpPr/>
            <p:nvPr/>
          </p:nvSpPr>
          <p:spPr>
            <a:xfrm flipH="1" flipV="1">
              <a:off x="1024162" y="6663490"/>
              <a:ext cx="430128" cy="168759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7DF5540B-9671-4FF2-A550-DF6A34B616AF}"/>
                </a:ext>
              </a:extLst>
            </p:cNvPr>
            <p:cNvCxnSpPr>
              <a:cxnSpLocks/>
              <a:stCxn id="434" idx="0"/>
              <a:endCxn id="437" idx="0"/>
            </p:cNvCxnSpPr>
            <p:nvPr/>
          </p:nvCxnSpPr>
          <p:spPr>
            <a:xfrm>
              <a:off x="539499" y="4868032"/>
              <a:ext cx="653344" cy="29123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E2F6A26E-E6F5-5D4C-BC24-7FA44DBF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337" y="2497255"/>
            <a:ext cx="1602441" cy="161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6D7F89-D337-4341-8DAF-2425E7B7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932652-53A1-6447-B66D-6A9C69EB6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pPr/>
              <a:t>1</a:t>
            </a:fld>
            <a:endParaRPr lang="ar-LY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D12A5-4331-A844-8C4E-A5B787C1E778}"/>
              </a:ext>
            </a:extLst>
          </p:cNvPr>
          <p:cNvSpPr txBox="1"/>
          <p:nvPr/>
        </p:nvSpPr>
        <p:spPr>
          <a:xfrm>
            <a:off x="838200" y="4787806"/>
            <a:ext cx="3445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Ivan Damnjanovic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VP Product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C64F9-BCF5-B648-B38C-9F5D68BF5479}"/>
              </a:ext>
            </a:extLst>
          </p:cNvPr>
          <p:cNvSpPr txBox="1"/>
          <p:nvPr/>
        </p:nvSpPr>
        <p:spPr>
          <a:xfrm>
            <a:off x="8610600" y="4787806"/>
            <a:ext cx="3445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TBC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VP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9C641-FADC-D946-AC09-24DA44496C43}"/>
              </a:ext>
            </a:extLst>
          </p:cNvPr>
          <p:cNvSpPr txBox="1"/>
          <p:nvPr/>
        </p:nvSpPr>
        <p:spPr>
          <a:xfrm>
            <a:off x="4283242" y="4787806"/>
            <a:ext cx="2983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TBC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VP Sales &amp; Marketing</a:t>
            </a:r>
          </a:p>
        </p:txBody>
      </p:sp>
      <p:pic>
        <p:nvPicPr>
          <p:cNvPr id="9" name="Picture 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066105C3-1B7D-154B-83DA-5D4D84AB65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1" t="1990" r="7581" b="20468"/>
          <a:stretch/>
        </p:blipFill>
        <p:spPr>
          <a:xfrm>
            <a:off x="838200" y="2167162"/>
            <a:ext cx="2273968" cy="2404456"/>
          </a:xfrm>
          <a:prstGeom prst="ellipse">
            <a:avLst/>
          </a:prstGeom>
          <a:ln w="3175" cap="rnd"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Graphic 12" descr="User">
            <a:extLst>
              <a:ext uri="{FF2B5EF4-FFF2-40B4-BE49-F238E27FC236}">
                <a16:creationId xmlns:a16="http://schemas.microsoft.com/office/drawing/2014/main" id="{E609FA81-C5CD-BB44-912D-F7FA6D60D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732" y="1958964"/>
            <a:ext cx="2820851" cy="2820851"/>
          </a:xfrm>
          <a:prstGeom prst="rect">
            <a:avLst/>
          </a:prstGeom>
        </p:spPr>
      </p:pic>
      <p:pic>
        <p:nvPicPr>
          <p:cNvPr id="14" name="Graphic 13" descr="User">
            <a:extLst>
              <a:ext uri="{FF2B5EF4-FFF2-40B4-BE49-F238E27FC236}">
                <a16:creationId xmlns:a16="http://schemas.microsoft.com/office/drawing/2014/main" id="{C07357C7-F1C2-0D47-B976-C3450D00F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1774" y="1958964"/>
            <a:ext cx="2820851" cy="282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8ABC3-8E8C-4FDD-AA32-797A4908BA56}"/>
              </a:ext>
            </a:extLst>
          </p:cNvPr>
          <p:cNvSpPr txBox="1"/>
          <p:nvPr/>
        </p:nvSpPr>
        <p:spPr>
          <a:xfrm>
            <a:off x="1119861" y="1515999"/>
            <a:ext cx="454163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Modern Buildings</a:t>
            </a:r>
          </a:p>
          <a:p>
            <a:r>
              <a:rPr lang="en-US" sz="3200" b="1" dirty="0">
                <a:solidFill>
                  <a:schemeClr val="bg1"/>
                </a:solidFill>
                <a:latin typeface="Cantarell bold" panose="02000803000000000000" pitchFamily="2" charset="0"/>
                <a:cs typeface="Poppins Black" panose="00000A00000000000000" pitchFamily="2" charset="0"/>
              </a:rPr>
              <a:t>Face Many Challenges</a:t>
            </a:r>
            <a:endParaRPr lang="ar-LY" sz="3200" b="1" dirty="0">
              <a:solidFill>
                <a:schemeClr val="bg1"/>
              </a:solidFill>
              <a:latin typeface="Cantarell bold" panose="02000803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38AC8-6A13-48D8-A3E9-1B663F3239DA}"/>
              </a:ext>
            </a:extLst>
          </p:cNvPr>
          <p:cNvSpPr txBox="1"/>
          <p:nvPr/>
        </p:nvSpPr>
        <p:spPr>
          <a:xfrm>
            <a:off x="1150340" y="2866523"/>
            <a:ext cx="4258638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Climate Change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Urban Pollution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Indoor Contaminants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Rising Energy Costs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Increasing Technological Complexity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95A43E0-6D70-DC4D-B04B-E0C23115E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7" y="2470850"/>
            <a:ext cx="3085566" cy="19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F05CB951-D72E-2E4B-ADBA-DCE50F027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7" y="4394435"/>
            <a:ext cx="3085566" cy="18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limate change is turning cities into harsh, sweltering hotspots">
            <a:extLst>
              <a:ext uri="{FF2B5EF4-FFF2-40B4-BE49-F238E27FC236}">
                <a16:creationId xmlns:a16="http://schemas.microsoft.com/office/drawing/2014/main" id="{BB9886C1-B585-C542-BEA5-4433035C5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8" y="727935"/>
            <a:ext cx="3085565" cy="17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3C7AF-9892-2C48-9353-A65E0CD34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2</a:t>
            </a:fld>
            <a:endParaRPr lang="ar-L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2C4E7-5309-B84D-825E-212A0E401CAC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start with indoor farms?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 idx="[redacted]"/>
          </p:nvPr>
        </p:nvSpPr>
        <p:spPr>
          <a:xfrm>
            <a:off x="668740" y="518615"/>
            <a:ext cx="9689910" cy="541934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Indoor Farm Opportunity</a:t>
            </a:r>
            <a:endParaRPr b="1" dirty="0">
              <a:solidFill>
                <a:schemeClr val="bg1"/>
              </a:solidFill>
            </a:endParaRPr>
          </a:p>
          <a:p>
            <a:endParaRPr sz="3200" dirty="0">
              <a:solidFill>
                <a:schemeClr val="bg2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GB" sz="3200" dirty="0">
                <a:solidFill>
                  <a:schemeClr val="bg1"/>
                </a:solidFill>
              </a:rPr>
              <a:t>Vertical Farming is a rapidly growing industry with 23.62% CAGR*.</a:t>
            </a:r>
            <a:br>
              <a:rPr lang="en-GB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CA" sz="3200" dirty="0">
                <a:solidFill>
                  <a:schemeClr val="bg1"/>
                </a:solidFill>
              </a:rPr>
              <a:t>Asia-Pacific is the global leader in vertical farming with market value of $355M*.</a:t>
            </a:r>
            <a:endParaRPr sz="3200" dirty="0">
              <a:solidFill>
                <a:schemeClr val="bg1"/>
              </a:solidFill>
            </a:endParaRPr>
          </a:p>
          <a:p>
            <a:pPr marL="1123935" indent="-514350">
              <a:buFont typeface="+mj-lt"/>
              <a:buAutoNum type="arabicPeriod"/>
            </a:pPr>
            <a:endParaRPr sz="3200" dirty="0">
              <a:solidFill>
                <a:schemeClr val="bg2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GB" sz="3200" dirty="0">
                <a:solidFill>
                  <a:schemeClr val="bg2"/>
                </a:solidFill>
              </a:rPr>
              <a:t>Clear need from several farm operators in Singapore.</a:t>
            </a:r>
            <a:endParaRPr sz="3200" dirty="0">
              <a:solidFill>
                <a:schemeClr val="bg2"/>
              </a:solidFill>
            </a:endParaRPr>
          </a:p>
        </p:txBody>
      </p:sp>
      <p:sp>
        <p:nvSpPr>
          <p:cNvPr id="3" name="Google Shape;145;p21">
            <a:extLst>
              <a:ext uri="{FF2B5EF4-FFF2-40B4-BE49-F238E27FC236}">
                <a16:creationId xmlns:a16="http://schemas.microsoft.com/office/drawing/2014/main" id="{96C91798-36A7-A745-AFAE-0D471968FB21}"/>
              </a:ext>
            </a:extLst>
          </p:cNvPr>
          <p:cNvSpPr txBox="1"/>
          <p:nvPr/>
        </p:nvSpPr>
        <p:spPr>
          <a:xfrm>
            <a:off x="668740" y="6121785"/>
            <a:ext cx="3412800" cy="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*Source: Statista</a:t>
            </a:r>
            <a:endParaRPr sz="2400" dirty="0">
              <a:solidFill>
                <a:schemeClr val="bg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6FAF644-EC05-FE4D-ACA6-4701F3418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3</a:t>
            </a:fld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extBox 1103">
            <a:extLst>
              <a:ext uri="{FF2B5EF4-FFF2-40B4-BE49-F238E27FC236}">
                <a16:creationId xmlns:a16="http://schemas.microsoft.com/office/drawing/2014/main" id="{E47514FA-4071-4E6D-95E5-017A4B39940B}"/>
              </a:ext>
            </a:extLst>
          </p:cNvPr>
          <p:cNvSpPr txBox="1"/>
          <p:nvPr/>
        </p:nvSpPr>
        <p:spPr>
          <a:xfrm>
            <a:off x="6756851" y="1330209"/>
            <a:ext cx="454163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Solution</a:t>
            </a:r>
            <a:br>
              <a:rPr lang="en-US" sz="3200" b="1" dirty="0">
                <a:solidFill>
                  <a:schemeClr val="bg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</a:br>
            <a:r>
              <a:rPr lang="en-US" sz="3200" b="1" dirty="0">
                <a:solidFill>
                  <a:schemeClr val="bg1"/>
                </a:solidFill>
                <a:latin typeface="Cantarell bold" panose="02000803000000000000" pitchFamily="2" charset="0"/>
                <a:cs typeface="Poppins Black" panose="00000A00000000000000" pitchFamily="2" charset="0"/>
              </a:rPr>
              <a:t>4-Part Tech Stack</a:t>
            </a:r>
            <a:endParaRPr lang="ar-LY" sz="3200" b="1" dirty="0">
              <a:solidFill>
                <a:schemeClr val="bg1"/>
              </a:solidFill>
              <a:latin typeface="Cantarell bold" panose="02000803000000000000" pitchFamily="2" charset="0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47A7B42-8B34-4172-8A1B-5B8827FF98F3}"/>
              </a:ext>
            </a:extLst>
          </p:cNvPr>
          <p:cNvSpPr txBox="1"/>
          <p:nvPr/>
        </p:nvSpPr>
        <p:spPr>
          <a:xfrm>
            <a:off x="6791143" y="2403145"/>
            <a:ext cx="4264792" cy="6924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Combine Ambient Sensors, [Team member], and Controller with the exiting equipment to provide an additional layer of intelligence for building optimization.</a:t>
            </a:r>
          </a:p>
        </p:txBody>
      </p:sp>
      <p:grpSp>
        <p:nvGrpSpPr>
          <p:cNvPr id="1178" name="Group 1177">
            <a:extLst>
              <a:ext uri="{FF2B5EF4-FFF2-40B4-BE49-F238E27FC236}">
                <a16:creationId xmlns:a16="http://schemas.microsoft.com/office/drawing/2014/main" id="{D896E129-3A77-41A4-A3C5-6B3BD2C30964}"/>
              </a:ext>
            </a:extLst>
          </p:cNvPr>
          <p:cNvGrpSpPr/>
          <p:nvPr/>
        </p:nvGrpSpPr>
        <p:grpSpPr>
          <a:xfrm>
            <a:off x="6785426" y="3344851"/>
            <a:ext cx="4715927" cy="922855"/>
            <a:chOff x="6995462" y="3658040"/>
            <a:chExt cx="4715927" cy="922855"/>
          </a:xfrm>
        </p:grpSpPr>
        <p:grpSp>
          <p:nvGrpSpPr>
            <p:cNvPr id="1123" name="Group 1122">
              <a:extLst>
                <a:ext uri="{FF2B5EF4-FFF2-40B4-BE49-F238E27FC236}">
                  <a16:creationId xmlns:a16="http://schemas.microsoft.com/office/drawing/2014/main" id="{27CFE7D0-0A45-4DD3-A502-C931CF289AF7}"/>
                </a:ext>
              </a:extLst>
            </p:cNvPr>
            <p:cNvGrpSpPr/>
            <p:nvPr/>
          </p:nvGrpSpPr>
          <p:grpSpPr>
            <a:xfrm>
              <a:off x="6995462" y="3686342"/>
              <a:ext cx="2137799" cy="894553"/>
              <a:chOff x="7081187" y="3903691"/>
              <a:chExt cx="2137799" cy="894553"/>
            </a:xfrm>
          </p:grpSpPr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3F161317-9273-4092-A754-88648CD127F4}"/>
                  </a:ext>
                </a:extLst>
              </p:cNvPr>
              <p:cNvSpPr txBox="1"/>
              <p:nvPr/>
            </p:nvSpPr>
            <p:spPr>
              <a:xfrm>
                <a:off x="7081187" y="4221163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16" name="TextBox 1115">
                <a:extLst>
                  <a:ext uri="{FF2B5EF4-FFF2-40B4-BE49-F238E27FC236}">
                    <a16:creationId xmlns:a16="http://schemas.microsoft.com/office/drawing/2014/main" id="{31B97B55-0303-42D5-8527-E314E7A4F019}"/>
                  </a:ext>
                </a:extLst>
              </p:cNvPr>
              <p:cNvSpPr txBox="1"/>
              <p:nvPr/>
            </p:nvSpPr>
            <p:spPr>
              <a:xfrm>
                <a:off x="7081187" y="3903691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Connect</a:t>
                </a:r>
                <a:endParaRPr lang="ar-LY" b="1" dirty="0">
                  <a:solidFill>
                    <a:schemeClr val="accent2"/>
                  </a:solidFill>
                  <a:latin typeface="Cantarell bold" panose="02000803000000000000" pitchFamily="2" charset="0"/>
                </a:endParaRPr>
              </a:p>
            </p:txBody>
          </p:sp>
        </p:grpSp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05588BD8-DCB3-4DC7-BB32-E1F3E956BCF8}"/>
                </a:ext>
              </a:extLst>
            </p:cNvPr>
            <p:cNvGrpSpPr/>
            <p:nvPr/>
          </p:nvGrpSpPr>
          <p:grpSpPr>
            <a:xfrm>
              <a:off x="9573590" y="3658040"/>
              <a:ext cx="2137799" cy="894553"/>
              <a:chOff x="10001270" y="3931993"/>
              <a:chExt cx="2137799" cy="894553"/>
            </a:xfrm>
          </p:grpSpPr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9FFF2AAC-C642-460E-A36D-257E6D3515C7}"/>
                  </a:ext>
                </a:extLst>
              </p:cNvPr>
              <p:cNvSpPr txBox="1"/>
              <p:nvPr/>
            </p:nvSpPr>
            <p:spPr>
              <a:xfrm>
                <a:off x="10001270" y="4249465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20" name="TextBox 1119">
                <a:extLst>
                  <a:ext uri="{FF2B5EF4-FFF2-40B4-BE49-F238E27FC236}">
                    <a16:creationId xmlns:a16="http://schemas.microsoft.com/office/drawing/2014/main" id="{077CAB3F-F63A-45A3-9D04-D7092DBAAE31}"/>
                  </a:ext>
                </a:extLst>
              </p:cNvPr>
              <p:cNvSpPr txBox="1"/>
              <p:nvPr/>
            </p:nvSpPr>
            <p:spPr>
              <a:xfrm>
                <a:off x="10001270" y="3931993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4"/>
                    </a:solidFill>
                    <a:latin typeface="Cantarell" panose="02000603000000000000" pitchFamily="2" charset="0"/>
                  </a:rPr>
                  <a:t>Monitor</a:t>
                </a:r>
                <a:endParaRPr lang="ar-LY" b="1" dirty="0">
                  <a:solidFill>
                    <a:schemeClr val="accent4"/>
                  </a:solidFill>
                  <a:latin typeface="Cantarell bold" panose="02000803000000000000" pitchFamily="2" charset="0"/>
                </a:endParaRPr>
              </a:p>
            </p:txBody>
          </p:sp>
        </p:grpSp>
      </p:grp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9B6590EF-89DA-4EFC-9CAA-4685A2B1A318}"/>
              </a:ext>
            </a:extLst>
          </p:cNvPr>
          <p:cNvGrpSpPr/>
          <p:nvPr/>
        </p:nvGrpSpPr>
        <p:grpSpPr>
          <a:xfrm>
            <a:off x="6770186" y="4947186"/>
            <a:ext cx="4715927" cy="894553"/>
            <a:chOff x="6995462" y="5260375"/>
            <a:chExt cx="4715927" cy="894553"/>
          </a:xfrm>
        </p:grpSpPr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186AFA60-E74E-4463-9424-969615AF598A}"/>
                </a:ext>
              </a:extLst>
            </p:cNvPr>
            <p:cNvGrpSpPr/>
            <p:nvPr/>
          </p:nvGrpSpPr>
          <p:grpSpPr>
            <a:xfrm>
              <a:off x="6995462" y="5260375"/>
              <a:ext cx="2137799" cy="894553"/>
              <a:chOff x="6995462" y="5491875"/>
              <a:chExt cx="2137799" cy="894553"/>
            </a:xfrm>
          </p:grpSpPr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7B3F4A6E-E070-43EE-8652-5E5A546477CE}"/>
                  </a:ext>
                </a:extLst>
              </p:cNvPr>
              <p:cNvSpPr txBox="1"/>
              <p:nvPr/>
            </p:nvSpPr>
            <p:spPr>
              <a:xfrm>
                <a:off x="6995462" y="5809347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18" name="TextBox 1117">
                <a:extLst>
                  <a:ext uri="{FF2B5EF4-FFF2-40B4-BE49-F238E27FC236}">
                    <a16:creationId xmlns:a16="http://schemas.microsoft.com/office/drawing/2014/main" id="{636D83DF-F216-4FDE-B03C-8F6E246A4908}"/>
                  </a:ext>
                </a:extLst>
              </p:cNvPr>
              <p:cNvSpPr txBox="1"/>
              <p:nvPr/>
            </p:nvSpPr>
            <p:spPr>
              <a:xfrm>
                <a:off x="6995462" y="5491875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3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Control</a:t>
                </a:r>
                <a:endParaRPr lang="ar-LY" b="1" dirty="0">
                  <a:solidFill>
                    <a:schemeClr val="accent3"/>
                  </a:solidFill>
                  <a:latin typeface="Cantarell bold" panose="02000803000000000000" pitchFamily="2" charset="0"/>
                </a:endParaRPr>
              </a:p>
            </p:txBody>
          </p:sp>
        </p:grpSp>
        <p:grpSp>
          <p:nvGrpSpPr>
            <p:cNvPr id="1126" name="Group 1125">
              <a:extLst>
                <a:ext uri="{FF2B5EF4-FFF2-40B4-BE49-F238E27FC236}">
                  <a16:creationId xmlns:a16="http://schemas.microsoft.com/office/drawing/2014/main" id="{92B1912D-3E02-4179-B[redacted]C3C81}"/>
                </a:ext>
              </a:extLst>
            </p:cNvPr>
            <p:cNvGrpSpPr/>
            <p:nvPr/>
          </p:nvGrpSpPr>
          <p:grpSpPr>
            <a:xfrm>
              <a:off x="9573590" y="5260375"/>
              <a:ext cx="2137799" cy="894553"/>
              <a:chOff x="9915545" y="5520177"/>
              <a:chExt cx="2137799" cy="894553"/>
            </a:xfrm>
          </p:grpSpPr>
          <p:sp>
            <p:nvSpPr>
              <p:cNvPr id="1121" name="TextBox 1120">
                <a:extLst>
                  <a:ext uri="{FF2B5EF4-FFF2-40B4-BE49-F238E27FC236}">
                    <a16:creationId xmlns:a16="http://schemas.microsoft.com/office/drawing/2014/main" id="{BE61C158-6DE0-4DA6-A206-0D7422C50FA4}"/>
                  </a:ext>
                </a:extLst>
              </p:cNvPr>
              <p:cNvSpPr txBox="1"/>
              <p:nvPr/>
            </p:nvSpPr>
            <p:spPr>
              <a:xfrm>
                <a:off x="9915545" y="5837649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82C01406-D3FF-4A5C-9985-29CA545AF54F}"/>
                  </a:ext>
                </a:extLst>
              </p:cNvPr>
              <p:cNvSpPr txBox="1"/>
              <p:nvPr/>
            </p:nvSpPr>
            <p:spPr>
              <a:xfrm>
                <a:off x="9915545" y="5520177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5"/>
                    </a:solidFill>
                    <a:latin typeface="Cantarell" panose="02000603000000000000" pitchFamily="2" charset="0"/>
                  </a:rPr>
                  <a:t>Automate</a:t>
                </a:r>
                <a:endParaRPr lang="ar-LY" b="1" dirty="0">
                  <a:solidFill>
                    <a:schemeClr val="accent5"/>
                  </a:solidFill>
                  <a:latin typeface="Cantarell bold" panose="02000803000000000000" pitchFamily="2" charset="0"/>
                </a:endParaRPr>
              </a:p>
            </p:txBody>
          </p:sp>
        </p:grpSp>
      </p:grp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5AB5A97-4CCF-C848-930F-A8155A084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845" y="1066689"/>
            <a:ext cx="6308860" cy="53515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4A352C-0521-2743-BC1D-9B14E7F2F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4</a:t>
            </a:fld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193857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D46A63-4E94-4AE9-9D95-AD4304F2FC10}"/>
              </a:ext>
            </a:extLst>
          </p:cNvPr>
          <p:cNvSpPr/>
          <p:nvPr/>
        </p:nvSpPr>
        <p:spPr>
          <a:xfrm>
            <a:off x="230981" y="227532"/>
            <a:ext cx="11730038" cy="4457700"/>
          </a:xfrm>
          <a:prstGeom prst="roundRect">
            <a:avLst>
              <a:gd name="adj" fmla="val 3782"/>
            </a:avLst>
          </a:pr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4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1222F9B-7526-42EA-B115-B2ACC83773A1}"/>
              </a:ext>
            </a:extLst>
          </p:cNvPr>
          <p:cNvGrpSpPr/>
          <p:nvPr/>
        </p:nvGrpSpPr>
        <p:grpSpPr>
          <a:xfrm>
            <a:off x="7591719" y="1874408"/>
            <a:ext cx="4153407" cy="1536248"/>
            <a:chOff x="700948" y="1573522"/>
            <a:chExt cx="5074819" cy="153624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59B1F3-1225-49D5-8231-1313FEBB7008}"/>
                </a:ext>
              </a:extLst>
            </p:cNvPr>
            <p:cNvSpPr txBox="1"/>
            <p:nvPr/>
          </p:nvSpPr>
          <p:spPr>
            <a:xfrm>
              <a:off x="700948" y="1573522"/>
              <a:ext cx="5074819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Ambient Platform</a:t>
              </a:r>
              <a:endParaRPr lang="ar-LY" sz="3200" b="1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79E82E-E95E-4116-B566-4CD31FFF63B4}"/>
                </a:ext>
              </a:extLst>
            </p:cNvPr>
            <p:cNvSpPr txBox="1"/>
            <p:nvPr/>
          </p:nvSpPr>
          <p:spPr>
            <a:xfrm>
              <a:off x="700948" y="2678883"/>
              <a:ext cx="5074819" cy="43088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amet, [Third party], sed do eiusmod tempor incididunt ut labore et [Team member]. Ut enim ad minim veniam.</a:t>
              </a:r>
              <a:endParaRPr lang="ar-LY" sz="11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44557717-AA78-481E-897A-EBD811D44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5199" y="872151"/>
            <a:ext cx="7192413" cy="4136802"/>
          </a:xfrm>
          <a:custGeom>
            <a:avLst/>
            <a:gdLst>
              <a:gd name="connsiteX0" fmla="*/ 0 w 6217918"/>
              <a:gd name="connsiteY0" fmla="*/ 0 h 3618626"/>
              <a:gd name="connsiteX1" fmla="*/ 6217918 w 6217918"/>
              <a:gd name="connsiteY1" fmla="*/ 0 h 3618626"/>
              <a:gd name="connsiteX2" fmla="*/ 6217918 w 6217918"/>
              <a:gd name="connsiteY2" fmla="*/ 3618626 h 3618626"/>
              <a:gd name="connsiteX3" fmla="*/ 0 w 6217918"/>
              <a:gd name="connsiteY3" fmla="*/ 3618626 h 3618626"/>
              <a:gd name="connsiteX4" fmla="*/ 0 w 6217918"/>
              <a:gd name="connsiteY4" fmla="*/ 0 h 3618626"/>
              <a:gd name="connsiteX5" fmla="*/ 810767 w 6217918"/>
              <a:gd name="connsiteY5" fmla="*/ 259070 h 3618626"/>
              <a:gd name="connsiteX6" fmla="*/ 810767 w 6217918"/>
              <a:gd name="connsiteY6" fmla="*/ 3036261 h 3618626"/>
              <a:gd name="connsiteX7" fmla="*/ 5401055 w 6217918"/>
              <a:gd name="connsiteY7" fmla="*/ 3036261 h 3618626"/>
              <a:gd name="connsiteX8" fmla="*/ 5401055 w 6217918"/>
              <a:gd name="connsiteY8" fmla="*/ 259070 h 3618626"/>
              <a:gd name="connsiteX9" fmla="*/ 810767 w 6217918"/>
              <a:gd name="connsiteY9" fmla="*/ 259070 h 361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17918" h="3618626">
                <a:moveTo>
                  <a:pt x="0" y="0"/>
                </a:moveTo>
                <a:lnTo>
                  <a:pt x="6217918" y="0"/>
                </a:lnTo>
                <a:lnTo>
                  <a:pt x="6217918" y="3618626"/>
                </a:lnTo>
                <a:lnTo>
                  <a:pt x="0" y="3618626"/>
                </a:lnTo>
                <a:lnTo>
                  <a:pt x="0" y="0"/>
                </a:lnTo>
                <a:close/>
                <a:moveTo>
                  <a:pt x="810767" y="259070"/>
                </a:moveTo>
                <a:lnTo>
                  <a:pt x="810767" y="3036261"/>
                </a:lnTo>
                <a:lnTo>
                  <a:pt x="5401055" y="3036261"/>
                </a:lnTo>
                <a:lnTo>
                  <a:pt x="5401055" y="259070"/>
                </a:lnTo>
                <a:lnTo>
                  <a:pt x="810767" y="259070"/>
                </a:lnTo>
                <a:close/>
              </a:path>
            </a:pathLst>
          </a:cu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A3A9B559-AC8A-4B7C-A91D-E0F7678050B0}"/>
              </a:ext>
            </a:extLst>
          </p:cNvPr>
          <p:cNvGrpSpPr/>
          <p:nvPr/>
        </p:nvGrpSpPr>
        <p:grpSpPr>
          <a:xfrm>
            <a:off x="699752" y="5218165"/>
            <a:ext cx="3406175" cy="1015663"/>
            <a:chOff x="785709" y="5621864"/>
            <a:chExt cx="3406175" cy="101566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89AC35-AF76-46C2-AAF1-1C309FACC2C9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1">
                      <a:alpha val="88000"/>
                    </a:schemeClr>
                  </a:solidFill>
                </a:rPr>
                <a:t>01</a:t>
              </a:r>
              <a:endParaRPr lang="ar-LY" sz="6000" dirty="0">
                <a:solidFill>
                  <a:schemeClr val="accent1">
                    <a:alpha val="88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54D7476-AAD8-4DA4-BFBF-076A3516ECB3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30A684-4120-4B77-B255-925341D4D896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F733AF1-878E-417C-88E3-AAB2BFA38B1F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220EA56-16BF-4049-85FA-D7583AD17405}"/>
              </a:ext>
            </a:extLst>
          </p:cNvPr>
          <p:cNvGrpSpPr/>
          <p:nvPr/>
        </p:nvGrpSpPr>
        <p:grpSpPr>
          <a:xfrm>
            <a:off x="4392913" y="5218165"/>
            <a:ext cx="3406175" cy="1015663"/>
            <a:chOff x="785709" y="5621864"/>
            <a:chExt cx="3406175" cy="101566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451B2B2-09D9-4603-8AA8-655A661512D6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2">
                      <a:alpha val="88000"/>
                    </a:schemeClr>
                  </a:solidFill>
                </a:rPr>
                <a:t>02</a:t>
              </a:r>
              <a:endParaRPr lang="ar-LY" sz="6000" dirty="0">
                <a:solidFill>
                  <a:schemeClr val="accent2">
                    <a:alpha val="88000"/>
                  </a:schemeClr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2E8A053-DA03-4F6C-8902-9EF6BCE4B2A2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D6291DF-2C2A-4C4E-8869-E6A652CB54C1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160D073-BD79-4D1D-90DA-273DFEDED3CB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6D63B00-289C-4CD5-89D9-B020C1E8227F}"/>
              </a:ext>
            </a:extLst>
          </p:cNvPr>
          <p:cNvGrpSpPr/>
          <p:nvPr/>
        </p:nvGrpSpPr>
        <p:grpSpPr>
          <a:xfrm>
            <a:off x="8086073" y="5218165"/>
            <a:ext cx="3406175" cy="1015663"/>
            <a:chOff x="785709" y="5621864"/>
            <a:chExt cx="3406175" cy="101566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B89FE6A-AC5A-4511-9DC3-B9D03D4531AA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3">
                      <a:alpha val="88000"/>
                    </a:schemeClr>
                  </a:solidFill>
                </a:rPr>
                <a:t>03</a:t>
              </a:r>
              <a:endParaRPr lang="ar-LY" sz="6000" dirty="0">
                <a:solidFill>
                  <a:schemeClr val="accent3">
                    <a:alpha val="88000"/>
                  </a:schemeClr>
                </a:solidFill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4379DEB-F594-47FB-9C50-FF7116C8BF5F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E4CA8B-7749-485A-BEE0-22E0E6D771E0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6AFE49-2D3D-4BB5-889A-25AD6052FF38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7D1EC07-2D4C-4801-BE71-1440CE669CFD}"/>
              </a:ext>
            </a:extLst>
          </p:cNvPr>
          <p:cNvCxnSpPr>
            <a:cxnSpLocks/>
          </p:cNvCxnSpPr>
          <p:nvPr/>
        </p:nvCxnSpPr>
        <p:spPr>
          <a:xfrm flipV="1">
            <a:off x="4249420" y="5344726"/>
            <a:ext cx="0" cy="762541"/>
          </a:xfrm>
          <a:prstGeom prst="lin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2F0BBBE-50A4-45C2-A9C8-1F605C379C37}"/>
              </a:ext>
            </a:extLst>
          </p:cNvPr>
          <p:cNvCxnSpPr>
            <a:cxnSpLocks/>
          </p:cNvCxnSpPr>
          <p:nvPr/>
        </p:nvCxnSpPr>
        <p:spPr>
          <a:xfrm flipV="1">
            <a:off x="7942581" y="5344726"/>
            <a:ext cx="0" cy="762541"/>
          </a:xfrm>
          <a:prstGeom prst="lin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Placeholder 81">
            <a:extLst>
              <a:ext uri="{FF2B5EF4-FFF2-40B4-BE49-F238E27FC236}">
                <a16:creationId xmlns:a16="http://schemas.microsoft.com/office/drawing/2014/main" id="{CE6442E0-A2C0-447A-9A06-C06FFA2B4D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8" r="658"/>
          <a:stretch/>
        </p:blipFill>
        <p:spPr>
          <a:xfrm>
            <a:off x="1426570" y="1028073"/>
            <a:ext cx="5566533" cy="352547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B5048-FF8E-6A47-A1FA-144FCF86A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77B4EF-27B9-4B65-8823-058A934F584F}" type="slidenum">
              <a:rPr lang="ar-LY" smtClean="0"/>
              <a:t>5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1985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0073724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8716057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7358391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6000725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4643059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3285393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3522200" y="353700"/>
            <a:ext cx="49572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3067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PRODUCT ROADMAP</a:t>
            </a:r>
            <a:endParaRPr sz="667" dirty="0">
              <a:solidFill>
                <a:schemeClr val="bg1"/>
              </a:solidFill>
            </a:endParaRPr>
          </a:p>
        </p:txBody>
      </p:sp>
      <p:cxnSp>
        <p:nvCxnSpPr>
          <p:cNvPr id="264" name="Google Shape;264;p33"/>
          <p:cNvCxnSpPr/>
          <p:nvPr/>
        </p:nvCxnSpPr>
        <p:spPr>
          <a:xfrm>
            <a:off x="760611" y="3255619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5" name="Google Shape;265;p33"/>
          <p:cNvCxnSpPr/>
          <p:nvPr/>
        </p:nvCxnSpPr>
        <p:spPr>
          <a:xfrm>
            <a:off x="760611" y="4727163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6" name="Google Shape;266;p33"/>
          <p:cNvCxnSpPr/>
          <p:nvPr/>
        </p:nvCxnSpPr>
        <p:spPr>
          <a:xfrm>
            <a:off x="760611" y="1663700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7" name="Google Shape;267;p33"/>
          <p:cNvSpPr/>
          <p:nvPr/>
        </p:nvSpPr>
        <p:spPr>
          <a:xfrm>
            <a:off x="3676432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3769731" y="1422552"/>
            <a:ext cx="3892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Dec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5034097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5134211" y="1422552"/>
            <a:ext cx="3752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Jan</a:t>
            </a:r>
            <a:endParaRPr sz="533">
              <a:solidFill>
                <a:schemeClr val="bg1"/>
              </a:solidFill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6391764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6477847" y="1422552"/>
            <a:ext cx="4036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Feb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7749429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7849141" y="1422552"/>
            <a:ext cx="3760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Mar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9107096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9177545" y="1422552"/>
            <a:ext cx="4348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Apr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10464761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10550761" y="1391851"/>
            <a:ext cx="4036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May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1412033" y="2685479"/>
            <a:ext cx="12220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1131033" y="5672103"/>
            <a:ext cx="1784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Learning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1177633" y="4206484"/>
            <a:ext cx="16908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Hardware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3322925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UX/UI Design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7395923" y="2785095"/>
            <a:ext cx="1282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User Login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3322925" y="3377439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Specifications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4680500" y="3377433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Clr>
                <a:schemeClr val="lt1"/>
              </a:buClr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Sourcing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3322925" y="4849885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Database Design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3322723" y="2361565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Front-end Dashboard </a:t>
            </a:r>
            <a:endParaRPr sz="24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4680341" y="2785100"/>
            <a:ext cx="2640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Cloud Configuration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9" name="Google Shape;289;p33"/>
          <p:cNvSpPr/>
          <p:nvPr/>
        </p:nvSpPr>
        <p:spPr>
          <a:xfrm>
            <a:off x="7395923" y="2351987"/>
            <a:ext cx="26408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Feature #1 Development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10111256" y="2351987"/>
            <a:ext cx="1282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Feature #2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8753588" y="2785095"/>
            <a:ext cx="1282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APIs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4680512" y="5284805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Clr>
                <a:schemeClr val="dk2"/>
              </a:buClr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Development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6038301" y="4849885"/>
            <a:ext cx="53556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Data Collection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94" name="Google Shape;294;p33"/>
          <p:cNvPicPr preferRelativeResize="0"/>
          <p:nvPr/>
        </p:nvPicPr>
        <p:blipFill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3" y="3538779"/>
            <a:ext cx="744000" cy="733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3"/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4" y="4924401"/>
            <a:ext cx="744001" cy="7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/>
          <p:nvPr/>
        </p:nvSpPr>
        <p:spPr>
          <a:xfrm>
            <a:off x="7395992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 Improvements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10111325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 Improvements</a:t>
            </a:r>
            <a:endParaRPr sz="1067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6038155" y="5719700"/>
            <a:ext cx="53556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Training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7395828" y="5284800"/>
            <a:ext cx="3994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Deployment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680500" y="3821800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Lab Assembly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6037967" y="4274484"/>
            <a:ext cx="26408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On-site Assembly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7395845" y="3821811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Lab Testing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8753612" y="4274495"/>
            <a:ext cx="2640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On-site Testing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304" name="Google Shape;304;p33"/>
          <p:cNvPicPr preferRelativeResize="0"/>
          <p:nvPr/>
        </p:nvPicPr>
        <p:blipFill>
          <a:blip r:embed="rId5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4" y="1941455"/>
            <a:ext cx="744001" cy="74402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6BD5D73F-7A0F-394A-A198-71E36F769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6</a:t>
            </a:fld>
            <a:endParaRPr lang="ar-LY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CDB47C-E948-EC41-9E2F-884C144F9A49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move to milestones?</a:t>
            </a:r>
          </a:p>
        </p:txBody>
      </p:sp>
    </p:spTree>
    <p:extLst>
      <p:ext uri="{BB962C8B-B14F-4D97-AF65-F5344CB8AC3E}">
        <p14:creationId xmlns:p14="http://schemas.microsoft.com/office/powerpoint/2010/main" val="19366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8FD2-2625-B84D-AA4C-8328E376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Market: Segmentation</a:t>
            </a:r>
          </a:p>
        </p:txBody>
      </p:sp>
      <p:pic>
        <p:nvPicPr>
          <p:cNvPr id="7" name="Picture 6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40EE88D-1A19-4642-923D-6AC4BFD31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1018" y="1159270"/>
            <a:ext cx="6380898" cy="56987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AED96-EE5F-1740-B0ED-2DE84FFDA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7</a:t>
            </a:fld>
            <a:endParaRPr lang="ar-L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7283F-A620-3944-BE66-CE51E5D11BD6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Simplify and increase size</a:t>
            </a: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Growth: Beachhead market</a:t>
            </a:r>
            <a:endParaRPr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995164-3ECE-B44E-9A8C-A9137222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8</a:t>
            </a:fld>
            <a:endParaRPr lang="ar-LY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E0EDAEF-00CD-2143-86EA-BF63AC266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470" y="1690688"/>
            <a:ext cx="7695060" cy="4477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739204-B3E9-5B43-BAFE-346A65F19D02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Add market size for each segment</a:t>
            </a:r>
          </a:p>
        </p:txBody>
      </p:sp>
    </p:spTree>
    <p:extLst>
      <p:ext uri="{BB962C8B-B14F-4D97-AF65-F5344CB8AC3E}">
        <p14:creationId xmlns:p14="http://schemas.microsoft.com/office/powerpoint/2010/main" val="115108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21056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4" name="Freeform 33"/>
          <p:cNvSpPr>
            <a:spLocks/>
          </p:cNvSpPr>
          <p:nvPr/>
        </p:nvSpPr>
        <p:spPr bwMode="auto">
          <a:xfrm>
            <a:off x="46689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5" name="Freeform 33"/>
          <p:cNvSpPr>
            <a:spLocks/>
          </p:cNvSpPr>
          <p:nvPr/>
        </p:nvSpPr>
        <p:spPr bwMode="auto">
          <a:xfrm>
            <a:off x="72322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6" name="Freeform 33"/>
          <p:cNvSpPr>
            <a:spLocks/>
          </p:cNvSpPr>
          <p:nvPr/>
        </p:nvSpPr>
        <p:spPr bwMode="auto">
          <a:xfrm>
            <a:off x="97955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1276" y="4813907"/>
            <a:ext cx="162050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Indoor Farms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8781" y="5277805"/>
            <a:ext cx="2205207" cy="109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Improve patient outcomes and minimize airborne infections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942" y="4813907"/>
            <a:ext cx="94577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Offices	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747" y="5277805"/>
            <a:ext cx="2300162" cy="753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Increase worker comfort and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1262" y="4750096"/>
            <a:ext cx="2728067" cy="527733"/>
          </a:xfrm>
          <a:prstGeom prst="rect">
            <a:avLst/>
          </a:prstGeom>
          <a:noFill/>
          <a:ln>
            <a:noFill/>
          </a:ln>
        </p:spPr>
        <p:txBody>
          <a:bodyPr wrap="square" lIns="90000" rtlCol="0">
            <a:no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Historical Buildings &amp; Museums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7625" y="5277805"/>
            <a:ext cx="2184720" cy="144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Preserve interiors of historical buildings and protect invaluable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252" y="4813907"/>
            <a:ext cx="130035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731" y="5277805"/>
            <a:ext cx="1879600" cy="109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Increase crop yield and streamline operations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204073" y="2557577"/>
            <a:ext cx="2467836" cy="1558088"/>
            <a:chOff x="1341345" y="2331698"/>
            <a:chExt cx="2467836" cy="1558088"/>
          </a:xfrm>
        </p:grpSpPr>
        <p:sp>
          <p:nvSpPr>
            <p:cNvPr id="18" name="Freeform 6"/>
            <p:cNvSpPr>
              <a:spLocks noEditPoints="1"/>
            </p:cNvSpPr>
            <p:nvPr/>
          </p:nvSpPr>
          <p:spPr bwMode="auto">
            <a:xfrm>
              <a:off x="1608010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1370329" y="3700580"/>
              <a:ext cx="2438852" cy="18920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371599" y="3700580"/>
              <a:ext cx="2063701" cy="189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2402926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2" name="Freeform 11"/>
            <p:cNvSpPr>
              <a:spLocks/>
            </p:cNvSpPr>
            <p:nvPr/>
          </p:nvSpPr>
          <p:spPr bwMode="auto">
            <a:xfrm>
              <a:off x="2387688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solidFill>
              <a:srgbClr val="3D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341345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1371600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544769" y="2557577"/>
            <a:ext cx="2443159" cy="1558088"/>
            <a:chOff x="8544769" y="2331698"/>
            <a:chExt cx="2443159" cy="15580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" name="Freeform 6"/>
            <p:cNvSpPr>
              <a:spLocks noEditPoints="1"/>
            </p:cNvSpPr>
            <p:nvPr/>
          </p:nvSpPr>
          <p:spPr bwMode="auto">
            <a:xfrm>
              <a:off x="91606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8545065" y="3700580"/>
              <a:ext cx="2442863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8924227" y="3700580"/>
              <a:ext cx="2063701" cy="1892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9" name="Freeform 10"/>
            <p:cNvSpPr>
              <a:spLocks/>
            </p:cNvSpPr>
            <p:nvPr/>
          </p:nvSpPr>
          <p:spPr bwMode="auto">
            <a:xfrm>
              <a:off x="99555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0" name="Freeform 11"/>
            <p:cNvSpPr>
              <a:spLocks/>
            </p:cNvSpPr>
            <p:nvPr/>
          </p:nvSpPr>
          <p:spPr bwMode="auto">
            <a:xfrm>
              <a:off x="99403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88939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89242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8544769" y="3700580"/>
              <a:ext cx="563843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096469" y="2557577"/>
            <a:ext cx="2448596" cy="1558088"/>
            <a:chOff x="6096469" y="2331698"/>
            <a:chExt cx="2448596" cy="1558088"/>
          </a:xfrm>
        </p:grpSpPr>
        <p:sp>
          <p:nvSpPr>
            <p:cNvPr id="36" name="Freeform 6"/>
            <p:cNvSpPr>
              <a:spLocks noEditPoints="1"/>
            </p:cNvSpPr>
            <p:nvPr/>
          </p:nvSpPr>
          <p:spPr bwMode="auto">
            <a:xfrm>
              <a:off x="65973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6097739" y="3700580"/>
              <a:ext cx="2447326" cy="18920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6360927" y="3700580"/>
              <a:ext cx="2063701" cy="189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9" name="Freeform 10"/>
            <p:cNvSpPr>
              <a:spLocks/>
            </p:cNvSpPr>
            <p:nvPr/>
          </p:nvSpPr>
          <p:spPr bwMode="auto">
            <a:xfrm>
              <a:off x="73922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0" name="Freeform 11"/>
            <p:cNvSpPr>
              <a:spLocks/>
            </p:cNvSpPr>
            <p:nvPr/>
          </p:nvSpPr>
          <p:spPr bwMode="auto">
            <a:xfrm>
              <a:off x="73770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solidFill>
              <a:srgbClr val="3D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63306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63609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6096469" y="3700580"/>
              <a:ext cx="314358" cy="1892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Raleway Medium" charset="0"/>
                  <a:cs typeface="Raleway Medium" charset="0"/>
                </a:rPr>
                <a:t> 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664290" y="2557577"/>
            <a:ext cx="2443195" cy="1558088"/>
            <a:chOff x="3664290" y="2331698"/>
            <a:chExt cx="2443195" cy="15580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40340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3664290" y="3700580"/>
              <a:ext cx="2443195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Raleway Medium" charset="0"/>
                  <a:cs typeface="Raleway Medium" charset="0"/>
                </a:rPr>
                <a:t> </a:t>
              </a:r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3797627" y="3700580"/>
              <a:ext cx="2063701" cy="1892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48289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48137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1" name="Freeform 43"/>
            <p:cNvSpPr>
              <a:spLocks/>
            </p:cNvSpPr>
            <p:nvPr/>
          </p:nvSpPr>
          <p:spPr bwMode="auto">
            <a:xfrm>
              <a:off x="37673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37976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667776" y="3700580"/>
              <a:ext cx="162926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B3FC984-E50B-8F4C-8628-3A72417DDE21}"/>
              </a:ext>
            </a:extLst>
          </p:cNvPr>
          <p:cNvSpPr txBox="1"/>
          <p:nvPr/>
        </p:nvSpPr>
        <p:spPr>
          <a:xfrm>
            <a:off x="3887536" y="253928"/>
            <a:ext cx="48862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0" spc="-150" dirty="0">
                <a:solidFill>
                  <a:schemeClr val="bg2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Adjacent Sectors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95B9E4-C6DF-F041-BF69-C0E812419E2A}"/>
              </a:ext>
            </a:extLst>
          </p:cNvPr>
          <p:cNvSpPr txBox="1"/>
          <p:nvPr/>
        </p:nvSpPr>
        <p:spPr>
          <a:xfrm>
            <a:off x="758971" y="1301032"/>
            <a:ext cx="10697027" cy="70788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 anchor="ctr">
            <a:spAutoFit/>
          </a:bodyPr>
          <a:lstStyle/>
          <a:p>
            <a:pPr marL="186262" algn="ctr"/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Each building has unique operational needs, yet property owners and facility managers are short on in-house skilled talent that can manage and optimize their existing building systems in real-time.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133C98-EC94-3C45-A759-8E1690E758BE}"/>
              </a:ext>
            </a:extLst>
          </p:cNvPr>
          <p:cNvSpPr txBox="1"/>
          <p:nvPr/>
        </p:nvSpPr>
        <p:spPr>
          <a:xfrm>
            <a:off x="1" y="6485220"/>
            <a:ext cx="3047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Confidential | Copyright Ambient Systems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65BCB1-9269-8242-ADB7-E5012AC40A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55770" y="2745726"/>
            <a:ext cx="1191231" cy="119123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CC1E05A-59A2-3640-926D-5C21C0D94E7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1936" y="2936385"/>
            <a:ext cx="769911" cy="769911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BE3BDBCA-AF63-C04F-9CD4-0C9848A7560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6152" y="2950953"/>
            <a:ext cx="759189" cy="759189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016DB3DE-186A-FD4A-9783-02D51E636F5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8079" y="2806951"/>
            <a:ext cx="1024905" cy="1024905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F7956B3-210E-9942-B56E-A9CA5A064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t>9</a:t>
            </a:fld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47349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6D62-8B26-464B-98A4-A9F1724C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Competitive Landscape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3B5D68-9935-9D4F-97D5-E1AF4F193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30407"/>
            <a:ext cx="488594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ramond" panose="02020404030301010803" pitchFamily="18" charset="0"/>
              </a:rPr>
              <a:t>Ambient is positioned at the intersection of multiple segments in order to provide a tailored solution for the beachhead market: indoor farms.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      </a:t>
            </a: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ED90C94B-CCD0-0845-967A-5AAF28DE7C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"/>
          <a:stretch/>
        </p:blipFill>
        <p:spPr>
          <a:xfrm>
            <a:off x="5052646" y="365125"/>
            <a:ext cx="7543800" cy="6672753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23CC952-DA77-1B4A-AB42-EFBAC6A55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pPr/>
              <a:t>10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110680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C4BC-0097-9F40-B994-EDD59FEA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Competitive </a:t>
            </a:r>
            <a:r>
              <a:rPr lang="en-US" dirty="0"/>
              <a:t>Benchmark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32194B-66F2-9344-9045-71D3F235B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[redacted]"/>
              </p:ext>
            </p:extLst>
          </p:nvPr>
        </p:nvGraphicFramePr>
        <p:xfrm>
          <a:off x="983672" y="1881585"/>
          <a:ext cx="10370128" cy="4145280"/>
        </p:xfrm>
        <a:graphic>
          <a:graphicData uri="http://schemas.openxmlformats.org/drawingml/2006/table">
            <a:tbl>
              <a:tblPr/>
              <a:tblGrid>
                <a:gridCol w="2720228">
                  <a:extLst>
                    <a:ext uri="{9D8B030D-6E8A-4147-A177-3AD203B41FA5}">
                      <a16:colId xmlns:a16="http://schemas.microsoft.com/office/drawing/2014/main" val="285793511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33867107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1904074191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660484743"/>
                    </a:ext>
                  </a:extLst>
                </a:gridCol>
              </a:tblGrid>
              <a:tr h="353086">
                <a:tc>
                  <a:txBody>
                    <a:bodyPr/>
                    <a:lstStyle/>
                    <a:p>
                      <a:pPr fontAlgn="ctr"/>
                      <a:r>
                        <a:rPr lang="en-CA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Ambient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Autogrow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75F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Johnson Controls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2134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Segment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Multiple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Farming Controller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Smart Buildings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OEM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544193"/>
                  </a:ext>
                </a:extLst>
              </a:tr>
              <a:tr h="37915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Proximity to Customer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(Low Logistics Cost)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Specific vs. Generic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50515"/>
                  </a:ext>
                </a:extLst>
              </a:tr>
              <a:tr h="26361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Modern Web-based UI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870103"/>
                  </a:ext>
                </a:extLst>
              </a:tr>
              <a:tr h="26361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Wireless IoT Network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90102"/>
                  </a:ext>
                </a:extLst>
              </a:tr>
              <a:tr h="3640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Advanced Optimization Methods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ML models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46445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Pricing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(based on area)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$3000 for one unit + Installation Fees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 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</a:tbl>
          </a:graphicData>
        </a:graphic>
      </p:graphicFrame>
      <p:pic>
        <p:nvPicPr>
          <p:cNvPr id="4" name="Google Shape;215;p29">
            <a:extLst>
              <a:ext uri="{FF2B5EF4-FFF2-40B4-BE49-F238E27FC236}">
                <a16:creationId xmlns:a16="http://schemas.microsoft.com/office/drawing/2014/main" id="{63E7D9BB-72F5-3641-8F1E-F7AE0FD18F0D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3844834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9;p29">
            <a:extLst>
              <a:ext uri="{FF2B5EF4-FFF2-40B4-BE49-F238E27FC236}">
                <a16:creationId xmlns:a16="http://schemas.microsoft.com/office/drawing/2014/main" id="{26FD8721-D7E9-9846-BCF1-577F3733136E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2;p29">
            <a:extLst>
              <a:ext uri="{FF2B5EF4-FFF2-40B4-BE49-F238E27FC236}">
                <a16:creationId xmlns:a16="http://schemas.microsoft.com/office/drawing/2014/main" id="{DBA6DAF4-CB0D-934B-935B-EEE8242964C9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426767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7;p29">
            <a:extLst>
              <a:ext uri="{FF2B5EF4-FFF2-40B4-BE49-F238E27FC236}">
                <a16:creationId xmlns:a16="http://schemas.microsoft.com/office/drawing/2014/main" id="{533F4CF7-9E93-6C48-9384-754D414EEB69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4666235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p29">
            <a:extLst>
              <a:ext uri="{FF2B5EF4-FFF2-40B4-BE49-F238E27FC236}">
                <a16:creationId xmlns:a16="http://schemas.microsoft.com/office/drawing/2014/main" id="{7A6D2AB9-2C88-884B-8089-B5D365E4C5EE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16;p29">
            <a:extLst>
              <a:ext uri="{FF2B5EF4-FFF2-40B4-BE49-F238E27FC236}">
                <a16:creationId xmlns:a16="http://schemas.microsoft.com/office/drawing/2014/main" id="{C209BF39-F140-944B-9A10-7675C9A93A4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16;p29">
            <a:extLst>
              <a:ext uri="{FF2B5EF4-FFF2-40B4-BE49-F238E27FC236}">
                <a16:creationId xmlns:a16="http://schemas.microsoft.com/office/drawing/2014/main" id="{B7668DFF-EFCE-964C-9725-6E59FF010C1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426767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16;p29">
            <a:extLst>
              <a:ext uri="{FF2B5EF4-FFF2-40B4-BE49-F238E27FC236}">
                <a16:creationId xmlns:a16="http://schemas.microsoft.com/office/drawing/2014/main" id="{4F40A6B9-0732-B242-9985-FDD91B03428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4666235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16;p29">
            <a:extLst>
              <a:ext uri="{FF2B5EF4-FFF2-40B4-BE49-F238E27FC236}">
                <a16:creationId xmlns:a16="http://schemas.microsoft.com/office/drawing/2014/main" id="{F2B4A95F-6EBD-DA41-A5FD-E5ACBB6E4C6D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5;p29">
            <a:extLst>
              <a:ext uri="{FF2B5EF4-FFF2-40B4-BE49-F238E27FC236}">
                <a16:creationId xmlns:a16="http://schemas.microsoft.com/office/drawing/2014/main" id="{85591DDA-D7E0-3C44-B4CF-FF[redacted]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5714312" y="3856843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15;p29">
            <a:extLst>
              <a:ext uri="{FF2B5EF4-FFF2-40B4-BE49-F238E27FC236}">
                <a16:creationId xmlns:a16="http://schemas.microsoft.com/office/drawing/2014/main" id="{F6C4814F-C657-7041-8DF1-2918C9F18327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7674320" y="4246898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15;p29">
            <a:extLst>
              <a:ext uri="{FF2B5EF4-FFF2-40B4-BE49-F238E27FC236}">
                <a16:creationId xmlns:a16="http://schemas.microsoft.com/office/drawing/2014/main" id="{D7D24DD2-C5F8-954A-A48B-38D1653D8003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7674320" y="4655847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6;p29">
            <a:extLst>
              <a:ext uri="{FF2B5EF4-FFF2-40B4-BE49-F238E27FC236}">
                <a16:creationId xmlns:a16="http://schemas.microsoft.com/office/drawing/2014/main" id="{148AD170-3314-1C4C-9537-FE95A6AC749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16;p29">
            <a:extLst>
              <a:ext uri="{FF2B5EF4-FFF2-40B4-BE49-F238E27FC236}">
                <a16:creationId xmlns:a16="http://schemas.microsoft.com/office/drawing/2014/main" id="{940BC61D-DFBD-A342-AE7D-8FF6C63C0C44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3837949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16;p29">
            <a:extLst>
              <a:ext uri="{FF2B5EF4-FFF2-40B4-BE49-F238E27FC236}">
                <a16:creationId xmlns:a16="http://schemas.microsoft.com/office/drawing/2014/main" id="{54A182E0-8AB9-454A-9065-8CA6BA1C5E5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16;p29">
            <a:extLst>
              <a:ext uri="{FF2B5EF4-FFF2-40B4-BE49-F238E27FC236}">
                <a16:creationId xmlns:a16="http://schemas.microsoft.com/office/drawing/2014/main" id="{746E86D1-9C90-7B40-BD3D-4BE691DEF2A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16;p29">
            <a:extLst>
              <a:ext uri="{FF2B5EF4-FFF2-40B4-BE49-F238E27FC236}">
                <a16:creationId xmlns:a16="http://schemas.microsoft.com/office/drawing/2014/main" id="{65EC56A0-E2B5-4941-B455-CD1CB03D4F1A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378690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16;p29">
            <a:extLst>
              <a:ext uri="{FF2B5EF4-FFF2-40B4-BE49-F238E27FC236}">
                <a16:creationId xmlns:a16="http://schemas.microsoft.com/office/drawing/2014/main" id="{5002CCD6-A3D9-7346-964A-AFC700DD330B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4213208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15;p29">
            <a:extLst>
              <a:ext uri="{FF2B5EF4-FFF2-40B4-BE49-F238E27FC236}">
                <a16:creationId xmlns:a16="http://schemas.microsoft.com/office/drawing/2014/main" id="{A0E7BF37-27D5-3741-ADE8-E469B1041A12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9583059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15;p29">
            <a:extLst>
              <a:ext uri="{FF2B5EF4-FFF2-40B4-BE49-F238E27FC236}">
                <a16:creationId xmlns:a16="http://schemas.microsoft.com/office/drawing/2014/main" id="{60444719-8585-2D47-BBCC-93CB2E9C81B5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9583059" y="4639514"/>
            <a:ext cx="305350" cy="3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CBAB2CE6-64BF-F042-89C8-49819FF0D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pPr/>
              <a:t>11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39"/>
          <p:cNvGraphicFramePr/>
          <p:nvPr>
            <p:extLst>
              <p:ext uri="{D42A27DB-BD31-4B8C-83A1-F6EECF244321}">
                <p14:modId xmlns:p14="http://schemas.microsoft.com/office/powerpoint/2010/main" val="[redacted]"/>
              </p:ext>
            </p:extLst>
          </p:nvPr>
        </p:nvGraphicFramePr>
        <p:xfrm>
          <a:off x="4965267" y="196627"/>
          <a:ext cx="7019067" cy="6530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3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72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</a:t>
                      </a:r>
                      <a:endParaRPr sz="18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2"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CAPEX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8533" marR="118533" marT="118533" marB="1185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554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Services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8533" marR="118533" marT="118533" marB="1185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Audit and Design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Complimentary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Installation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$4,000 - $5,000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554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</a:t>
                      </a:r>
                      <a:endParaRPr sz="1400" b="1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Ambient Smart Sensors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$1,500 - $2,500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Ambient Edge Node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$2,500 - $4,500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Ambient Control Unit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$4,000 - $6,000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65"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CAPEX SubTotal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8533" marR="118533" marT="118533" marB="1185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$12,000 - $18,000</a:t>
                      </a:r>
                      <a:endParaRPr sz="1400" b="1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62"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OPEX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8533" marR="118533" marT="118533" marB="1185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554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Operations</a:t>
                      </a:r>
                      <a:endParaRPr sz="1400" b="1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 Data Management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Complimentary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Maintenance</a:t>
                      </a:r>
                      <a:endParaRPr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Complimentary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Parts Replacement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Complimentary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554">
                <a:tc row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Ambient Platform</a:t>
                      </a:r>
                      <a:endParaRPr sz="1400" b="1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Facility Analytics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Value-sharing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ACMV Optimization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Value-sharing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Predictive Maintenance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Value-sharing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Yield Prediction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Value-sharing</a:t>
                      </a:r>
                      <a:endParaRPr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Marketplace</a:t>
                      </a:r>
                      <a:endParaRPr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Value-sharing</a:t>
                      </a:r>
                      <a:endParaRPr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85465"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OPEX SubTotal</a:t>
                      </a:r>
                      <a:endParaRPr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18533" marR="118533" marT="118533" marB="1185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</a:t>
                      </a:r>
                      <a:endParaRPr sz="1400" b="1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605732">
                <a:tc gridSpan="2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Estimated Total Cost 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$12,000 - $18,000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OPEX value-sharing</a:t>
                      </a:r>
                      <a:endParaRPr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3867" marR="33867" marT="33867" marB="3386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01" name="Google Shape;301;p39"/>
          <p:cNvSpPr/>
          <p:nvPr/>
        </p:nvSpPr>
        <p:spPr>
          <a:xfrm>
            <a:off x="0" y="0"/>
            <a:ext cx="45504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endParaRPr sz="1867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2" name="Google Shape;302;p39"/>
          <p:cNvSpPr txBox="1">
            <a:spLocks noGrp="1"/>
          </p:cNvSpPr>
          <p:nvPr>
            <p:ph type="title"/>
          </p:nvPr>
        </p:nvSpPr>
        <p:spPr>
          <a:xfrm>
            <a:off x="643467" y="640067"/>
            <a:ext cx="2469010" cy="561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Clr>
                <a:srgbClr val="FFFFFF"/>
              </a:buClr>
              <a:buSzPts val="3300"/>
            </a:pPr>
            <a:r>
              <a:rPr lang="en-GB" sz="3467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Innovative </a:t>
            </a:r>
            <a:r>
              <a:rPr lang="en-GB" sz="3467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Revenue Model </a:t>
            </a:r>
            <a:endParaRPr sz="3467" dirty="0"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48847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Financials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552ED-780B-BF4D-926D-55232410A9EC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[Team member], Funding Gap, Valuation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C8EA47E-6DF6-A743-BF9E-1DC54DD47AF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ar-LY"/>
            </a:defPPr>
            <a:lvl1pPr marL="0" algn="r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12FC69-CE3E-4598-98C1-B119891192DE}" type="slidenum">
              <a:rPr lang="ar-LY" smtClean="0"/>
              <a:pPr/>
              <a:t>13</a:t>
            </a:fld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42740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A88F81B-CE88-4043-AC71-DE8F38C7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Traction: LOI/MOU</a:t>
            </a:r>
          </a:p>
        </p:txBody>
      </p:sp>
      <p:pic>
        <p:nvPicPr>
          <p:cNvPr id="47" name="Picture 46" descr="Text, table&#10;&#10;Description automatically generated">
            <a:extLst>
              <a:ext uri="{FF2B5EF4-FFF2-40B4-BE49-F238E27FC236}">
                <a16:creationId xmlns:a16="http://schemas.microsoft.com/office/drawing/2014/main" id="{502F3177-08F6-BB42-8DE1-5AC73297C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975" y="1902201"/>
            <a:ext cx="3472244" cy="4454149"/>
          </a:xfrm>
          <a:prstGeom prst="rect">
            <a:avLst/>
          </a:prstGeom>
        </p:spPr>
      </p:pic>
      <p:pic>
        <p:nvPicPr>
          <p:cNvPr id="49" name="Picture 48" descr="Text, application&#10;&#10;Description automatically generated">
            <a:extLst>
              <a:ext uri="{FF2B5EF4-FFF2-40B4-BE49-F238E27FC236}">
                <a16:creationId xmlns:a16="http://schemas.microsoft.com/office/drawing/2014/main" id="{940A45B0-4F23-4E46-8390-528DEA093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384" y="1729893"/>
            <a:ext cx="3448158" cy="4440485"/>
          </a:xfrm>
          <a:prstGeom prst="rect">
            <a:avLst/>
          </a:prstGeom>
        </p:spPr>
      </p:pic>
      <p:pic>
        <p:nvPicPr>
          <p:cNvPr id="51" name="Picture 5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499B3E2-31E3-FA42-B5DD-7C636C429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710" y="1604840"/>
            <a:ext cx="3449751" cy="4440485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BC212AB-D923-4543-9CD9-9FDCCB1D6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312FC69-CE3E-4598-98C1-B119891192DE}" type="slidenum">
              <a:rPr lang="ar-LY" smtClean="0"/>
              <a:pPr/>
              <a:t>14</a:t>
            </a:fld>
            <a:endParaRPr lang="ar-LY" b="1" dirty="0"/>
          </a:p>
        </p:txBody>
      </p:sp>
    </p:spTree>
    <p:extLst>
      <p:ext uri="{BB962C8B-B14F-4D97-AF65-F5344CB8AC3E}">
        <p14:creationId xmlns:p14="http://schemas.microsoft.com/office/powerpoint/2010/main" val="157561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A674A-E934-41FC-A6B0-B25E4FB57122}"/>
              </a:ext>
            </a:extLst>
          </p:cNvPr>
          <p:cNvSpPr txBox="1"/>
          <p:nvPr/>
        </p:nvSpPr>
        <p:spPr>
          <a:xfrm>
            <a:off x="6146061" y="669569"/>
            <a:ext cx="579108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-150" dirty="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Summary</a:t>
            </a:r>
          </a:p>
          <a:p>
            <a:endParaRPr lang="en-US" sz="3200" spc="-150" dirty="0">
              <a:solidFill>
                <a:schemeClr val="bg1"/>
              </a:solidFill>
              <a:latin typeface="Garamond" panose="02020404030301010803" pitchFamily="18" charset="0"/>
              <a:ea typeface="Montserrat" charset="0"/>
              <a:cs typeface="Montserrat" charset="0"/>
            </a:endParaRPr>
          </a:p>
          <a:p>
            <a:endParaRPr lang="en-US" sz="3200" spc="-150" dirty="0">
              <a:solidFill>
                <a:schemeClr val="bg1"/>
              </a:solidFill>
              <a:latin typeface="Garamond" panose="02020404030301010803" pitchFamily="18" charset="0"/>
              <a:ea typeface="Montserrat" charset="0"/>
              <a:cs typeface="Montserrat" charset="0"/>
            </a:endParaRPr>
          </a:p>
          <a:p>
            <a:pPr marL="514350" indent="-514350">
              <a:buAutoNum type="arabicPeriod"/>
            </a:pPr>
            <a:r>
              <a:rPr lang="en-US" sz="2800" spc="-150" dirty="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Vertical </a:t>
            </a:r>
            <a:r>
              <a:rPr lang="en-US" sz="2800" spc="-15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farming is a </a:t>
            </a:r>
            <a:r>
              <a:rPr lang="en-US" sz="2800" spc="-150" dirty="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high-growth and high-value market.</a:t>
            </a:r>
          </a:p>
          <a:p>
            <a:pPr marL="514350" indent="-514350">
              <a:buAutoNum type="arabicPeriod"/>
            </a:pPr>
            <a:r>
              <a:rPr lang="en-US" sz="2800" spc="-150" dirty="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Ambient provides a solution for climate management using IoT and AI.</a:t>
            </a:r>
          </a:p>
          <a:p>
            <a:pPr marL="514350" indent="-514350">
              <a:buAutoNum type="arabicPeriod"/>
            </a:pPr>
            <a:r>
              <a:rPr lang="en-US" sz="2800" spc="-150" dirty="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Pilot site planned with a local indoor farm.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07EFB5AD-E5F6-C14F-BA4C-304D710733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4" b="99192" l="1573" r="99428">
                        <a14:foregroundMark x1="4804" y1="43937" x2="4804" y2="43937"/>
                        <a14:foregroundMark x1="6548" y1="48909" x2="6548" y2="48909"/>
                        <a14:foregroundMark x1="6548" y1="52829" x2="6548" y2="52829"/>
                        <a14:foregroundMark x1="6177" y1="34074" x2="6177" y2="78011"/>
                        <a14:foregroundMark x1="6177" y1="78011" x2="6177" y2="78011"/>
                        <a14:foregroundMark x1="1287" y1="26192" x2="1659" y2="87389"/>
                        <a14:foregroundMark x1="1659" y1="87389" x2="1659" y2="87389"/>
                        <a14:foregroundMark x1="94881" y1="87874" x2="94881" y2="42967"/>
                        <a14:foregroundMark x1="94881" y1="42967" x2="94881" y2="42967"/>
                        <a14:foregroundMark x1="94538" y1="37025" x2="94538" y2="37025"/>
                        <a14:foregroundMark x1="91393" y1="53314" x2="91393" y2="53314"/>
                        <a14:foregroundMark x1="79868" y1="64673" x2="92422" y2="87874"/>
                        <a14:foregroundMark x1="92422" y1="87874" x2="92422" y2="87874"/>
                        <a14:foregroundMark x1="944" y1="21746" x2="94166" y2="90340"/>
                        <a14:foregroundMark x1="94166" y1="90340" x2="94166" y2="90340"/>
                        <a14:foregroundMark x1="45296" y1="94301" x2="45296" y2="94301"/>
                        <a14:foregroundMark x1="57878" y1="93331" x2="57878" y2="93331"/>
                        <a14:foregroundMark x1="99428" y1="92320" x2="99428" y2="49879"/>
                        <a14:foregroundMark x1="99428" y1="49879" x2="99428" y2="49879"/>
                        <a14:foregroundMark x1="99428" y1="37551" x2="99428" y2="37551"/>
                        <a14:foregroundMark x1="99428" y1="72595" x2="99428" y2="72595"/>
                        <a14:foregroundMark x1="96626" y1="87389" x2="96626" y2="87389"/>
                        <a14:foregroundMark x1="57163" y1="94786" x2="57163" y2="94786"/>
                        <a14:foregroundMark x1="42494" y1="94786" x2="42494" y2="94786"/>
                        <a14:foregroundMark x1="2002" y1="97777" x2="2002" y2="97777"/>
                        <a14:foregroundMark x1="62396" y1="88884" x2="62396" y2="88884"/>
                        <a14:foregroundMark x1="45639" y1="99232" x2="45639" y2="99232"/>
                        <a14:foregroundMark x1="62053" y1="93331" x2="62053" y2="93331"/>
                        <a14:foregroundMark x1="49128" y1="94301" x2="49128" y2="94301"/>
                        <a14:foregroundMark x1="45982" y1="96766" x2="45982" y2="96766"/>
                        <a14:backgroundMark x1="35173" y1="17785" x2="35173" y2="177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1887"/>
          <a:stretch/>
        </p:blipFill>
        <p:spPr>
          <a:xfrm>
            <a:off x="0" y="2500840"/>
            <a:ext cx="6045938" cy="4357160"/>
          </a:xfr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ockchain 1 Dark">
      <a:dk1>
        <a:srgbClr val="010A1D"/>
      </a:dk1>
      <a:lt1>
        <a:srgbClr val="FFFFFF"/>
      </a:lt1>
      <a:dk2>
        <a:srgbClr val="02153C"/>
      </a:dk2>
      <a:lt2>
        <a:srgbClr val="F9F9F9"/>
      </a:lt2>
      <a:accent1>
        <a:srgbClr val="542EF6"/>
      </a:accent1>
      <a:accent2>
        <a:srgbClr val="6E67F9"/>
      </a:accent2>
      <a:accent3>
        <a:srgbClr val="5D89F8"/>
      </a:accent3>
      <a:accent4>
        <a:srgbClr val="3796F8"/>
      </a:accent4>
      <a:accent5>
        <a:srgbClr val="4BAAF8"/>
      </a:accent5>
      <a:accent6>
        <a:srgbClr val="28C8F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6826</TotalTime>
  <Words>745</Words>
  <Application>Microsoft Macintosh PowerPoint</Application>
  <PresentationFormat>Widescreen</PresentationFormat>
  <Paragraphs>218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Calibri Light</vt:lpstr>
      <vt:lpstr>Cantarell</vt:lpstr>
      <vt:lpstr>Cantarell bold</vt:lpstr>
      <vt:lpstr>Garamond</vt:lpstr>
      <vt:lpstr>Lato</vt:lpstr>
      <vt:lpstr>Lato Light</vt:lpstr>
      <vt:lpstr>Poppins</vt:lpstr>
      <vt:lpstr>Poppins Medium</vt:lpstr>
      <vt:lpstr>Source Sans Pro</vt:lpstr>
      <vt:lpstr>Times New Roman</vt:lpstr>
      <vt:lpstr>Office Theme</vt:lpstr>
      <vt:lpstr>PowerPoint Presentation</vt:lpstr>
      <vt:lpstr>Team</vt:lpstr>
      <vt:lpstr>PowerPoint Presentation</vt:lpstr>
      <vt:lpstr>Indoor Farm Opportunity  Vertical Farming is a rapidly growing industry with 23.62% CAGR*.  Asia-Pacific is the global leader in vertical farming with market value of $355M*.  Clear need from several farm operators in Singapore.</vt:lpstr>
      <vt:lpstr>PowerPoint Presentation</vt:lpstr>
      <vt:lpstr>PowerPoint Presentation</vt:lpstr>
      <vt:lpstr>PowerPoint Presentation</vt:lpstr>
      <vt:lpstr>Market: Segmentation</vt:lpstr>
      <vt:lpstr>Growth: Beachhead market</vt:lpstr>
      <vt:lpstr>PowerPoint Presentation</vt:lpstr>
      <vt:lpstr>Competitive Landscape</vt:lpstr>
      <vt:lpstr>Competitive Benchmark</vt:lpstr>
      <vt:lpstr>Innovative Revenue Model </vt:lpstr>
      <vt:lpstr>Financials</vt:lpstr>
      <vt:lpstr>Traction: LOI/MOU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340</ns0:revision>
  <ns1:created xsi:type="dcterms:W3CDTF">2019-07-24T15:42:33Z</ns1:created>
  <ns1:modified xsi:type="dcterms:W3CDTF">2020-11-06T05:30:38Z</ns1:modified>
</ns0:coreProperties>
</file>