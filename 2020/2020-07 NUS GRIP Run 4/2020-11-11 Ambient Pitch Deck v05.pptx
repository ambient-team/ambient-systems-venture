
<file path=[Content_Types].xml><?xml version="1.0" encoding="utf-8"?>
<Types xmlns="http://schemas.openxmlformats.org/package/2006/content-types">
  <Default Extension="emf" ContentType="image/x-emf"/>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redacted]" r:id="rId1"/>
  </p:sldMasterIdLst>
  <p:notesMasterIdLst>
    <p:notesMasterId r:id="rId18"/>
  </p:notesMasterIdLst>
  <p:handoutMasterIdLst>
    <p:handoutMasterId r:id="rId19"/>
  </p:handoutMasterIdLst>
  <p:sldIdLst>
    <p:sldId id="256" r:id="rId2"/>
    <p:sldId id="257" r:id="rId3"/>
    <p:sldId id="316" r:id="rId4"/>
    <p:sldId id="351" r:id="rId5"/>
    <p:sldId id="315" r:id="rId6"/>
    <p:sldId id="353" r:id="rId7"/>
    <p:sldId id="275" r:id="rId8"/>
    <p:sldId id="352" r:id="rId9"/>
    <p:sldId id="301" r:id="rId10"/>
    <p:sldId id="302" r:id="rId11"/>
    <p:sldId id="260" r:id="rId12"/>
    <p:sldId id="286" r:id="rId13"/>
    <p:sldId id="346" r:id="rId14"/>
    <p:sldId id="349" r:id="rId15"/>
    <p:sldId id="304" r:id="rId16"/>
    <p:sldId id="339" r:id="rId17"/>
  </p:sldIdLst>
  <p:sldSz cx="12192000" cy="6858000"/>
  <p:notesSz cx="6858000" cy="9144000"/>
  <p:defaultTextStyle>
    <a:defPPr>
      <a:defRPr lang="ar-L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2F2F2"/>
    <a:srgbClr val="000000"/>
    <a:srgbClr val="374F62"/>
    <a:srgbClr val="0312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4E2284-E310-E248-8C15-DA3CE4ECF19F}" v="11" dt="2020-11-16T17:36:29.8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55" autoAdjust="0"/>
    <p:restoredTop sz="89180"/>
  </p:normalViewPr>
  <p:slideViewPr>
    <p:cSldViewPr snapToGrid="0">
      <p:cViewPr>
        <p:scale>
          <a:sx n="118" d="100"/>
          <a:sy n="118" d="100"/>
        </p:scale>
        <p:origin x="1864" y="608"/>
      </p:cViewPr>
      <p:guideLst/>
    </p:cSldViewPr>
  </p:slideViewPr>
  <p:notesTextViewPr>
    <p:cViewPr>
      <p:scale>
        <a:sx n="3" d="2"/>
        <a:sy n="3" d="2"/>
      </p:scale>
      <p:origin x="0" y="0"/>
    </p:cViewPr>
  </p:notesTextViewPr>
  <p:sorterViewPr>
    <p:cViewPr>
      <p:scale>
        <a:sx n="100" d="100"/>
        <a:sy n="100" d="100"/>
      </p:scale>
      <p:origin x="0" y="-10435"/>
    </p:cViewPr>
  </p:sorterViewPr>
  <p:notesViewPr>
    <p:cSldViewPr snapToGrid="0">
      <p:cViewPr varScale="1">
        <p:scale>
          <a:sx n="71" d="100"/>
          <a:sy n="71" d="100"/>
        </p:scale>
        <p:origin x="359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Damnjanovic" userId="ac64187cd8522d98" providerId="LiveId" clId="{F04E2284-E310-E248-8C15-DA3CE4ECF19F}"/>
    <pc:docChg chg="undo custSel addSld delSld modSld sldOrd">
      <pc:chgData name="Ivan Damnjanovic" userId="ac64187cd8522d98" providerId="LiveId" clId="{F04E2284-E310-E248-8C15-DA3CE4ECF19F}" dt="2020-11-16T17:36:49.842" v="339" actId="478"/>
      <pc:docMkLst>
        <pc:docMk/>
      </pc:docMkLst>
      <pc:sldChg chg="addSp delSp modSp del mod modShow">
        <pc:chgData name="Ivan Damnjanovic" userId="ac64187cd8522d98" providerId="LiveId" clId="{F04E2284-E310-E248-8C15-DA3CE4ECF19F}" dt="2020-11-16T10:25:26.088" v="272" actId="2696"/>
        <pc:sldMkLst>
          <pc:docMk/>
          <pc:sldMk cId="1476430173" sldId="260"/>
        </pc:sldMkLst>
        <pc:spChg chg="mod">
          <ac:chgData name="Ivan Damnjanovic" userId="ac64187cd8522d98" providerId="LiveId" clId="{F04E2284-E310-E248-8C15-DA3CE4ECF19F}" dt="2020-11-11T08:53:01.568" v="191" actId="1076"/>
          <ac:spMkLst>
            <pc:docMk/>
            <pc:sldMk cId="1476430173" sldId="260"/>
            <ac:spMk id="2" creationId="{3FB4609F-9DB0-7846-9537-304B63E4281E}"/>
          </ac:spMkLst>
        </pc:spChg>
        <pc:spChg chg="add mod">
          <ac:chgData name="Ivan Damnjanovic" userId="ac64187cd8522d98" providerId="LiveId" clId="{F04E2284-E310-E248-8C15-DA3CE4ECF19F}" dt="2020-11-11T08:53:43.102" v="205"/>
          <ac:spMkLst>
            <pc:docMk/>
            <pc:sldMk cId="1476430173" sldId="260"/>
            <ac:spMk id="34" creationId="{B9B0F0BC-AE29-0744-B8FB-54B53E16E5FE}"/>
          </ac:spMkLst>
        </pc:spChg>
        <pc:spChg chg="del mod">
          <ac:chgData name="Ivan Damnjanovic" userId="ac64187cd8522d98" providerId="LiveId" clId="{F04E2284-E310-E248-8C15-DA3CE4ECF19F}" dt="2020-11-11T08:25:07.581" v="5" actId="478"/>
          <ac:spMkLst>
            <pc:docMk/>
            <pc:sldMk cId="1476430173" sldId="260"/>
            <ac:spMk id="37" creationId="{2DBCA708-9B07-1046-BCC5-1C02D22540BD}"/>
          </ac:spMkLst>
        </pc:spChg>
        <pc:spChg chg="add del">
          <ac:chgData name="Ivan Damnjanovic" userId="ac64187cd8522d98" providerId="LiveId" clId="{F04E2284-E310-E248-8C15-DA3CE4ECF19F}" dt="2020-11-11T08:53:46.453" v="207" actId="478"/>
          <ac:spMkLst>
            <pc:docMk/>
            <pc:sldMk cId="1476430173" sldId="260"/>
            <ac:spMk id="999" creationId="{00000000-0000-0000-0000-000000000000}"/>
          </ac:spMkLst>
        </pc:spChg>
        <pc:spChg chg="mod">
          <ac:chgData name="Ivan Damnjanovic" userId="ac64187cd8522d98" providerId="LiveId" clId="{F04E2284-E310-E248-8C15-DA3CE4ECF19F}" dt="2020-11-11T08:53:07.955" v="193" actId="408"/>
          <ac:spMkLst>
            <pc:docMk/>
            <pc:sldMk cId="1476430173" sldId="260"/>
            <ac:spMk id="1009" creationId="{00000000-0000-0000-0000-000000000000}"/>
          </ac:spMkLst>
        </pc:spChg>
        <pc:spChg chg="mod">
          <ac:chgData name="Ivan Damnjanovic" userId="ac64187cd8522d98" providerId="LiveId" clId="{F04E2284-E310-E248-8C15-DA3CE4ECF19F}" dt="2020-11-11T08:53:07.955" v="193" actId="408"/>
          <ac:spMkLst>
            <pc:docMk/>
            <pc:sldMk cId="1476430173" sldId="260"/>
            <ac:spMk id="1010" creationId="{00000000-0000-0000-0000-000000000000}"/>
          </ac:spMkLst>
        </pc:spChg>
        <pc:spChg chg="mod">
          <ac:chgData name="Ivan Damnjanovic" userId="ac64187cd8522d98" providerId="LiveId" clId="{F04E2284-E310-E248-8C15-DA3CE4ECF19F}" dt="2020-11-11T08:53:07.955" v="193" actId="408"/>
          <ac:spMkLst>
            <pc:docMk/>
            <pc:sldMk cId="1476430173" sldId="260"/>
            <ac:spMk id="1016" creationId="{00000000-0000-0000-0000-000000000000}"/>
          </ac:spMkLst>
        </pc:spChg>
        <pc:spChg chg="del">
          <ac:chgData name="Ivan Damnjanovic" userId="ac64187cd8522d98" providerId="LiveId" clId="{F04E2284-E310-E248-8C15-DA3CE4ECF19F}" dt="2020-11-11T08:25:00.101" v="2" actId="478"/>
          <ac:spMkLst>
            <pc:docMk/>
            <pc:sldMk cId="1476430173" sldId="260"/>
            <ac:spMk id="1021" creationId="{00000000-0000-0000-0000-000000000000}"/>
          </ac:spMkLst>
        </pc:spChg>
        <pc:spChg chg="mod">
          <ac:chgData name="Ivan Damnjanovic" userId="ac64187cd8522d98" providerId="LiveId" clId="{F04E2284-E310-E248-8C15-DA3CE4ECF19F}" dt="2020-11-11T08:53:07.955" v="193" actId="408"/>
          <ac:spMkLst>
            <pc:docMk/>
            <pc:sldMk cId="1476430173" sldId="260"/>
            <ac:spMk id="1025" creationId="{00000000-0000-0000-0000-000000000000}"/>
          </ac:spMkLst>
        </pc:spChg>
        <pc:spChg chg="mod">
          <ac:chgData name="Ivan Damnjanovic" userId="ac64187cd8522d98" providerId="LiveId" clId="{F04E2284-E310-E248-8C15-DA3CE4ECF19F}" dt="2020-11-11T08:25:28.342" v="30" actId="20577"/>
          <ac:spMkLst>
            <pc:docMk/>
            <pc:sldMk cId="1476430173" sldId="260"/>
            <ac:spMk id="1026" creationId="{00000000-0000-0000-0000-000000000000}"/>
          </ac:spMkLst>
        </pc:spChg>
        <pc:spChg chg="mod">
          <ac:chgData name="Ivan Damnjanovic" userId="ac64187cd8522d98" providerId="LiveId" clId="{F04E2284-E310-E248-8C15-DA3CE4ECF19F}" dt="2020-11-11T08:53:07.955" v="193" actId="408"/>
          <ac:spMkLst>
            <pc:docMk/>
            <pc:sldMk cId="1476430173" sldId="260"/>
            <ac:spMk id="1027" creationId="{00000000-0000-0000-0000-000000000000}"/>
          </ac:spMkLst>
        </pc:spChg>
        <pc:spChg chg="del">
          <ac:chgData name="Ivan Damnjanovic" userId="ac64187cd8522d98" providerId="LiveId" clId="{F04E2284-E310-E248-8C15-DA3CE4ECF19F}" dt="2020-11-11T08:25:09.588" v="6" actId="478"/>
          <ac:spMkLst>
            <pc:docMk/>
            <pc:sldMk cId="1476430173" sldId="260"/>
            <ac:spMk id="1028" creationId="{00000000-0000-0000-0000-000000000000}"/>
          </ac:spMkLst>
        </pc:spChg>
        <pc:grpChg chg="del">
          <ac:chgData name="Ivan Damnjanovic" userId="ac64187cd8522d98" providerId="LiveId" clId="{F04E2284-E310-E248-8C15-DA3CE4ECF19F}" dt="2020-11-11T08:24:56.684" v="0" actId="478"/>
          <ac:grpSpMkLst>
            <pc:docMk/>
            <pc:sldMk cId="1476430173" sldId="260"/>
            <ac:grpSpMk id="1000" creationId="{00000000-0000-0000-0000-000000000000}"/>
          </ac:grpSpMkLst>
        </pc:grpChg>
        <pc:grpChg chg="mod">
          <ac:chgData name="Ivan Damnjanovic" userId="ac64187cd8522d98" providerId="LiveId" clId="{F04E2284-E310-E248-8C15-DA3CE4ECF19F}" dt="2020-11-11T08:53:07.955" v="193" actId="408"/>
          <ac:grpSpMkLst>
            <pc:docMk/>
            <pc:sldMk cId="1476430173" sldId="260"/>
            <ac:grpSpMk id="1003" creationId="{00000000-0000-0000-0000-000000000000}"/>
          </ac:grpSpMkLst>
        </pc:grpChg>
        <pc:grpChg chg="mod">
          <ac:chgData name="Ivan Damnjanovic" userId="ac64187cd8522d98" providerId="LiveId" clId="{F04E2284-E310-E248-8C15-DA3CE4ECF19F}" dt="2020-11-11T08:53:07.955" v="193" actId="408"/>
          <ac:grpSpMkLst>
            <pc:docMk/>
            <pc:sldMk cId="1476430173" sldId="260"/>
            <ac:grpSpMk id="1006" creationId="{00000000-0000-0000-0000-000000000000}"/>
          </ac:grpSpMkLst>
        </pc:grpChg>
        <pc:grpChg chg="mod">
          <ac:chgData name="Ivan Damnjanovic" userId="ac64187cd8522d98" providerId="LiveId" clId="{F04E2284-E310-E248-8C15-DA3CE4ECF19F}" dt="2020-11-11T08:53:07.955" v="193" actId="408"/>
          <ac:grpSpMkLst>
            <pc:docMk/>
            <pc:sldMk cId="1476430173" sldId="260"/>
            <ac:grpSpMk id="1013" creationId="{00000000-0000-0000-0000-000000000000}"/>
          </ac:grpSpMkLst>
        </pc:grpChg>
        <pc:picChg chg="del">
          <ac:chgData name="Ivan Damnjanovic" userId="ac64187cd8522d98" providerId="LiveId" clId="{F04E2284-E310-E248-8C15-DA3CE4ECF19F}" dt="2020-11-11T08:25:29.462" v="31" actId="478"/>
          <ac:picMkLst>
            <pc:docMk/>
            <pc:sldMk cId="1476430173" sldId="260"/>
            <ac:picMk id="4" creationId="{236DB9D6-F1E8-B145-85C8-57C4C589915D}"/>
          </ac:picMkLst>
        </pc:picChg>
        <pc:picChg chg="mod">
          <ac:chgData name="Ivan Damnjanovic" userId="ac64187cd8522d98" providerId="LiveId" clId="{F04E2284-E310-E248-8C15-DA3CE4ECF19F}" dt="2020-11-11T08:53:01.568" v="191" actId="1076"/>
          <ac:picMkLst>
            <pc:docMk/>
            <pc:sldMk cId="1476430173" sldId="260"/>
            <ac:picMk id="6" creationId="{00D12B80-307F-0640-87D0-7A5E7162F107}"/>
          </ac:picMkLst>
        </pc:picChg>
        <pc:picChg chg="mod">
          <ac:chgData name="Ivan Damnjanovic" userId="ac64187cd8522d98" providerId="LiveId" clId="{F04E2284-E310-E248-8C15-DA3CE4ECF19F}" dt="2020-11-11T08:53:07.955" v="193" actId="408"/>
          <ac:picMkLst>
            <pc:docMk/>
            <pc:sldMk cId="1476430173" sldId="260"/>
            <ac:picMk id="8" creationId="{12AE1ED3-5D1B-FB4D-A727-57DA39310E15}"/>
          </ac:picMkLst>
        </pc:picChg>
        <pc:picChg chg="mod">
          <ac:chgData name="Ivan Damnjanovic" userId="ac64187cd8522d98" providerId="LiveId" clId="{F04E2284-E310-E248-8C15-DA3CE4ECF19F}" dt="2020-11-11T08:53:07.955" v="193" actId="408"/>
          <ac:picMkLst>
            <pc:docMk/>
            <pc:sldMk cId="1476430173" sldId="260"/>
            <ac:picMk id="40" creationId="{4A6ADEA3-092C-034C-9118-B0DBE8B5B9EA}"/>
          </ac:picMkLst>
        </pc:picChg>
        <pc:picChg chg="mod">
          <ac:chgData name="Ivan Damnjanovic" userId="ac64187cd8522d98" providerId="LiveId" clId="{F04E2284-E310-E248-8C15-DA3CE4ECF19F}" dt="2020-11-11T08:53:07.955" v="193" actId="408"/>
          <ac:picMkLst>
            <pc:docMk/>
            <pc:sldMk cId="1476430173" sldId="260"/>
            <ac:picMk id="41" creationId="{84F26CD3-A82B-2A4C-A37B-048221E753B3}"/>
          </ac:picMkLst>
        </pc:picChg>
        <pc:picChg chg="del">
          <ac:chgData name="Ivan Damnjanovic" userId="ac64187cd8522d98" providerId="LiveId" clId="{F04E2284-E310-E248-8C15-DA3CE4ECF19F}" dt="2020-11-11T08:24:57.495" v="1" actId="478"/>
          <ac:picMkLst>
            <pc:docMk/>
            <pc:sldMk cId="1476430173" sldId="260"/>
            <ac:picMk id="50" creationId="{4C25B665-2CA4-8D47-B659-381249E1DFB8}"/>
          </ac:picMkLst>
        </pc:picChg>
      </pc:sldChg>
      <pc:sldChg chg="addSp delSp add mod ord">
        <pc:chgData name="Ivan Damnjanovic" userId="ac64187cd8522d98" providerId="LiveId" clId="{F04E2284-E310-E248-8C15-DA3CE4ECF19F}" dt="2020-11-16T17:36:49.842" v="339" actId="478"/>
        <pc:sldMkLst>
          <pc:docMk/>
          <pc:sldMk cId="[redacted]" sldId="260"/>
        </pc:sldMkLst>
        <pc:spChg chg="del">
          <ac:chgData name="Ivan Damnjanovic" userId="ac64187cd8522d98" providerId="LiveId" clId="{F04E2284-E310-E248-8C15-DA3CE4ECF19F}" dt="2020-11-16T17:36:47.305" v="338" actId="478"/>
          <ac:spMkLst>
            <pc:docMk/>
            <pc:sldMk cId="[redacted]" sldId="260"/>
            <ac:spMk id="37" creationId="{2DBCA708-9B07-1046-BCC5-1C02D22540BD}"/>
          </ac:spMkLst>
        </pc:spChg>
        <pc:spChg chg="del">
          <ac:chgData name="Ivan Damnjanovic" userId="ac64187cd8522d98" providerId="LiveId" clId="{F04E2284-E310-E248-8C15-DA3CE4ECF19F}" dt="2020-11-16T17:36:49.842" v="339" actId="478"/>
          <ac:spMkLst>
            <pc:docMk/>
            <pc:sldMk cId="[redacted]" sldId="260"/>
            <ac:spMk id="1021" creationId="{00000000-0000-0000-0000-000000000000}"/>
          </ac:spMkLst>
        </pc:spChg>
        <pc:spChg chg="del">
          <ac:chgData name="Ivan Damnjanovic" userId="ac64187cd8522d98" providerId="LiveId" clId="{F04E2284-E310-E248-8C15-DA3CE4ECF19F}" dt="2020-11-16T17:36:49.842" v="339" actId="478"/>
          <ac:spMkLst>
            <pc:docMk/>
            <pc:sldMk cId="[redacted]" sldId="260"/>
            <ac:spMk id="1028" creationId="{00000000-0000-0000-0000-000000000000}"/>
          </ac:spMkLst>
        </pc:spChg>
        <pc:grpChg chg="add del">
          <ac:chgData name="Ivan Damnjanovic" userId="ac64187cd8522d98" providerId="LiveId" clId="{F04E2284-E310-E248-8C15-DA3CE4ECF19F}" dt="2020-11-16T17:36:45.098" v="337" actId="478"/>
          <ac:grpSpMkLst>
            <pc:docMk/>
            <pc:sldMk cId="[redacted]" sldId="260"/>
            <ac:grpSpMk id="1000" creationId="{00000000-0000-0000-0000-000000000000}"/>
          </ac:grpSpMkLst>
        </pc:grpChg>
        <pc:grpChg chg="add del">
          <ac:chgData name="Ivan Damnjanovic" userId="ac64187cd8522d98" providerId="LiveId" clId="{F04E2284-E310-E248-8C15-DA3CE4ECF19F}" dt="2020-11-16T17:36:43.083" v="336" actId="478"/>
          <ac:grpSpMkLst>
            <pc:docMk/>
            <pc:sldMk cId="[redacted]" sldId="260"/>
            <ac:grpSpMk id="1003" creationId="{00000000-0000-0000-0000-000000000000}"/>
          </ac:grpSpMkLst>
        </pc:grpChg>
        <pc:picChg chg="del">
          <ac:chgData name="Ivan Damnjanovic" userId="ac64187cd8522d98" providerId="LiveId" clId="{F04E2284-E310-E248-8C15-DA3CE4ECF19F}" dt="2020-11-16T17:36:49.842" v="339" actId="478"/>
          <ac:picMkLst>
            <pc:docMk/>
            <pc:sldMk cId="[redacted]" sldId="260"/>
            <ac:picMk id="50" creationId="{4C25B665-2CA4-8D47-B659-381249E1DFB8}"/>
          </ac:picMkLst>
        </pc:picChg>
      </pc:sldChg>
      <pc:sldChg chg="modSp mod">
        <pc:chgData name="Ivan Damnjanovic" userId="ac64187cd8522d98" providerId="LiveId" clId="{F04E2284-E310-E248-8C15-DA3CE4ECF19F}" dt="2020-11-11T08:51:53.732" v="187" actId="20577"/>
        <pc:sldMkLst>
          <pc:docMk/>
          <pc:sldMk cId="1938571380" sldId="275"/>
        </pc:sldMkLst>
        <pc:spChg chg="mod">
          <ac:chgData name="Ivan Damnjanovic" userId="ac64187cd8522d98" providerId="LiveId" clId="{F04E2284-E310-E248-8C15-DA3CE4ECF19F}" dt="2020-11-11T08:51:49.563" v="184" actId="58"/>
          <ac:spMkLst>
            <pc:docMk/>
            <pc:sldMk cId="1938571380" sldId="275"/>
            <ac:spMk id="20" creationId="{3DB04968-39C5-044E-A08A-C7FB5CD3A472}"/>
          </ac:spMkLst>
        </pc:spChg>
        <pc:spChg chg="mod">
          <ac:chgData name="Ivan Damnjanovic" userId="ac64187cd8522d98" providerId="LiveId" clId="{F04E2284-E310-E248-8C15-DA3CE4ECF19F}" dt="2020-11-11T08:51:50.781" v="185" actId="20577"/>
          <ac:spMkLst>
            <pc:docMk/>
            <pc:sldMk cId="1938571380" sldId="275"/>
            <ac:spMk id="24" creationId="{9A908442-93DD-674C-858F-8E18CFAF1853}"/>
          </ac:spMkLst>
        </pc:spChg>
        <pc:spChg chg="mod">
          <ac:chgData name="Ivan Damnjanovic" userId="ac64187cd8522d98" providerId="LiveId" clId="{F04E2284-E310-E248-8C15-DA3CE4ECF19F}" dt="2020-11-11T08:51:51.972" v="186" actId="20577"/>
          <ac:spMkLst>
            <pc:docMk/>
            <pc:sldMk cId="1938571380" sldId="275"/>
            <ac:spMk id="1117" creationId="{7B3F4A6E-E070-43EE-8652-5E5A546477CE}"/>
          </ac:spMkLst>
        </pc:spChg>
        <pc:spChg chg="mod">
          <ac:chgData name="Ivan Damnjanovic" userId="ac64187cd8522d98" providerId="LiveId" clId="{F04E2284-E310-E248-8C15-DA3CE4ECF19F}" dt="2020-11-11T08:51:53.732" v="187" actId="20577"/>
          <ac:spMkLst>
            <pc:docMk/>
            <pc:sldMk cId="1938571380" sldId="275"/>
            <ac:spMk id="1121" creationId="{BE61C158-6DE0-4DA6-A206-0D7422C50FA4}"/>
          </ac:spMkLst>
        </pc:spChg>
      </pc:sldChg>
      <pc:sldChg chg="addSp delSp modSp add del mod">
        <pc:chgData name="Ivan Damnjanovic" userId="ac64187cd8522d98" providerId="LiveId" clId="{F04E2284-E310-E248-8C15-DA3CE4ECF19F}" dt="2020-11-16T17:36:09.873" v="323" actId="2696"/>
        <pc:sldMkLst>
          <pc:docMk/>
          <pc:sldMk cId="1198535693" sldId="315"/>
        </pc:sldMkLst>
        <pc:spChg chg="add del mod">
          <ac:chgData name="Ivan Damnjanovic" userId="ac64187cd8522d98" providerId="LiveId" clId="{F04E2284-E310-E248-8C15-DA3CE4ECF19F}" dt="2020-11-11T08:57:36.235" v="220" actId="931"/>
          <ac:spMkLst>
            <pc:docMk/>
            <pc:sldMk cId="1198535693" sldId="315"/>
            <ac:spMk id="4" creationId="{DAC6369F-BC25-2D43-931F-093559B5B283}"/>
          </ac:spMkLst>
        </pc:spChg>
        <pc:picChg chg="add mod modCrop">
          <ac:chgData name="Ivan Damnjanovic" userId="ac64187cd8522d98" providerId="LiveId" clId="{F04E2284-E310-E248-8C15-DA3CE4ECF19F}" dt="2020-11-11T08:58:00.868" v="232" actId="732"/>
          <ac:picMkLst>
            <pc:docMk/>
            <pc:sldMk cId="1198535693" sldId="315"/>
            <ac:picMk id="7" creationId="{3C36FFD3-D6B4-7C4C-8F57-D361D029FEA9}"/>
          </ac:picMkLst>
        </pc:picChg>
        <pc:picChg chg="del">
          <ac:chgData name="Ivan Damnjanovic" userId="ac64187cd8522d98" providerId="LiveId" clId="{F04E2284-E310-E248-8C15-DA3CE4ECF19F}" dt="2020-11-11T08:57:25.768" v="219" actId="478"/>
          <ac:picMkLst>
            <pc:docMk/>
            <pc:sldMk cId="1198535693" sldId="315"/>
            <ac:picMk id="82" creationId="{CE6442E0-A2C0-447A-9A06-C06FFA2B4D46}"/>
          </ac:picMkLst>
        </pc:picChg>
      </pc:sldChg>
      <pc:sldChg chg="modSp mod">
        <pc:chgData name="Ivan Damnjanovic" userId="ac64187cd8522d98" providerId="LiveId" clId="{F04E2284-E310-E248-8C15-DA3CE4ECF19F}" dt="2020-11-11T09:41:08.596" v="270" actId="20577"/>
        <pc:sldMkLst>
          <pc:docMk/>
          <pc:sldMk cId="[redacted]" sldId="316"/>
        </pc:sldMkLst>
        <pc:spChg chg="mod">
          <ac:chgData name="Ivan Damnjanovic" userId="ac64187cd8522d98" providerId="LiveId" clId="{F04E2284-E310-E248-8C15-DA3CE4ECF19F}" dt="2020-11-11T08:53:34.502" v="204" actId="404"/>
          <ac:spMkLst>
            <pc:docMk/>
            <pc:sldMk cId="[redacted]" sldId="316"/>
            <ac:spMk id="3" creationId="{96C91798-36A7-A745-AFAE-0D471968FB21}"/>
          </ac:spMkLst>
        </pc:spChg>
        <pc:spChg chg="mod">
          <ac:chgData name="Ivan Damnjanovic" userId="ac64187cd8522d98" providerId="LiveId" clId="{F04E2284-E310-E248-8C15-DA3CE4ECF19F}" dt="2020-11-11T09:41:08.596" v="270" actId="20577"/>
          <ac:spMkLst>
            <pc:docMk/>
            <pc:sldMk cId="[redacted]" sldId="316"/>
            <ac:spMk id="169" creationId="{00000000-0000-0000-0000-000000000000}"/>
          </ac:spMkLst>
        </pc:spChg>
      </pc:sldChg>
      <pc:sldChg chg="modSp mod">
        <pc:chgData name="Ivan Damnjanovic" userId="ac64187cd8522d98" providerId="LiveId" clId="{F04E2284-E310-E248-8C15-DA3CE4ECF19F}" dt="2020-11-11T08:34:47.328" v="152" actId="20577"/>
        <pc:sldMkLst>
          <pc:docMk/>
          <pc:sldMk cId="[redacted]" sldId="339"/>
        </pc:sldMkLst>
        <pc:spChg chg="mod">
          <ac:chgData name="Ivan Damnjanovic" userId="ac64187cd8522d98" providerId="LiveId" clId="{F04E2284-E310-E248-8C15-DA3CE4ECF19F}" dt="2020-11-11T08:34:47.328" v="152" actId="20577"/>
          <ac:spMkLst>
            <pc:docMk/>
            <pc:sldMk cId="[redacted]" sldId="339"/>
            <ac:spMk id="6" creationId="{8A9A674A-E934-41FC-A6B0-B25E4FB57122}"/>
          </ac:spMkLst>
        </pc:spChg>
      </pc:sldChg>
      <pc:sldChg chg="modSp mod">
        <pc:chgData name="Ivan Damnjanovic" userId="ac64187cd8522d98" providerId="LiveId" clId="{F04E2284-E310-E248-8C15-DA3CE4ECF19F}" dt="2020-11-11T08:59:22.478" v="269" actId="20577"/>
        <pc:sldMkLst>
          <pc:docMk/>
          <pc:sldMk cId="1575612198" sldId="346"/>
        </pc:sldMkLst>
        <pc:spChg chg="mod">
          <ac:chgData name="Ivan Damnjanovic" userId="ac64187cd8522d98" providerId="LiveId" clId="{F04E2284-E310-E248-8C15-DA3CE4ECF19F}" dt="2020-11-11T08:59:22.478" v="269" actId="20577"/>
          <ac:spMkLst>
            <pc:docMk/>
            <pc:sldMk cId="1575612198" sldId="346"/>
            <ac:spMk id="2" creationId="{ED2795B0-35B3-1D40-A27B-D18CC3F07C66}"/>
          </ac:spMkLst>
        </pc:spChg>
      </pc:sldChg>
      <pc:sldChg chg="modSp mod">
        <pc:chgData name="Ivan Damnjanovic" userId="ac64187cd8522d98" providerId="LiveId" clId="{F04E2284-E310-E248-8C15-DA3CE4ECF19F}" dt="2020-11-11T08:54:26.080" v="218" actId="208"/>
        <pc:sldMkLst>
          <pc:docMk/>
          <pc:sldMk cId="[redacted]" sldId="351"/>
        </pc:sldMkLst>
        <pc:spChg chg="mod">
          <ac:chgData name="Ivan Damnjanovic" userId="ac64187cd8522d98" providerId="LiveId" clId="{F04E2284-E310-E248-8C15-DA3CE4ECF19F}" dt="2020-11-11T08:54:26.080" v="218" actId="208"/>
          <ac:spMkLst>
            <pc:docMk/>
            <pc:sldMk cId="[redacted]" sldId="351"/>
            <ac:spMk id="14" creationId="{0FBA1071-FD05-C542-9CEB-22C4E71E66FE}"/>
          </ac:spMkLst>
        </pc:spChg>
        <pc:spChg chg="mod">
          <ac:chgData name="Ivan Damnjanovic" userId="ac64187cd8522d98" providerId="LiveId" clId="{F04E2284-E310-E248-8C15-DA3CE4ECF19F}" dt="2020-11-11T08:54:26.080" v="218" actId="208"/>
          <ac:spMkLst>
            <pc:docMk/>
            <pc:sldMk cId="[redacted]" sldId="351"/>
            <ac:spMk id="15" creationId="{AB285D44-9850-0548-8B10-045650F0BC08}"/>
          </ac:spMkLst>
        </pc:spChg>
        <pc:spChg chg="mod">
          <ac:chgData name="Ivan Damnjanovic" userId="ac64187cd8522d98" providerId="LiveId" clId="{F04E2284-E310-E248-8C15-DA3CE4ECF19F}" dt="2020-11-11T08:54:26.080" v="218" actId="208"/>
          <ac:spMkLst>
            <pc:docMk/>
            <pc:sldMk cId="[redacted]" sldId="351"/>
            <ac:spMk id="16" creationId="{2E8D30B6-C499-2440-A763-60979156EB24}"/>
          </ac:spMkLst>
        </pc:spChg>
        <pc:spChg chg="mod">
          <ac:chgData name="Ivan Damnjanovic" userId="ac64187cd8522d98" providerId="LiveId" clId="{F04E2284-E310-E248-8C15-DA3CE4ECF19F}" dt="2020-11-11T08:54:26.080" v="218" actId="208"/>
          <ac:spMkLst>
            <pc:docMk/>
            <pc:sldMk cId="[redacted]" sldId="351"/>
            <ac:spMk id="17" creationId="{0B09FD90-7FE9-0B44-B48C-BDE645DDFDCD}"/>
          </ac:spMkLst>
        </pc:spChg>
        <pc:spChg chg="mod">
          <ac:chgData name="Ivan Damnjanovic" userId="ac64187cd8522d98" providerId="LiveId" clId="{F04E2284-E310-E248-8C15-DA3CE4ECF19F}" dt="2020-11-11T08:54:26.080" v="218" actId="208"/>
          <ac:spMkLst>
            <pc:docMk/>
            <pc:sldMk cId="[redacted]" sldId="351"/>
            <ac:spMk id="18" creationId="{3407B411-3530-DD47-B5F2-A9B7E2FE5F81}"/>
          </ac:spMkLst>
        </pc:spChg>
        <pc:picChg chg="mod">
          <ac:chgData name="Ivan Damnjanovic" userId="ac64187cd8522d98" providerId="LiveId" clId="{F04E2284-E310-E248-8C15-DA3CE4ECF19F}" dt="2020-11-11T08:54:15.117" v="215" actId="207"/>
          <ac:picMkLst>
            <pc:docMk/>
            <pc:sldMk cId="[redacted]" sldId="351"/>
            <ac:picMk id="5" creationId="{0254257A-8845-0E42-9651-37F42D1BBD71}"/>
          </ac:picMkLst>
        </pc:picChg>
      </pc:sldChg>
      <pc:sldChg chg="modSp mod">
        <pc:chgData name="Ivan Damnjanovic" userId="ac64187cd8522d98" providerId="LiveId" clId="{F04E2284-E310-E248-8C15-DA3CE4ECF19F}" dt="2020-11-11T08:58:49.806" v="257" actId="1036"/>
        <pc:sldMkLst>
          <pc:docMk/>
          <pc:sldMk cId="[redacted]" sldId="352"/>
        </pc:sldMkLst>
        <pc:spChg chg="mod">
          <ac:chgData name="Ivan Damnjanovic" userId="ac64187cd8522d98" providerId="LiveId" clId="{F04E2284-E310-E248-8C15-DA3CE4ECF19F}" dt="2020-11-11T08:58:49.806" v="257" actId="1036"/>
          <ac:spMkLst>
            <pc:docMk/>
            <pc:sldMk cId="[redacted]" sldId="352"/>
            <ac:spMk id="13" creationId="{D01E86D6-2B05-C64E-86F7-C19B07A9A77A}"/>
          </ac:spMkLst>
        </pc:spChg>
        <pc:spChg chg="mod">
          <ac:chgData name="Ivan Damnjanovic" userId="ac64187cd8522d98" providerId="LiveId" clId="{F04E2284-E310-E248-8C15-DA3CE4ECF19F}" dt="2020-11-11T08:58:49.806" v="257" actId="1036"/>
          <ac:spMkLst>
            <pc:docMk/>
            <pc:sldMk cId="[redacted]" sldId="352"/>
            <ac:spMk id="14" creationId="{FE5596DB-362B-ED4E-84A4-8C1861515A8D}"/>
          </ac:spMkLst>
        </pc:spChg>
        <pc:spChg chg="mod">
          <ac:chgData name="Ivan Damnjanovic" userId="ac64187cd8522d98" providerId="LiveId" clId="{F04E2284-E310-E248-8C15-DA3CE4ECF19F}" dt="2020-11-11T08:58:49.806" v="257" actId="1036"/>
          <ac:spMkLst>
            <pc:docMk/>
            <pc:sldMk cId="[redacted]" sldId="352"/>
            <ac:spMk id="15" creationId="{FDC2A86A-1690-A74F-A19E-ADBAE0B3A299}"/>
          </ac:spMkLst>
        </pc:spChg>
      </pc:sldChg>
      <pc:sldChg chg="addSp delSp modSp add del mod addAnim delAnim modAnim">
        <pc:chgData name="Ivan Damnjanovic" userId="ac64187cd8522d98" providerId="LiveId" clId="{F04E2284-E310-E248-8C15-DA3CE4ECF19F}" dt="2020-11-16T17:36:12.896" v="331" actId="14100"/>
        <pc:sldMkLst>
          <pc:docMk/>
          <pc:sldMk cId="1604695994" sldId="353"/>
        </pc:sldMkLst>
        <pc:spChg chg="add del mod">
          <ac:chgData name="Ivan Damnjanovic" userId="ac64187cd8522d98" providerId="LiveId" clId="{F04E2284-E310-E248-8C15-DA3CE4ECF19F}" dt="2020-11-16T14:53:45.652" v="306" actId="478"/>
          <ac:spMkLst>
            <pc:docMk/>
            <pc:sldMk cId="1604695994" sldId="353"/>
            <ac:spMk id="4" creationId="{DE483628-E4CC-4B4B-85D9-6FEED2D97046}"/>
          </ac:spMkLst>
        </pc:spChg>
        <pc:picChg chg="add del mod">
          <ac:chgData name="Ivan Damnjanovic" userId="ac64187cd8522d98" providerId="LiveId" clId="{F04E2284-E310-E248-8C15-DA3CE4ECF19F}" dt="2020-11-16T17:36:12.896" v="331" actId="14100"/>
          <ac:picMkLst>
            <pc:docMk/>
            <pc:sldMk cId="1604695994" sldId="353"/>
            <ac:picMk id="5" creationId="{B6249620-FF0E-DD4C-89CF-E991C739BBD6}"/>
          </ac:picMkLst>
        </pc:picChg>
        <pc:picChg chg="del">
          <ac:chgData name="Ivan Damnjanovic" userId="ac64187cd8522d98" providerId="LiveId" clId="{F04E2284-E310-E248-8C15-DA3CE4ECF19F}" dt="2020-11-16T14:46:35.253" v="274" actId="478"/>
          <ac:picMkLst>
            <pc:docMk/>
            <pc:sldMk cId="1604695994" sldId="353"/>
            <ac:picMk id="7" creationId="{3C36FFD3-D6B4-7C4C-8F57-D361D029FEA9}"/>
          </ac:picMkLst>
        </pc:picChg>
        <pc:picChg chg="add mod modCrop">
          <ac:chgData name="Ivan Damnjanovic" userId="ac64187cd8522d98" providerId="LiveId" clId="{F04E2284-E310-E248-8C15-DA3CE4ECF19F}" dt="2020-11-16T17:36:11.571" v="327"/>
          <ac:picMkLst>
            <pc:docMk/>
            <pc:sldMk cId="1604695994" sldId="353"/>
            <ac:picMk id="8" creationId="{9DFF8552-5BB1-3E4F-8920-D5DBE4E39EAE}"/>
          </ac:picMkLst>
        </pc:picChg>
        <pc:picChg chg="mod">
          <ac:chgData name="Ivan Damnjanovic" userId="ac64187cd8522d98" providerId="LiveId" clId="{F04E2284-E310-E248-8C15-DA3CE4ECF19F}" dt="2020-11-16T14:53:49.178" v="312" actId="14100"/>
          <ac:picMkLst>
            <pc:docMk/>
            <pc:sldMk cId="1604695994" sldId="353"/>
            <ac:picMk id="59" creationId="{44557717-AA78-481E-897A-EBD811D4435D}"/>
          </ac:picMkLst>
        </pc:picChg>
      </pc:sldChg>
      <pc:sldMasterChg chg="addSldLayout delSldLayout">
        <pc:chgData name="Ivan Damnjanovic" userId="ac64187cd8522d98" providerId="LiveId" clId="{F04E2284-E310-E248-8C15-DA3CE4ECF19F}" dt="2020-11-16T17:36:09.396" v="322" actId="2696"/>
        <pc:sldMasterMkLst>
          <pc:docMk/>
          <pc:sldMasterMk cId="1082210236" sldId="[redacted]"/>
        </pc:sldMasterMkLst>
        <pc:sldLayoutChg chg="add del">
          <pc:chgData name="Ivan Damnjanovic" userId="ac64187cd8522d98" providerId="LiveId" clId="{F04E2284-E310-E248-8C15-DA3CE4ECF19F}" dt="2020-11-16T17:36:09.396" v="322" actId="2696"/>
          <pc:sldLayoutMkLst>
            <pc:docMk/>
            <pc:sldMasterMk cId="1082210236" sldId="[redacted]"/>
            <pc:sldLayoutMk cId="785029419" sldId="[redacted]"/>
          </pc:sldLayoutMkLst>
        </pc:sldLayoutChg>
      </pc:sldMasterChg>
    </pc:docChg>
  </pc:docChgLst>
  <pc:docChgLst>
    <pc:chgData name="Ivan Damnjanovic" userId="ac64187cd8522d98" providerId="LiveId" clId="{91E3140C-1B53-B14B-BC23-ECF64BB0199F}"/>
    <pc:docChg chg="undo redo custSel addSld delSld modSld sldOrd modMainMaster modNotesMaster">
      <pc:chgData name="Ivan Damnjanovic" userId="ac64187cd8522d98" providerId="LiveId" clId="{91E3140C-1B53-B14B-BC23-ECF64BB0199F}" dt="2020-11-10T11:44:44.907" v="4674" actId="20577"/>
      <pc:docMkLst>
        <pc:docMk/>
      </pc:docMkLst>
      <pc:sldChg chg="modSp">
        <pc:chgData name="Ivan Damnjanovic" userId="ac64187cd8522d98" providerId="LiveId" clId="{91E3140C-1B53-B14B-BC23-ECF64BB0199F}" dt="2020-11-10T08:53:56.200" v="191"/>
        <pc:sldMkLst>
          <pc:docMk/>
          <pc:sldMk cId="[redacted]" sldId="256"/>
        </pc:sldMkLst>
        <pc:spChg chg="mod">
          <ac:chgData name="Ivan Damnjanovic" userId="ac64187cd8522d98" providerId="LiveId" clId="{91E3140C-1B53-B14B-BC23-ECF64BB0199F}" dt="2020-11-10T08:53:56.200" v="191"/>
          <ac:spMkLst>
            <pc:docMk/>
            <pc:sldMk cId="[redacted]" sldId="256"/>
            <ac:spMk id="6" creationId="{DA0BE4FC-E249-4118-8CDC-104C4F90FA99}"/>
          </ac:spMkLst>
        </pc:spChg>
        <pc:spChg chg="mod">
          <ac:chgData name="Ivan Damnjanovic" userId="ac64187cd8522d98" providerId="LiveId" clId="{91E3140C-1B53-B14B-BC23-ECF64BB0199F}" dt="2020-11-10T08:53:56.200" v="191"/>
          <ac:spMkLst>
            <pc:docMk/>
            <pc:sldMk cId="[redacted]" sldId="256"/>
            <ac:spMk id="7" creationId="{55EB3C09-B204-400D-AE74-F4633E5D1BF6}"/>
          </ac:spMkLst>
        </pc:spChg>
        <pc:spChg chg="mod">
          <ac:chgData name="Ivan Damnjanovic" userId="ac64187cd8522d98" providerId="LiveId" clId="{91E3140C-1B53-B14B-BC23-ECF64BB0199F}" dt="2020-11-10T08:53:56.200" v="191"/>
          <ac:spMkLst>
            <pc:docMk/>
            <pc:sldMk cId="[redacted]" sldId="256"/>
            <ac:spMk id="8" creationId="{5AEDAA89-2EDC-4940-908D-F4F13997DE4D}"/>
          </ac:spMkLst>
        </pc:spChg>
        <pc:spChg chg="mod">
          <ac:chgData name="Ivan Damnjanovic" userId="ac64187cd8522d98" providerId="LiveId" clId="{91E3140C-1B53-B14B-BC23-ECF64BB0199F}" dt="2020-11-10T08:53:56.200" v="191"/>
          <ac:spMkLst>
            <pc:docMk/>
            <pc:sldMk cId="[redacted]" sldId="256"/>
            <ac:spMk id="9" creationId="{A7B952A6-2FF0-4FE4-9335-2E660CAD6F4C}"/>
          </ac:spMkLst>
        </pc:spChg>
        <pc:spChg chg="mod">
          <ac:chgData name="Ivan Damnjanovic" userId="ac64187cd8522d98" providerId="LiveId" clId="{91E3140C-1B53-B14B-BC23-ECF64BB0199F}" dt="2020-11-10T08:53:56.200" v="191"/>
          <ac:spMkLst>
            <pc:docMk/>
            <pc:sldMk cId="[redacted]" sldId="256"/>
            <ac:spMk id="10" creationId="{C1E3601C-F2C6-49E9-89A7-AEAF5213F83A}"/>
          </ac:spMkLst>
        </pc:spChg>
        <pc:spChg chg="mod">
          <ac:chgData name="Ivan Damnjanovic" userId="ac64187cd8522d98" providerId="LiveId" clId="{91E3140C-1B53-B14B-BC23-ECF64BB0199F}" dt="2020-11-10T08:53:56.200" v="191"/>
          <ac:spMkLst>
            <pc:docMk/>
            <pc:sldMk cId="[redacted]" sldId="256"/>
            <ac:spMk id="11" creationId="{D78C6FF3-7A07-4CE1-806E-F86A50C1D310}"/>
          </ac:spMkLst>
        </pc:spChg>
        <pc:spChg chg="mod">
          <ac:chgData name="Ivan Damnjanovic" userId="ac64187cd8522d98" providerId="LiveId" clId="{91E3140C-1B53-B14B-BC23-ECF64BB0199F}" dt="2020-11-10T08:53:56.200" v="191"/>
          <ac:spMkLst>
            <pc:docMk/>
            <pc:sldMk cId="[redacted]" sldId="256"/>
            <ac:spMk id="13" creationId="{701A1714-B275-453F-B17D-8C979553C5B2}"/>
          </ac:spMkLst>
        </pc:spChg>
        <pc:spChg chg="mod">
          <ac:chgData name="Ivan Damnjanovic" userId="ac64187cd8522d98" providerId="LiveId" clId="{91E3140C-1B53-B14B-BC23-ECF64BB0199F}" dt="2020-11-10T08:53:56.200" v="191"/>
          <ac:spMkLst>
            <pc:docMk/>
            <pc:sldMk cId="[redacted]" sldId="256"/>
            <ac:spMk id="14" creationId="{7D5FEB2B-C37D-4740-BC67-4BA2C198E7E8}"/>
          </ac:spMkLst>
        </pc:spChg>
        <pc:spChg chg="mod">
          <ac:chgData name="Ivan Damnjanovic" userId="ac64187cd8522d98" providerId="LiveId" clId="{91E3140C-1B53-B14B-BC23-ECF64BB0199F}" dt="2020-11-10T08:53:56.200" v="191"/>
          <ac:spMkLst>
            <pc:docMk/>
            <pc:sldMk cId="[redacted]" sldId="256"/>
            <ac:spMk id="15" creationId="{DF2AEB8D-D654-4621-844C-3C11F5A26A01}"/>
          </ac:spMkLst>
        </pc:spChg>
        <pc:spChg chg="mod">
          <ac:chgData name="Ivan Damnjanovic" userId="ac64187cd8522d98" providerId="LiveId" clId="{91E3140C-1B53-B14B-BC23-ECF64BB0199F}" dt="2020-11-10T08:53:56.200" v="191"/>
          <ac:spMkLst>
            <pc:docMk/>
            <pc:sldMk cId="[redacted]" sldId="256"/>
            <ac:spMk id="16" creationId="{7D8C20A4-77D2-4510-8BF3-A7F865E4AD9A}"/>
          </ac:spMkLst>
        </pc:spChg>
        <pc:spChg chg="mod">
          <ac:chgData name="Ivan Damnjanovic" userId="ac64187cd8522d98" providerId="LiveId" clId="{91E3140C-1B53-B14B-BC23-ECF64BB0199F}" dt="2020-11-10T08:53:56.200" v="191"/>
          <ac:spMkLst>
            <pc:docMk/>
            <pc:sldMk cId="[redacted]" sldId="256"/>
            <ac:spMk id="18" creationId="{C0522BFE-3F6A-4D00-9354-C9B1640C029A}"/>
          </ac:spMkLst>
        </pc:spChg>
        <pc:spChg chg="mod">
          <ac:chgData name="Ivan Damnjanovic" userId="ac64187cd8522d98" providerId="LiveId" clId="{91E3140C-1B53-B14B-BC23-ECF64BB0199F}" dt="2020-11-10T08:53:56.200" v="191"/>
          <ac:spMkLst>
            <pc:docMk/>
            <pc:sldMk cId="[redacted]" sldId="256"/>
            <ac:spMk id="19" creationId="{D89E3CD7-9086-446F-9391-D2770EB46090}"/>
          </ac:spMkLst>
        </pc:spChg>
        <pc:spChg chg="mod">
          <ac:chgData name="Ivan Damnjanovic" userId="ac64187cd8522d98" providerId="LiveId" clId="{91E3140C-1B53-B14B-BC23-ECF64BB0199F}" dt="2020-11-10T08:53:56.200" v="191"/>
          <ac:spMkLst>
            <pc:docMk/>
            <pc:sldMk cId="[redacted]" sldId="256"/>
            <ac:spMk id="20" creationId="{5F67EBAA-20C0-4BD5-BA48-726EDA4A78D0}"/>
          </ac:spMkLst>
        </pc:spChg>
        <pc:spChg chg="mod">
          <ac:chgData name="Ivan Damnjanovic" userId="ac64187cd8522d98" providerId="LiveId" clId="{91E3140C-1B53-B14B-BC23-ECF64BB0199F}" dt="2020-11-10T08:53:56.200" v="191"/>
          <ac:spMkLst>
            <pc:docMk/>
            <pc:sldMk cId="[redacted]" sldId="256"/>
            <ac:spMk id="21" creationId="{BAD38D0B-BF4A-460F-8411-CE9D51C91629}"/>
          </ac:spMkLst>
        </pc:spChg>
        <pc:spChg chg="mod">
          <ac:chgData name="Ivan Damnjanovic" userId="ac64187cd8522d98" providerId="LiveId" clId="{91E3140C-1B53-B14B-BC23-ECF64BB0199F}" dt="2020-11-10T08:53:56.200" v="191"/>
          <ac:spMkLst>
            <pc:docMk/>
            <pc:sldMk cId="[redacted]" sldId="256"/>
            <ac:spMk id="22" creationId="{58C187B5-B513-4FD6-B2D4-77BB2F8EE81C}"/>
          </ac:spMkLst>
        </pc:spChg>
        <pc:spChg chg="mod">
          <ac:chgData name="Ivan Damnjanovic" userId="ac64187cd8522d98" providerId="LiveId" clId="{91E3140C-1B53-B14B-BC23-ECF64BB0199F}" dt="2020-11-10T08:53:56.200" v="191"/>
          <ac:spMkLst>
            <pc:docMk/>
            <pc:sldMk cId="[redacted]" sldId="256"/>
            <ac:spMk id="25" creationId="{4963B90B-F6AA-47B5-A122-4215B6665540}"/>
          </ac:spMkLst>
        </pc:spChg>
        <pc:spChg chg="mod">
          <ac:chgData name="Ivan Damnjanovic" userId="ac64187cd8522d98" providerId="LiveId" clId="{91E3140C-1B53-B14B-BC23-ECF64BB0199F}" dt="2020-11-10T08:53:56.200" v="191"/>
          <ac:spMkLst>
            <pc:docMk/>
            <pc:sldMk cId="[redacted]" sldId="256"/>
            <ac:spMk id="26" creationId="{22951845-37F1-43F7-85FC-F98449620568}"/>
          </ac:spMkLst>
        </pc:spChg>
        <pc:spChg chg="mod">
          <ac:chgData name="Ivan Damnjanovic" userId="ac64187cd8522d98" providerId="LiveId" clId="{91E3140C-1B53-B14B-BC23-ECF64BB0199F}" dt="2020-11-10T08:53:56.200" v="191"/>
          <ac:spMkLst>
            <pc:docMk/>
            <pc:sldMk cId="[redacted]" sldId="256"/>
            <ac:spMk id="32" creationId="{9E7A7763-7818-4DDC-BC05-47B0FBF9EDB8}"/>
          </ac:spMkLst>
        </pc:spChg>
        <pc:spChg chg="mod">
          <ac:chgData name="Ivan Damnjanovic" userId="ac64187cd8522d98" providerId="LiveId" clId="{91E3140C-1B53-B14B-BC23-ECF64BB0199F}" dt="2020-11-10T08:53:56.200" v="191"/>
          <ac:spMkLst>
            <pc:docMk/>
            <pc:sldMk cId="[redacted]" sldId="256"/>
            <ac:spMk id="41" creationId="{DDFD568A-8E81-4AB7-BF0D-7FFB45CEE9DB}"/>
          </ac:spMkLst>
        </pc:spChg>
        <pc:spChg chg="mod">
          <ac:chgData name="Ivan Damnjanovic" userId="ac64187cd8522d98" providerId="LiveId" clId="{91E3140C-1B53-B14B-BC23-ECF64BB0199F}" dt="2020-11-10T08:53:56.200" v="191"/>
          <ac:spMkLst>
            <pc:docMk/>
            <pc:sldMk cId="[redacted]" sldId="256"/>
            <ac:spMk id="48" creationId="{370E5F52-70E3-48CB-B497-66DD4C96C7D3}"/>
          </ac:spMkLst>
        </pc:spChg>
        <pc:spChg chg="mod">
          <ac:chgData name="Ivan Damnjanovic" userId="ac64187cd8522d98" providerId="LiveId" clId="{91E3140C-1B53-B14B-BC23-ECF64BB0199F}" dt="2020-11-10T08:53:56.200" v="191"/>
          <ac:spMkLst>
            <pc:docMk/>
            <pc:sldMk cId="[redacted]" sldId="256"/>
            <ac:spMk id="49" creationId="{F9DE2464-4D85-4453-B698-75D676F33865}"/>
          </ac:spMkLst>
        </pc:spChg>
        <pc:spChg chg="mod">
          <ac:chgData name="Ivan Damnjanovic" userId="ac64187cd8522d98" providerId="LiveId" clId="{91E3140C-1B53-B14B-BC23-ECF64BB0199F}" dt="2020-11-10T08:53:56.200" v="191"/>
          <ac:spMkLst>
            <pc:docMk/>
            <pc:sldMk cId="[redacted]" sldId="256"/>
            <ac:spMk id="50" creationId="{23FB01A5-728A-4A3C-AB4D-BCA7FC61063B}"/>
          </ac:spMkLst>
        </pc:spChg>
        <pc:spChg chg="mod">
          <ac:chgData name="Ivan Damnjanovic" userId="ac64187cd8522d98" providerId="LiveId" clId="{91E3140C-1B53-B14B-BC23-ECF64BB0199F}" dt="2020-11-10T08:53:56.200" v="191"/>
          <ac:spMkLst>
            <pc:docMk/>
            <pc:sldMk cId="[redacted]" sldId="256"/>
            <ac:spMk id="51" creationId="{1EACAF30-0929-48B7-8DD1-1190B209BA89}"/>
          </ac:spMkLst>
        </pc:spChg>
        <pc:spChg chg="mod">
          <ac:chgData name="Ivan Damnjanovic" userId="ac64187cd8522d98" providerId="LiveId" clId="{91E3140C-1B53-B14B-BC23-ECF64BB0199F}" dt="2020-11-10T08:53:56.200" v="191"/>
          <ac:spMkLst>
            <pc:docMk/>
            <pc:sldMk cId="[redacted]" sldId="256"/>
            <ac:spMk id="53" creationId="{97C99107-C4F8-4C92-9F7A-10DCF9A5ACD2}"/>
          </ac:spMkLst>
        </pc:spChg>
        <pc:spChg chg="mod">
          <ac:chgData name="Ivan Damnjanovic" userId="ac64187cd8522d98" providerId="LiveId" clId="{91E3140C-1B53-B14B-BC23-ECF64BB0199F}" dt="2020-11-10T08:53:56.200" v="191"/>
          <ac:spMkLst>
            <pc:docMk/>
            <pc:sldMk cId="[redacted]" sldId="256"/>
            <ac:spMk id="54" creationId="{B36A5D5D-1212-4972-88F2-ACA4F24ABC0B}"/>
          </ac:spMkLst>
        </pc:spChg>
        <pc:spChg chg="mod">
          <ac:chgData name="Ivan Damnjanovic" userId="ac64187cd8522d98" providerId="LiveId" clId="{91E3140C-1B53-B14B-BC23-ECF64BB0199F}" dt="2020-11-10T08:53:56.200" v="191"/>
          <ac:spMkLst>
            <pc:docMk/>
            <pc:sldMk cId="[redacted]" sldId="256"/>
            <ac:spMk id="55" creationId="{5813AF68-4B88-49DC-8D5F-19741244B69F}"/>
          </ac:spMkLst>
        </pc:spChg>
        <pc:spChg chg="mod">
          <ac:chgData name="Ivan Damnjanovic" userId="ac64187cd8522d98" providerId="LiveId" clId="{91E3140C-1B53-B14B-BC23-ECF64BB0199F}" dt="2020-11-10T08:53:56.200" v="191"/>
          <ac:spMkLst>
            <pc:docMk/>
            <pc:sldMk cId="[redacted]" sldId="256"/>
            <ac:spMk id="57" creationId="{9901E08C-E238-4FB9-A622-274942CB80FD}"/>
          </ac:spMkLst>
        </pc:spChg>
        <pc:spChg chg="mod">
          <ac:chgData name="Ivan Damnjanovic" userId="ac64187cd8522d98" providerId="LiveId" clId="{91E3140C-1B53-B14B-BC23-ECF64BB0199F}" dt="2020-11-10T08:53:56.200" v="191"/>
          <ac:spMkLst>
            <pc:docMk/>
            <pc:sldMk cId="[redacted]" sldId="256"/>
            <ac:spMk id="63" creationId="{111D1371-80CE-4D92-AD42-1CD94C8B430F}"/>
          </ac:spMkLst>
        </pc:spChg>
        <pc:spChg chg="mod">
          <ac:chgData name="Ivan Damnjanovic" userId="ac64187cd8522d98" providerId="LiveId" clId="{91E3140C-1B53-B14B-BC23-ECF64BB0199F}" dt="2020-11-10T08:53:56.200" v="191"/>
          <ac:spMkLst>
            <pc:docMk/>
            <pc:sldMk cId="[redacted]" sldId="256"/>
            <ac:spMk id="64" creationId="{E218BE3B-E994-44D2-8724-0F39BEC2B403}"/>
          </ac:spMkLst>
        </pc:spChg>
        <pc:spChg chg="mod">
          <ac:chgData name="Ivan Damnjanovic" userId="ac64187cd8522d98" providerId="LiveId" clId="{91E3140C-1B53-B14B-BC23-ECF64BB0199F}" dt="2020-11-10T08:53:56.200" v="191"/>
          <ac:spMkLst>
            <pc:docMk/>
            <pc:sldMk cId="[redacted]" sldId="256"/>
            <ac:spMk id="65" creationId="{A1875776-4C74-43F2-AEEC-816CFBAEB717}"/>
          </ac:spMkLst>
        </pc:spChg>
        <pc:spChg chg="mod">
          <ac:chgData name="Ivan Damnjanovic" userId="ac64187cd8522d98" providerId="LiveId" clId="{91E3140C-1B53-B14B-BC23-ECF64BB0199F}" dt="2020-11-10T08:53:56.200" v="191"/>
          <ac:spMkLst>
            <pc:docMk/>
            <pc:sldMk cId="[redacted]" sldId="256"/>
            <ac:spMk id="78" creationId="{4020148D-809B-406F-8AE9-6378531A50FF}"/>
          </ac:spMkLst>
        </pc:spChg>
        <pc:spChg chg="mod">
          <ac:chgData name="Ivan Damnjanovic" userId="ac64187cd8522d98" providerId="LiveId" clId="{91E3140C-1B53-B14B-BC23-ECF64BB0199F}" dt="2020-11-10T08:53:56.200" v="191"/>
          <ac:spMkLst>
            <pc:docMk/>
            <pc:sldMk cId="[redacted]" sldId="256"/>
            <ac:spMk id="79" creationId="{34989CAA-40F1-4EFA-A879-220B2D5F2A65}"/>
          </ac:spMkLst>
        </pc:spChg>
        <pc:spChg chg="mod">
          <ac:chgData name="Ivan Damnjanovic" userId="ac64187cd8522d98" providerId="LiveId" clId="{91E3140C-1B53-B14B-BC23-ECF64BB0199F}" dt="2020-11-10T08:53:56.200" v="191"/>
          <ac:spMkLst>
            <pc:docMk/>
            <pc:sldMk cId="[redacted]" sldId="256"/>
            <ac:spMk id="94" creationId="{42248E57-1982-4C77-B7B6-98067B11D1D0}"/>
          </ac:spMkLst>
        </pc:spChg>
        <pc:spChg chg="mod">
          <ac:chgData name="Ivan Damnjanovic" userId="ac64187cd8522d98" providerId="LiveId" clId="{91E3140C-1B53-B14B-BC23-ECF64BB0199F}" dt="2020-11-10T08:53:56.200" v="191"/>
          <ac:spMkLst>
            <pc:docMk/>
            <pc:sldMk cId="[redacted]" sldId="256"/>
            <ac:spMk id="95" creationId="{39B599B4-A601-4066-891E-478B8C92F598}"/>
          </ac:spMkLst>
        </pc:spChg>
        <pc:spChg chg="mod">
          <ac:chgData name="Ivan Damnjanovic" userId="ac64187cd8522d98" providerId="LiveId" clId="{91E3140C-1B53-B14B-BC23-ECF64BB0199F}" dt="2020-11-10T08:53:56.200" v="191"/>
          <ac:spMkLst>
            <pc:docMk/>
            <pc:sldMk cId="[redacted]" sldId="256"/>
            <ac:spMk id="100" creationId="{995C44F4-8747-4DF8-9E05-01180D885AC4}"/>
          </ac:spMkLst>
        </pc:spChg>
        <pc:spChg chg="mod">
          <ac:chgData name="Ivan Damnjanovic" userId="ac64187cd8522d98" providerId="LiveId" clId="{91E3140C-1B53-B14B-BC23-ECF64BB0199F}" dt="2020-11-10T08:53:56.200" v="191"/>
          <ac:spMkLst>
            <pc:docMk/>
            <pc:sldMk cId="[redacted]" sldId="256"/>
            <ac:spMk id="101" creationId="{7F62F606-8377-4849-9C8A-FBF71850764F}"/>
          </ac:spMkLst>
        </pc:spChg>
        <pc:spChg chg="mod">
          <ac:chgData name="Ivan Damnjanovic" userId="ac64187cd8522d98" providerId="LiveId" clId="{91E3140C-1B53-B14B-BC23-ECF64BB0199F}" dt="2020-11-10T08:53:56.200" v="191"/>
          <ac:spMkLst>
            <pc:docMk/>
            <pc:sldMk cId="[redacted]" sldId="256"/>
            <ac:spMk id="104" creationId="{1E5F006B-92DF-4EC3-8936-C7F3F8C6EE74}"/>
          </ac:spMkLst>
        </pc:spChg>
        <pc:spChg chg="mod">
          <ac:chgData name="Ivan Damnjanovic" userId="ac64187cd8522d98" providerId="LiveId" clId="{91E3140C-1B53-B14B-BC23-ECF64BB0199F}" dt="2020-11-10T08:53:56.200" v="191"/>
          <ac:spMkLst>
            <pc:docMk/>
            <pc:sldMk cId="[redacted]" sldId="256"/>
            <ac:spMk id="108" creationId="{7ACC092D-78DF-43A4-A6FD-9333EE17D3AB}"/>
          </ac:spMkLst>
        </pc:spChg>
        <pc:spChg chg="mod">
          <ac:chgData name="Ivan Damnjanovic" userId="ac64187cd8522d98" providerId="LiveId" clId="{91E3140C-1B53-B14B-BC23-ECF64BB0199F}" dt="2020-11-10T08:53:56.200" v="191"/>
          <ac:spMkLst>
            <pc:docMk/>
            <pc:sldMk cId="[redacted]" sldId="256"/>
            <ac:spMk id="109" creationId="{380BCF0F-69DE-4BB7-9095-FBC6E0843EFE}"/>
          </ac:spMkLst>
        </pc:spChg>
        <pc:spChg chg="mod">
          <ac:chgData name="Ivan Damnjanovic" userId="ac64187cd8522d98" providerId="LiveId" clId="{91E3140C-1B53-B14B-BC23-ECF64BB0199F}" dt="2020-11-10T08:53:56.200" v="191"/>
          <ac:spMkLst>
            <pc:docMk/>
            <pc:sldMk cId="[redacted]" sldId="256"/>
            <ac:spMk id="110" creationId="{6B579CB2-7678-49F4-88A7-4999A20A95CE}"/>
          </ac:spMkLst>
        </pc:spChg>
        <pc:spChg chg="mod">
          <ac:chgData name="Ivan Damnjanovic" userId="ac64187cd8522d98" providerId="LiveId" clId="{91E3140C-1B53-B14B-BC23-ECF64BB0199F}" dt="2020-11-10T08:53:56.200" v="191"/>
          <ac:spMkLst>
            <pc:docMk/>
            <pc:sldMk cId="[redacted]" sldId="256"/>
            <ac:spMk id="111" creationId="{18CAAF9A-FB00-4319-B3BB-3C400040CB09}"/>
          </ac:spMkLst>
        </pc:spChg>
        <pc:spChg chg="mod">
          <ac:chgData name="Ivan Damnjanovic" userId="ac64187cd8522d98" providerId="LiveId" clId="{91E3140C-1B53-B14B-BC23-ECF64BB0199F}" dt="2020-11-10T08:53:56.200" v="191"/>
          <ac:spMkLst>
            <pc:docMk/>
            <pc:sldMk cId="[redacted]" sldId="256"/>
            <ac:spMk id="112" creationId="{A7EF2380-4836-42E9-AFD0-6A2BFF259481}"/>
          </ac:spMkLst>
        </pc:spChg>
        <pc:spChg chg="mod">
          <ac:chgData name="Ivan Damnjanovic" userId="ac64187cd8522d98" providerId="LiveId" clId="{91E3140C-1B53-B14B-BC23-ECF64BB0199F}" dt="2020-11-10T08:53:56.200" v="191"/>
          <ac:spMkLst>
            <pc:docMk/>
            <pc:sldMk cId="[redacted]" sldId="256"/>
            <ac:spMk id="113" creationId="{4F340D06-58A4-4370-A1F7-8F744B68750F}"/>
          </ac:spMkLst>
        </pc:spChg>
        <pc:spChg chg="mod">
          <ac:chgData name="Ivan Damnjanovic" userId="ac64187cd8522d98" providerId="LiveId" clId="{91E3140C-1B53-B14B-BC23-ECF64BB0199F}" dt="2020-11-10T08:53:56.200" v="191"/>
          <ac:spMkLst>
            <pc:docMk/>
            <pc:sldMk cId="[redacted]" sldId="256"/>
            <ac:spMk id="114" creationId="{5CFD9798-531C-4A05-998B-5C6D65916ECC}"/>
          </ac:spMkLst>
        </pc:spChg>
        <pc:spChg chg="mod">
          <ac:chgData name="Ivan Damnjanovic" userId="ac64187cd8522d98" providerId="LiveId" clId="{91E3140C-1B53-B14B-BC23-ECF64BB0199F}" dt="2020-11-10T08:53:56.200" v="191"/>
          <ac:spMkLst>
            <pc:docMk/>
            <pc:sldMk cId="[redacted]" sldId="256"/>
            <ac:spMk id="115" creationId="{7AA26C9D-42AB-46CF-80C1-C70767C9E73D}"/>
          </ac:spMkLst>
        </pc:spChg>
        <pc:spChg chg="mod">
          <ac:chgData name="Ivan Damnjanovic" userId="ac64187cd8522d98" providerId="LiveId" clId="{91E3140C-1B53-B14B-BC23-ECF64BB0199F}" dt="2020-11-10T08:53:56.200" v="191"/>
          <ac:spMkLst>
            <pc:docMk/>
            <pc:sldMk cId="[redacted]" sldId="256"/>
            <ac:spMk id="116" creationId="{E72CB72B-FD85-4DC3-8F3B-C107D1D8265B}"/>
          </ac:spMkLst>
        </pc:spChg>
        <pc:spChg chg="mod">
          <ac:chgData name="Ivan Damnjanovic" userId="ac64187cd8522d98" providerId="LiveId" clId="{91E3140C-1B53-B14B-BC23-ECF64BB0199F}" dt="2020-11-10T08:53:56.200" v="191"/>
          <ac:spMkLst>
            <pc:docMk/>
            <pc:sldMk cId="[redacted]" sldId="256"/>
            <ac:spMk id="117" creationId="{B9151E3B-F894-4AB0-AA0E-EEC36F29EFF1}"/>
          </ac:spMkLst>
        </pc:spChg>
        <pc:spChg chg="mod">
          <ac:chgData name="Ivan Damnjanovic" userId="ac64187cd8522d98" providerId="LiveId" clId="{91E3140C-1B53-B14B-BC23-ECF64BB0199F}" dt="2020-11-10T08:53:56.200" v="191"/>
          <ac:spMkLst>
            <pc:docMk/>
            <pc:sldMk cId="[redacted]" sldId="256"/>
            <ac:spMk id="118" creationId="{B0752B23-2A48-45EA-8029-E73055306DBE}"/>
          </ac:spMkLst>
        </pc:spChg>
        <pc:spChg chg="mod">
          <ac:chgData name="Ivan Damnjanovic" userId="ac64187cd8522d98" providerId="LiveId" clId="{91E3140C-1B53-B14B-BC23-ECF64BB0199F}" dt="2020-11-10T08:53:56.200" v="191"/>
          <ac:spMkLst>
            <pc:docMk/>
            <pc:sldMk cId="[redacted]" sldId="256"/>
            <ac:spMk id="119" creationId="{638608FF-F4D3-4A4C-88BF-AB40047AEBAF}"/>
          </ac:spMkLst>
        </pc:spChg>
        <pc:spChg chg="mod">
          <ac:chgData name="Ivan Damnjanovic" userId="ac64187cd8522d98" providerId="LiveId" clId="{91E3140C-1B53-B14B-BC23-ECF64BB0199F}" dt="2020-11-10T08:53:56.200" v="191"/>
          <ac:spMkLst>
            <pc:docMk/>
            <pc:sldMk cId="[redacted]" sldId="256"/>
            <ac:spMk id="120" creationId="{E8C2A47E-5451-469D-9593-BE466AF3261F}"/>
          </ac:spMkLst>
        </pc:spChg>
        <pc:spChg chg="mod">
          <ac:chgData name="Ivan Damnjanovic" userId="ac64187cd8522d98" providerId="LiveId" clId="{91E3140C-1B53-B14B-BC23-ECF64BB0199F}" dt="2020-11-10T08:53:56.200" v="191"/>
          <ac:spMkLst>
            <pc:docMk/>
            <pc:sldMk cId="[redacted]" sldId="256"/>
            <ac:spMk id="121" creationId="{86CE580B-9297-481E-8EFD-111C8EB1DA22}"/>
          </ac:spMkLst>
        </pc:spChg>
        <pc:spChg chg="mod">
          <ac:chgData name="Ivan Damnjanovic" userId="ac64187cd8522d98" providerId="LiveId" clId="{91E3140C-1B53-B14B-BC23-ECF64BB0199F}" dt="2020-11-10T08:53:56.200" v="191"/>
          <ac:spMkLst>
            <pc:docMk/>
            <pc:sldMk cId="[redacted]" sldId="256"/>
            <ac:spMk id="122" creationId="{2474B05D-C381-4F0F-A16F-E35DC5850724}"/>
          </ac:spMkLst>
        </pc:spChg>
        <pc:spChg chg="mod">
          <ac:chgData name="Ivan Damnjanovic" userId="ac64187cd8522d98" providerId="LiveId" clId="{91E3140C-1B53-B14B-BC23-ECF64BB0199F}" dt="2020-11-10T08:53:56.200" v="191"/>
          <ac:spMkLst>
            <pc:docMk/>
            <pc:sldMk cId="[redacted]" sldId="256"/>
            <ac:spMk id="123" creationId="{BD3AF008-5BDE-4A4F-9174-5B51298F6F20}"/>
          </ac:spMkLst>
        </pc:spChg>
        <pc:spChg chg="mod">
          <ac:chgData name="Ivan Damnjanovic" userId="ac64187cd8522d98" providerId="LiveId" clId="{91E3140C-1B53-B14B-BC23-ECF64BB0199F}" dt="2020-11-10T08:53:56.200" v="191"/>
          <ac:spMkLst>
            <pc:docMk/>
            <pc:sldMk cId="[redacted]" sldId="256"/>
            <ac:spMk id="124" creationId="{F57B656B-D254-4308-8FFF-3E5521C28F19}"/>
          </ac:spMkLst>
        </pc:spChg>
        <pc:spChg chg="mod">
          <ac:chgData name="Ivan Damnjanovic" userId="ac64187cd8522d98" providerId="LiveId" clId="{91E3140C-1B53-B14B-BC23-ECF64BB0199F}" dt="2020-11-10T08:53:56.200" v="191"/>
          <ac:spMkLst>
            <pc:docMk/>
            <pc:sldMk cId="[redacted]" sldId="256"/>
            <ac:spMk id="125" creationId="{A8C92B49-0F94-4570-B79E-A18D73B7745C}"/>
          </ac:spMkLst>
        </pc:spChg>
        <pc:spChg chg="mod">
          <ac:chgData name="Ivan Damnjanovic" userId="ac64187cd8522d98" providerId="LiveId" clId="{91E3140C-1B53-B14B-BC23-ECF64BB0199F}" dt="2020-11-10T08:53:56.200" v="191"/>
          <ac:spMkLst>
            <pc:docMk/>
            <pc:sldMk cId="[redacted]" sldId="256"/>
            <ac:spMk id="126" creationId="{8AC761C4-41DA-438E-A81C-7D1D96456964}"/>
          </ac:spMkLst>
        </pc:spChg>
        <pc:spChg chg="mod">
          <ac:chgData name="Ivan Damnjanovic" userId="ac64187cd8522d98" providerId="LiveId" clId="{91E3140C-1B53-B14B-BC23-ECF64BB0199F}" dt="2020-11-10T08:53:56.200" v="191"/>
          <ac:spMkLst>
            <pc:docMk/>
            <pc:sldMk cId="[redacted]" sldId="256"/>
            <ac:spMk id="127" creationId="{FC8B8D8F-A2F4-448D-8077-D07A23B344D6}"/>
          </ac:spMkLst>
        </pc:spChg>
        <pc:spChg chg="mod">
          <ac:chgData name="Ivan Damnjanovic" userId="ac64187cd8522d98" providerId="LiveId" clId="{91E3140C-1B53-B14B-BC23-ECF64BB0199F}" dt="2020-11-10T08:53:56.200" v="191"/>
          <ac:spMkLst>
            <pc:docMk/>
            <pc:sldMk cId="[redacted]" sldId="256"/>
            <ac:spMk id="128" creationId="{EC505487-3EA0-467C-97AC-0095AD99C644}"/>
          </ac:spMkLst>
        </pc:spChg>
        <pc:spChg chg="mod">
          <ac:chgData name="Ivan Damnjanovic" userId="ac64187cd8522d98" providerId="LiveId" clId="{91E3140C-1B53-B14B-BC23-ECF64BB0199F}" dt="2020-11-10T08:53:56.200" v="191"/>
          <ac:spMkLst>
            <pc:docMk/>
            <pc:sldMk cId="[redacted]" sldId="256"/>
            <ac:spMk id="129" creationId="{3649AF7F-34F7-4872-B653-BF3744860CBD}"/>
          </ac:spMkLst>
        </pc:spChg>
        <pc:spChg chg="mod">
          <ac:chgData name="Ivan Damnjanovic" userId="ac64187cd8522d98" providerId="LiveId" clId="{91E3140C-1B53-B14B-BC23-ECF64BB0199F}" dt="2020-11-10T08:53:56.200" v="191"/>
          <ac:spMkLst>
            <pc:docMk/>
            <pc:sldMk cId="[redacted]" sldId="256"/>
            <ac:spMk id="130" creationId="{64F37E16-C5C4-4E19-A59A-8D5DD503030F}"/>
          </ac:spMkLst>
        </pc:spChg>
        <pc:spChg chg="mod">
          <ac:chgData name="Ivan Damnjanovic" userId="ac64187cd8522d98" providerId="LiveId" clId="{91E3140C-1B53-B14B-BC23-ECF64BB0199F}" dt="2020-11-10T08:53:56.200" v="191"/>
          <ac:spMkLst>
            <pc:docMk/>
            <pc:sldMk cId="[redacted]" sldId="256"/>
            <ac:spMk id="131" creationId="{50705E66-353C-47B6-9C99-539997795B1B}"/>
          </ac:spMkLst>
        </pc:spChg>
        <pc:spChg chg="mod">
          <ac:chgData name="Ivan Damnjanovic" userId="ac64187cd8522d98" providerId="LiveId" clId="{91E3140C-1B53-B14B-BC23-ECF64BB0199F}" dt="2020-11-10T08:53:56.200" v="191"/>
          <ac:spMkLst>
            <pc:docMk/>
            <pc:sldMk cId="[redacted]" sldId="256"/>
            <ac:spMk id="132" creationId="{1E20D68C-2697-40F0-99FA-491651632149}"/>
          </ac:spMkLst>
        </pc:spChg>
        <pc:spChg chg="mod">
          <ac:chgData name="Ivan Damnjanovic" userId="ac64187cd8522d98" providerId="LiveId" clId="{91E3140C-1B53-B14B-BC23-ECF64BB0199F}" dt="2020-11-10T08:53:56.200" v="191"/>
          <ac:spMkLst>
            <pc:docMk/>
            <pc:sldMk cId="[redacted]" sldId="256"/>
            <ac:spMk id="133" creationId="{373B34EE-9E1B-4B70-848E-0DB23028952F}"/>
          </ac:spMkLst>
        </pc:spChg>
        <pc:spChg chg="mod">
          <ac:chgData name="Ivan Damnjanovic" userId="ac64187cd8522d98" providerId="LiveId" clId="{91E3140C-1B53-B14B-BC23-ECF64BB0199F}" dt="2020-11-10T08:53:56.200" v="191"/>
          <ac:spMkLst>
            <pc:docMk/>
            <pc:sldMk cId="[redacted]" sldId="256"/>
            <ac:spMk id="134" creationId="{2AEE5365-86DF-4FF5-83C5-177544A3439B}"/>
          </ac:spMkLst>
        </pc:spChg>
        <pc:spChg chg="mod">
          <ac:chgData name="Ivan Damnjanovic" userId="ac64187cd8522d98" providerId="LiveId" clId="{91E3140C-1B53-B14B-BC23-ECF64BB0199F}" dt="2020-11-10T08:53:56.200" v="191"/>
          <ac:spMkLst>
            <pc:docMk/>
            <pc:sldMk cId="[redacted]" sldId="256"/>
            <ac:spMk id="135" creationId="{7D5ABBF1-980E-465F-8804-DD999CDEEA67}"/>
          </ac:spMkLst>
        </pc:spChg>
        <pc:spChg chg="mod">
          <ac:chgData name="Ivan Damnjanovic" userId="ac64187cd8522d98" providerId="LiveId" clId="{91E3140C-1B53-B14B-BC23-ECF64BB0199F}" dt="2020-11-10T08:53:56.200" v="191"/>
          <ac:spMkLst>
            <pc:docMk/>
            <pc:sldMk cId="[redacted]" sldId="256"/>
            <ac:spMk id="139" creationId="{7958CCEC-22C6-4C76-B8A4-B33FCED516C2}"/>
          </ac:spMkLst>
        </pc:spChg>
        <pc:spChg chg="mod">
          <ac:chgData name="Ivan Damnjanovic" userId="ac64187cd8522d98" providerId="LiveId" clId="{91E3140C-1B53-B14B-BC23-ECF64BB0199F}" dt="2020-11-10T08:53:56.200" v="191"/>
          <ac:spMkLst>
            <pc:docMk/>
            <pc:sldMk cId="[redacted]" sldId="256"/>
            <ac:spMk id="140" creationId="{8DC821A8-A0F3-4634-8905-3308E896108F}"/>
          </ac:spMkLst>
        </pc:spChg>
        <pc:spChg chg="mod">
          <ac:chgData name="Ivan Damnjanovic" userId="ac64187cd8522d98" providerId="LiveId" clId="{91E3140C-1B53-B14B-BC23-ECF64BB0199F}" dt="2020-11-10T08:53:56.200" v="191"/>
          <ac:spMkLst>
            <pc:docMk/>
            <pc:sldMk cId="[redacted]" sldId="256"/>
            <ac:spMk id="141" creationId="{037BE0B8-165B-45E4-8F14-58CB4F668298}"/>
          </ac:spMkLst>
        </pc:spChg>
        <pc:spChg chg="mod">
          <ac:chgData name="Ivan Damnjanovic" userId="ac64187cd8522d98" providerId="LiveId" clId="{91E3140C-1B53-B14B-BC23-ECF64BB0199F}" dt="2020-11-10T08:53:56.200" v="191"/>
          <ac:spMkLst>
            <pc:docMk/>
            <pc:sldMk cId="[redacted]" sldId="256"/>
            <ac:spMk id="142" creationId="{2721A00C-E42F-4A86-AEA3-F2C50D7D0AE3}"/>
          </ac:spMkLst>
        </pc:spChg>
        <pc:spChg chg="mod">
          <ac:chgData name="Ivan Damnjanovic" userId="ac64187cd8522d98" providerId="LiveId" clId="{91E3140C-1B53-B14B-BC23-ECF64BB0199F}" dt="2020-11-10T08:53:56.200" v="191"/>
          <ac:spMkLst>
            <pc:docMk/>
            <pc:sldMk cId="[redacted]" sldId="256"/>
            <ac:spMk id="143" creationId="{630AD418-F949-447A-A2EE-907FE44B38D8}"/>
          </ac:spMkLst>
        </pc:spChg>
        <pc:spChg chg="mod">
          <ac:chgData name="Ivan Damnjanovic" userId="ac64187cd8522d98" providerId="LiveId" clId="{91E3140C-1B53-B14B-BC23-ECF64BB0199F}" dt="2020-11-10T08:53:56.200" v="191"/>
          <ac:spMkLst>
            <pc:docMk/>
            <pc:sldMk cId="[redacted]" sldId="256"/>
            <ac:spMk id="262" creationId="{21203898-75F5-43AF-8606-3E55A307715E}"/>
          </ac:spMkLst>
        </pc:spChg>
        <pc:spChg chg="mod">
          <ac:chgData name="Ivan Damnjanovic" userId="ac64187cd8522d98" providerId="LiveId" clId="{91E3140C-1B53-B14B-BC23-ECF64BB0199F}" dt="2020-11-10T08:53:56.200" v="191"/>
          <ac:spMkLst>
            <pc:docMk/>
            <pc:sldMk cId="[redacted]" sldId="256"/>
            <ac:spMk id="263" creationId="{560F1574-9085-489D-B747-5B001AD6274F}"/>
          </ac:spMkLst>
        </pc:spChg>
        <pc:spChg chg="mod">
          <ac:chgData name="Ivan Damnjanovic" userId="ac64187cd8522d98" providerId="LiveId" clId="{91E3140C-1B53-B14B-BC23-ECF64BB0199F}" dt="2020-11-10T08:53:56.200" v="191"/>
          <ac:spMkLst>
            <pc:docMk/>
            <pc:sldMk cId="[redacted]" sldId="256"/>
            <ac:spMk id="264" creationId="{1D6C1127-94E0-4957-890F-444F307AB581}"/>
          </ac:spMkLst>
        </pc:spChg>
        <pc:spChg chg="mod">
          <ac:chgData name="Ivan Damnjanovic" userId="ac64187cd8522d98" providerId="LiveId" clId="{91E3140C-1B53-B14B-BC23-ECF64BB0199F}" dt="2020-11-10T08:53:56.200" v="191"/>
          <ac:spMkLst>
            <pc:docMk/>
            <pc:sldMk cId="[redacted]" sldId="256"/>
            <ac:spMk id="265" creationId="{5108B5DD-00AC-480E-BCE3-BA53E825D431}"/>
          </ac:spMkLst>
        </pc:spChg>
        <pc:spChg chg="mod">
          <ac:chgData name="Ivan Damnjanovic" userId="ac64187cd8522d98" providerId="LiveId" clId="{91E3140C-1B53-B14B-BC23-ECF64BB0199F}" dt="2020-11-10T08:53:56.200" v="191"/>
          <ac:spMkLst>
            <pc:docMk/>
            <pc:sldMk cId="[redacted]" sldId="256"/>
            <ac:spMk id="266" creationId="{E8E2DB72-5014-4F57-AE3E-994ACD62AE58}"/>
          </ac:spMkLst>
        </pc:spChg>
        <pc:spChg chg="mod">
          <ac:chgData name="Ivan Damnjanovic" userId="ac64187cd8522d98" providerId="LiveId" clId="{91E3140C-1B53-B14B-BC23-ECF64BB0199F}" dt="2020-11-10T08:53:56.200" v="191"/>
          <ac:spMkLst>
            <pc:docMk/>
            <pc:sldMk cId="[redacted]" sldId="256"/>
            <ac:spMk id="307" creationId="{C1B5F59B-6BBB-4C27-A1C9-D58B234A7661}"/>
          </ac:spMkLst>
        </pc:spChg>
        <pc:spChg chg="mod">
          <ac:chgData name="Ivan Damnjanovic" userId="ac64187cd8522d98" providerId="LiveId" clId="{91E3140C-1B53-B14B-BC23-ECF64BB0199F}" dt="2020-11-10T08:53:56.200" v="191"/>
          <ac:spMkLst>
            <pc:docMk/>
            <pc:sldMk cId="[redacted]" sldId="256"/>
            <ac:spMk id="309" creationId="{D5FC8BB6-F6FB-476D-B484-6B5D63DE65D3}"/>
          </ac:spMkLst>
        </pc:spChg>
        <pc:spChg chg="mod">
          <ac:chgData name="Ivan Damnjanovic" userId="ac64187cd8522d98" providerId="LiveId" clId="{91E3140C-1B53-B14B-BC23-ECF64BB0199F}" dt="2020-11-10T08:53:56.200" v="191"/>
          <ac:spMkLst>
            <pc:docMk/>
            <pc:sldMk cId="[redacted]" sldId="256"/>
            <ac:spMk id="310" creationId="{5E5F9897-B5BF-45BB-9A97-C7417506C266}"/>
          </ac:spMkLst>
        </pc:spChg>
        <pc:spChg chg="mod">
          <ac:chgData name="Ivan Damnjanovic" userId="ac64187cd8522d98" providerId="LiveId" clId="{91E3140C-1B53-B14B-BC23-ECF64BB0199F}" dt="2020-11-10T08:53:56.200" v="191"/>
          <ac:spMkLst>
            <pc:docMk/>
            <pc:sldMk cId="[redacted]" sldId="256"/>
            <ac:spMk id="356" creationId="{D50EB562-9DF9-4039-9EC8-192CC851C2E8}"/>
          </ac:spMkLst>
        </pc:spChg>
        <pc:spChg chg="mod">
          <ac:chgData name="Ivan Damnjanovic" userId="ac64187cd8522d98" providerId="LiveId" clId="{91E3140C-1B53-B14B-BC23-ECF64BB0199F}" dt="2020-11-10T08:53:56.200" v="191"/>
          <ac:spMkLst>
            <pc:docMk/>
            <pc:sldMk cId="[redacted]" sldId="256"/>
            <ac:spMk id="357" creationId="{5890C0BC-2726-43EE-8B45-A1756CDA5832}"/>
          </ac:spMkLst>
        </pc:spChg>
        <pc:spChg chg="mod">
          <ac:chgData name="Ivan Damnjanovic" userId="ac64187cd8522d98" providerId="LiveId" clId="{91E3140C-1B53-B14B-BC23-ECF64BB0199F}" dt="2020-11-10T08:53:56.200" v="191"/>
          <ac:spMkLst>
            <pc:docMk/>
            <pc:sldMk cId="[redacted]" sldId="256"/>
            <ac:spMk id="359" creationId="{63D069DF-864A-4F67-B185-CF720614D9D8}"/>
          </ac:spMkLst>
        </pc:spChg>
        <pc:spChg chg="mod">
          <ac:chgData name="Ivan Damnjanovic" userId="ac64187cd8522d98" providerId="LiveId" clId="{91E3140C-1B53-B14B-BC23-ECF64BB0199F}" dt="2020-11-10T08:53:56.200" v="191"/>
          <ac:spMkLst>
            <pc:docMk/>
            <pc:sldMk cId="[redacted]" sldId="256"/>
            <ac:spMk id="360" creationId="{33D0529D-C258-4D6C-B202-542EE7BA56E0}"/>
          </ac:spMkLst>
        </pc:spChg>
        <pc:spChg chg="mod">
          <ac:chgData name="Ivan Damnjanovic" userId="ac64187cd8522d98" providerId="LiveId" clId="{91E3140C-1B53-B14B-BC23-ECF64BB0199F}" dt="2020-11-10T08:53:56.200" v="191"/>
          <ac:spMkLst>
            <pc:docMk/>
            <pc:sldMk cId="[redacted]" sldId="256"/>
            <ac:spMk id="361" creationId="{23F21052-C521-4292-929B-D40D675CDD15}"/>
          </ac:spMkLst>
        </pc:spChg>
        <pc:spChg chg="mod">
          <ac:chgData name="Ivan Damnjanovic" userId="ac64187cd8522d98" providerId="LiveId" clId="{91E3140C-1B53-B14B-BC23-ECF64BB0199F}" dt="2020-11-10T08:53:56.200" v="191"/>
          <ac:spMkLst>
            <pc:docMk/>
            <pc:sldMk cId="[redacted]" sldId="256"/>
            <ac:spMk id="362" creationId="{16E1C646-B40F-4688-885F-BCC512D92272}"/>
          </ac:spMkLst>
        </pc:spChg>
        <pc:spChg chg="mod">
          <ac:chgData name="Ivan Damnjanovic" userId="ac64187cd8522d98" providerId="LiveId" clId="{91E3140C-1B53-B14B-BC23-ECF64BB0199F}" dt="2020-11-10T08:53:56.200" v="191"/>
          <ac:spMkLst>
            <pc:docMk/>
            <pc:sldMk cId="[redacted]" sldId="256"/>
            <ac:spMk id="363" creationId="{8A7431CF-1A92-47DC-83C7-5C6299B8B3D3}"/>
          </ac:spMkLst>
        </pc:spChg>
        <pc:spChg chg="mod">
          <ac:chgData name="Ivan Damnjanovic" userId="ac64187cd8522d98" providerId="LiveId" clId="{91E3140C-1B53-B14B-BC23-ECF64BB0199F}" dt="2020-11-10T08:53:56.200" v="191"/>
          <ac:spMkLst>
            <pc:docMk/>
            <pc:sldMk cId="[redacted]" sldId="256"/>
            <ac:spMk id="364" creationId="{33C1A73F-012F-4758-B091-CB6602C945AD}"/>
          </ac:spMkLst>
        </pc:spChg>
        <pc:spChg chg="mod">
          <ac:chgData name="Ivan Damnjanovic" userId="ac64187cd8522d98" providerId="LiveId" clId="{91E3140C-1B53-B14B-BC23-ECF64BB0199F}" dt="2020-11-10T08:53:56.200" v="191"/>
          <ac:spMkLst>
            <pc:docMk/>
            <pc:sldMk cId="[redacted]" sldId="256"/>
            <ac:spMk id="365" creationId="{AB804377-27A8-4CC5-9F61-EF69A7FEDC2D}"/>
          </ac:spMkLst>
        </pc:spChg>
        <pc:spChg chg="mod">
          <ac:chgData name="Ivan Damnjanovic" userId="ac64187cd8522d98" providerId="LiveId" clId="{91E3140C-1B53-B14B-BC23-ECF64BB0199F}" dt="2020-11-10T08:53:56.200" v="191"/>
          <ac:spMkLst>
            <pc:docMk/>
            <pc:sldMk cId="[redacted]" sldId="256"/>
            <ac:spMk id="366" creationId="{8AB7A34F-77E0-4F44-85D5-EC1FCD1C005E}"/>
          </ac:spMkLst>
        </pc:spChg>
        <pc:spChg chg="mod">
          <ac:chgData name="Ivan Damnjanovic" userId="ac64187cd8522d98" providerId="LiveId" clId="{91E3140C-1B53-B14B-BC23-ECF64BB0199F}" dt="2020-11-10T08:53:56.200" v="191"/>
          <ac:spMkLst>
            <pc:docMk/>
            <pc:sldMk cId="[redacted]" sldId="256"/>
            <ac:spMk id="367" creationId="{532FC38E-3D4D-493F-9534-B4E19B1D78DA}"/>
          </ac:spMkLst>
        </pc:spChg>
        <pc:spChg chg="mod">
          <ac:chgData name="Ivan Damnjanovic" userId="ac64187cd8522d98" providerId="LiveId" clId="{91E3140C-1B53-B14B-BC23-ECF64BB0199F}" dt="2020-11-10T08:53:56.200" v="191"/>
          <ac:spMkLst>
            <pc:docMk/>
            <pc:sldMk cId="[redacted]" sldId="256"/>
            <ac:spMk id="368" creationId="{BB1C3AE0-FDAC-4527-82A3-7F67024E29B4}"/>
          </ac:spMkLst>
        </pc:spChg>
        <pc:spChg chg="mod">
          <ac:chgData name="Ivan Damnjanovic" userId="ac64187cd8522d98" providerId="LiveId" clId="{91E3140C-1B53-B14B-BC23-ECF64BB0199F}" dt="2020-11-10T08:53:56.200" v="191"/>
          <ac:spMkLst>
            <pc:docMk/>
            <pc:sldMk cId="[redacted]" sldId="256"/>
            <ac:spMk id="369" creationId="{63042967-13E2-4CA9-AD8D-EFE84F48E814}"/>
          </ac:spMkLst>
        </pc:spChg>
        <pc:spChg chg="mod">
          <ac:chgData name="Ivan Damnjanovic" userId="ac64187cd8522d98" providerId="LiveId" clId="{91E3140C-1B53-B14B-BC23-ECF64BB0199F}" dt="2020-11-10T08:53:56.200" v="191"/>
          <ac:spMkLst>
            <pc:docMk/>
            <pc:sldMk cId="[redacted]" sldId="256"/>
            <ac:spMk id="370" creationId="{47D43CB0-3885-4A86-964C-24E518FEB7BA}"/>
          </ac:spMkLst>
        </pc:spChg>
        <pc:spChg chg="mod">
          <ac:chgData name="Ivan Damnjanovic" userId="ac64187cd8522d98" providerId="LiveId" clId="{91E3140C-1B53-B14B-BC23-ECF64BB0199F}" dt="2020-11-10T08:53:56.200" v="191"/>
          <ac:spMkLst>
            <pc:docMk/>
            <pc:sldMk cId="[redacted]" sldId="256"/>
            <ac:spMk id="371" creationId="{64800A95-B7DD-4BB7-BFA6-90438D4074DD}"/>
          </ac:spMkLst>
        </pc:spChg>
        <pc:spChg chg="mod">
          <ac:chgData name="Ivan Damnjanovic" userId="ac64187cd8522d98" providerId="LiveId" clId="{91E3140C-1B53-B14B-BC23-ECF64BB0199F}" dt="2020-11-10T08:53:56.200" v="191"/>
          <ac:spMkLst>
            <pc:docMk/>
            <pc:sldMk cId="[redacted]" sldId="256"/>
            <ac:spMk id="372" creationId="{7E85A836-4772-4DD2-82E6-BC3D5D352188}"/>
          </ac:spMkLst>
        </pc:spChg>
        <pc:spChg chg="mod">
          <ac:chgData name="Ivan Damnjanovic" userId="ac64187cd8522d98" providerId="LiveId" clId="{91E3140C-1B53-B14B-BC23-ECF64BB0199F}" dt="2020-11-10T08:53:56.200" v="191"/>
          <ac:spMkLst>
            <pc:docMk/>
            <pc:sldMk cId="[redacted]" sldId="256"/>
            <ac:spMk id="373" creationId="{73B1AC75-3A44-4E21-B775-2642E72CE53B}"/>
          </ac:spMkLst>
        </pc:spChg>
        <pc:spChg chg="mod">
          <ac:chgData name="Ivan Damnjanovic" userId="ac64187cd8522d98" providerId="LiveId" clId="{91E3140C-1B53-B14B-BC23-ECF64BB0199F}" dt="2020-11-10T08:53:56.200" v="191"/>
          <ac:spMkLst>
            <pc:docMk/>
            <pc:sldMk cId="[redacted]" sldId="256"/>
            <ac:spMk id="374" creationId="{B8C516EA-925C-4BE3-B77D-6C8F9ACFD37E}"/>
          </ac:spMkLst>
        </pc:spChg>
        <pc:spChg chg="mod">
          <ac:chgData name="Ivan Damnjanovic" userId="ac64187cd8522d98" providerId="LiveId" clId="{91E3140C-1B53-B14B-BC23-ECF64BB0199F}" dt="2020-11-10T08:53:56.200" v="191"/>
          <ac:spMkLst>
            <pc:docMk/>
            <pc:sldMk cId="[redacted]" sldId="256"/>
            <ac:spMk id="375" creationId="{FB04E203-3151-47D1-BF21-7E3E8EB60E2A}"/>
          </ac:spMkLst>
        </pc:spChg>
        <pc:spChg chg="mod">
          <ac:chgData name="Ivan Damnjanovic" userId="ac64187cd8522d98" providerId="LiveId" clId="{91E3140C-1B53-B14B-BC23-ECF64BB0199F}" dt="2020-11-10T08:53:56.200" v="191"/>
          <ac:spMkLst>
            <pc:docMk/>
            <pc:sldMk cId="[redacted]" sldId="256"/>
            <ac:spMk id="376" creationId="{258A6CC8-9E30-4B8F-945A-BD18AF5D368C}"/>
          </ac:spMkLst>
        </pc:spChg>
        <pc:spChg chg="mod">
          <ac:chgData name="Ivan Damnjanovic" userId="ac64187cd8522d98" providerId="LiveId" clId="{91E3140C-1B53-B14B-BC23-ECF64BB0199F}" dt="2020-11-10T08:53:56.200" v="191"/>
          <ac:spMkLst>
            <pc:docMk/>
            <pc:sldMk cId="[redacted]" sldId="256"/>
            <ac:spMk id="377" creationId="{D57D8E5C-F9AC-455D-8D4D-FFD0B14EAAD9}"/>
          </ac:spMkLst>
        </pc:spChg>
        <pc:spChg chg="mod">
          <ac:chgData name="Ivan Damnjanovic" userId="ac64187cd8522d98" providerId="LiveId" clId="{91E3140C-1B53-B14B-BC23-ECF64BB0199F}" dt="2020-11-10T08:53:56.200" v="191"/>
          <ac:spMkLst>
            <pc:docMk/>
            <pc:sldMk cId="[redacted]" sldId="256"/>
            <ac:spMk id="378" creationId="{915A31FF-0B2D-40FA-943F-49FFA49A5500}"/>
          </ac:spMkLst>
        </pc:spChg>
        <pc:spChg chg="mod">
          <ac:chgData name="Ivan Damnjanovic" userId="ac64187cd8522d98" providerId="LiveId" clId="{91E3140C-1B53-B14B-BC23-ECF64BB0199F}" dt="2020-11-10T08:53:56.200" v="191"/>
          <ac:spMkLst>
            <pc:docMk/>
            <pc:sldMk cId="[redacted]" sldId="256"/>
            <ac:spMk id="379" creationId="{4EAADF45-6631-4B08-82E4-BFCAE6011DE8}"/>
          </ac:spMkLst>
        </pc:spChg>
        <pc:spChg chg="mod">
          <ac:chgData name="Ivan Damnjanovic" userId="ac64187cd8522d98" providerId="LiveId" clId="{91E3140C-1B53-B14B-BC23-ECF64BB0199F}" dt="2020-11-10T08:53:56.200" v="191"/>
          <ac:spMkLst>
            <pc:docMk/>
            <pc:sldMk cId="[redacted]" sldId="256"/>
            <ac:spMk id="380" creationId="{CDB6778E-4E12-4BC2-8DFB-FFDF9F944B63}"/>
          </ac:spMkLst>
        </pc:spChg>
        <pc:spChg chg="mod">
          <ac:chgData name="Ivan Damnjanovic" userId="ac64187cd8522d98" providerId="LiveId" clId="{91E3140C-1B53-B14B-BC23-ECF64BB0199F}" dt="2020-11-10T08:53:56.200" v="191"/>
          <ac:spMkLst>
            <pc:docMk/>
            <pc:sldMk cId="[redacted]" sldId="256"/>
            <ac:spMk id="381" creationId="{D1475A72-4EF5-4265-A848-B4CE35354D09}"/>
          </ac:spMkLst>
        </pc:spChg>
        <pc:spChg chg="mod">
          <ac:chgData name="Ivan Damnjanovic" userId="ac64187cd8522d98" providerId="LiveId" clId="{91E3140C-1B53-B14B-BC23-ECF64BB0199F}" dt="2020-11-10T08:53:56.200" v="191"/>
          <ac:spMkLst>
            <pc:docMk/>
            <pc:sldMk cId="[redacted]" sldId="256"/>
            <ac:spMk id="382" creationId="{4473C88C-90F1-472C-97A0-584345D72B58}"/>
          </ac:spMkLst>
        </pc:spChg>
        <pc:spChg chg="mod">
          <ac:chgData name="Ivan Damnjanovic" userId="ac64187cd8522d98" providerId="LiveId" clId="{91E3140C-1B53-B14B-BC23-ECF64BB0199F}" dt="2020-11-10T08:53:56.200" v="191"/>
          <ac:spMkLst>
            <pc:docMk/>
            <pc:sldMk cId="[redacted]" sldId="256"/>
            <ac:spMk id="383" creationId="{6091FAB6-9F3F-4928-BD4A-57A4DB7FD544}"/>
          </ac:spMkLst>
        </pc:spChg>
        <pc:spChg chg="mod">
          <ac:chgData name="Ivan Damnjanovic" userId="ac64187cd8522d98" providerId="LiveId" clId="{91E3140C-1B53-B14B-BC23-ECF64BB0199F}" dt="2020-11-10T08:53:56.200" v="191"/>
          <ac:spMkLst>
            <pc:docMk/>
            <pc:sldMk cId="[redacted]" sldId="256"/>
            <ac:spMk id="384" creationId="{F178557F-E42E-4AD9-91D2-06FE205260CC}"/>
          </ac:spMkLst>
        </pc:spChg>
        <pc:spChg chg="mod">
          <ac:chgData name="Ivan Damnjanovic" userId="ac64187cd8522d98" providerId="LiveId" clId="{91E3140C-1B53-B14B-BC23-ECF64BB0199F}" dt="2020-11-10T08:53:56.200" v="191"/>
          <ac:spMkLst>
            <pc:docMk/>
            <pc:sldMk cId="[redacted]" sldId="256"/>
            <ac:spMk id="385" creationId="{3A8FA096-1E93-4945-A628-FED1FD8D9EE4}"/>
          </ac:spMkLst>
        </pc:spChg>
        <pc:spChg chg="mod">
          <ac:chgData name="Ivan Damnjanovic" userId="ac64187cd8522d98" providerId="LiveId" clId="{91E3140C-1B53-B14B-BC23-ECF64BB0199F}" dt="2020-11-10T08:53:56.200" v="191"/>
          <ac:spMkLst>
            <pc:docMk/>
            <pc:sldMk cId="[redacted]" sldId="256"/>
            <ac:spMk id="386" creationId="{6F9AEBA0-65A9-4496-99ED-BF82A41D437B}"/>
          </ac:spMkLst>
        </pc:spChg>
        <pc:spChg chg="mod">
          <ac:chgData name="Ivan Damnjanovic" userId="ac64187cd8522d98" providerId="LiveId" clId="{91E3140C-1B53-B14B-BC23-ECF64BB0199F}" dt="2020-11-10T08:53:56.200" v="191"/>
          <ac:spMkLst>
            <pc:docMk/>
            <pc:sldMk cId="[redacted]" sldId="256"/>
            <ac:spMk id="428" creationId="{FE06C695-3AF8-4511-A827-397633C49A0A}"/>
          </ac:spMkLst>
        </pc:spChg>
        <pc:spChg chg="mod">
          <ac:chgData name="Ivan Damnjanovic" userId="ac64187cd8522d98" providerId="LiveId" clId="{91E3140C-1B53-B14B-BC23-ECF64BB0199F}" dt="2020-11-10T08:53:56.200" v="191"/>
          <ac:spMkLst>
            <pc:docMk/>
            <pc:sldMk cId="[redacted]" sldId="256"/>
            <ac:spMk id="429" creationId="{77FAC9AF-0C05-4A43-B2CE-CE6C6379F552}"/>
          </ac:spMkLst>
        </pc:spChg>
        <pc:spChg chg="mod">
          <ac:chgData name="Ivan Damnjanovic" userId="ac64187cd8522d98" providerId="LiveId" clId="{91E3140C-1B53-B14B-BC23-ECF64BB0199F}" dt="2020-11-10T08:53:56.200" v="191"/>
          <ac:spMkLst>
            <pc:docMk/>
            <pc:sldMk cId="[redacted]" sldId="256"/>
            <ac:spMk id="430" creationId="{C53AB519-76C2-429D-830D-294354209599}"/>
          </ac:spMkLst>
        </pc:spChg>
        <pc:spChg chg="mod">
          <ac:chgData name="Ivan Damnjanovic" userId="ac64187cd8522d98" providerId="LiveId" clId="{91E3140C-1B53-B14B-BC23-ECF64BB0199F}" dt="2020-11-10T08:53:56.200" v="191"/>
          <ac:spMkLst>
            <pc:docMk/>
            <pc:sldMk cId="[redacted]" sldId="256"/>
            <ac:spMk id="431" creationId="{31D2B566-79E0-4346-BFDD-750BA6C54FD2}"/>
          </ac:spMkLst>
        </pc:spChg>
        <pc:spChg chg="mod">
          <ac:chgData name="Ivan Damnjanovic" userId="ac64187cd8522d98" providerId="LiveId" clId="{91E3140C-1B53-B14B-BC23-ECF64BB0199F}" dt="2020-11-10T08:53:56.200" v="191"/>
          <ac:spMkLst>
            <pc:docMk/>
            <pc:sldMk cId="[redacted]" sldId="256"/>
            <ac:spMk id="432" creationId="{E81A3D89-CE5B-4500-82E4-01F147646262}"/>
          </ac:spMkLst>
        </pc:spChg>
        <pc:spChg chg="mod">
          <ac:chgData name="Ivan Damnjanovic" userId="ac64187cd8522d98" providerId="LiveId" clId="{91E3140C-1B53-B14B-BC23-ECF64BB0199F}" dt="2020-11-10T08:53:56.200" v="191"/>
          <ac:spMkLst>
            <pc:docMk/>
            <pc:sldMk cId="[redacted]" sldId="256"/>
            <ac:spMk id="433" creationId="{3E915323-C1F6-4011-A307-4531A07FE0FD}"/>
          </ac:spMkLst>
        </pc:spChg>
        <pc:spChg chg="mod">
          <ac:chgData name="Ivan Damnjanovic" userId="ac64187cd8522d98" providerId="LiveId" clId="{91E3140C-1B53-B14B-BC23-ECF64BB0199F}" dt="2020-11-10T08:53:56.200" v="191"/>
          <ac:spMkLst>
            <pc:docMk/>
            <pc:sldMk cId="[redacted]" sldId="256"/>
            <ac:spMk id="434" creationId="{97D27A2A-4717-482A-A951-1273C2FA2B5A}"/>
          </ac:spMkLst>
        </pc:spChg>
        <pc:spChg chg="mod">
          <ac:chgData name="Ivan Damnjanovic" userId="ac64187cd8522d98" providerId="LiveId" clId="{91E3140C-1B53-B14B-BC23-ECF64BB0199F}" dt="2020-11-10T08:53:56.200" v="191"/>
          <ac:spMkLst>
            <pc:docMk/>
            <pc:sldMk cId="[redacted]" sldId="256"/>
            <ac:spMk id="435" creationId="{4B230D0B-C07A-4EE2-A0C5-6664EEE0B669}"/>
          </ac:spMkLst>
        </pc:spChg>
        <pc:spChg chg="mod">
          <ac:chgData name="Ivan Damnjanovic" userId="ac64187cd8522d98" providerId="LiveId" clId="{91E3140C-1B53-B14B-BC23-ECF64BB0199F}" dt="2020-11-10T08:53:56.200" v="191"/>
          <ac:spMkLst>
            <pc:docMk/>
            <pc:sldMk cId="[redacted]" sldId="256"/>
            <ac:spMk id="436" creationId="{BB4755D7-C78E-4DA7-84E6-67C1CD7FDFC7}"/>
          </ac:spMkLst>
        </pc:spChg>
        <pc:spChg chg="mod">
          <ac:chgData name="Ivan Damnjanovic" userId="ac64187cd8522d98" providerId="LiveId" clId="{91E3140C-1B53-B14B-BC23-ECF64BB0199F}" dt="2020-11-10T08:53:56.200" v="191"/>
          <ac:spMkLst>
            <pc:docMk/>
            <pc:sldMk cId="[redacted]" sldId="256"/>
            <ac:spMk id="437" creationId="{74F6F84D-936A-4760-ACC4-055B64FF23DE}"/>
          </ac:spMkLst>
        </pc:spChg>
        <pc:spChg chg="mod">
          <ac:chgData name="Ivan Damnjanovic" userId="ac64187cd8522d98" providerId="LiveId" clId="{91E3140C-1B53-B14B-BC23-ECF64BB0199F}" dt="2020-11-10T08:53:56.200" v="191"/>
          <ac:spMkLst>
            <pc:docMk/>
            <pc:sldMk cId="[redacted]" sldId="256"/>
            <ac:spMk id="438" creationId="{89D65E30-885A-457F-9CA3-43FB9528B5BF}"/>
          </ac:spMkLst>
        </pc:spChg>
        <pc:spChg chg="mod">
          <ac:chgData name="Ivan Damnjanovic" userId="ac64187cd8522d98" providerId="LiveId" clId="{91E3140C-1B53-B14B-BC23-ECF64BB0199F}" dt="2020-11-10T08:53:56.200" v="191"/>
          <ac:spMkLst>
            <pc:docMk/>
            <pc:sldMk cId="[redacted]" sldId="256"/>
            <ac:spMk id="439" creationId="{07019A0F-FC42-4D5B-BF57-264B4A9045AC}"/>
          </ac:spMkLst>
        </pc:spChg>
        <pc:spChg chg="mod">
          <ac:chgData name="Ivan Damnjanovic" userId="ac64187cd8522d98" providerId="LiveId" clId="{91E3140C-1B53-B14B-BC23-ECF64BB0199F}" dt="2020-11-10T08:53:56.200" v="191"/>
          <ac:spMkLst>
            <pc:docMk/>
            <pc:sldMk cId="[redacted]" sldId="256"/>
            <ac:spMk id="440" creationId="{EB478AE6-5B32-4669-A7D5-CE7811A77EAE}"/>
          </ac:spMkLst>
        </pc:spChg>
        <pc:spChg chg="mod">
          <ac:chgData name="Ivan Damnjanovic" userId="ac64187cd8522d98" providerId="LiveId" clId="{91E3140C-1B53-B14B-BC23-ECF64BB0199F}" dt="2020-11-10T08:53:56.200" v="191"/>
          <ac:spMkLst>
            <pc:docMk/>
            <pc:sldMk cId="[redacted]" sldId="256"/>
            <ac:spMk id="441" creationId="{10856FB5-71B5-4FCF-9FA6-B2C51CDEABBB}"/>
          </ac:spMkLst>
        </pc:spChg>
        <pc:spChg chg="mod">
          <ac:chgData name="Ivan Damnjanovic" userId="ac64187cd8522d98" providerId="LiveId" clId="{91E3140C-1B53-B14B-BC23-ECF64BB0199F}" dt="2020-11-10T08:53:56.200" v="191"/>
          <ac:spMkLst>
            <pc:docMk/>
            <pc:sldMk cId="[redacted]" sldId="256"/>
            <ac:spMk id="442" creationId="{B36AD7C1-8F87-4CF7-A0E5-1C1D90DE7FF8}"/>
          </ac:spMkLst>
        </pc:spChg>
        <pc:spChg chg="mod">
          <ac:chgData name="Ivan Damnjanovic" userId="ac64187cd8522d98" providerId="LiveId" clId="{91E3140C-1B53-B14B-BC23-ECF64BB0199F}" dt="2020-11-10T08:53:56.200" v="191"/>
          <ac:spMkLst>
            <pc:docMk/>
            <pc:sldMk cId="[redacted]" sldId="256"/>
            <ac:spMk id="443" creationId="{F28DA495-1CCA-4D4A-81EA-28774C725DFA}"/>
          </ac:spMkLst>
        </pc:spChg>
        <pc:spChg chg="mod">
          <ac:chgData name="Ivan Damnjanovic" userId="ac64187cd8522d98" providerId="LiveId" clId="{91E3140C-1B53-B14B-BC23-ECF64BB0199F}" dt="2020-11-10T08:53:56.200" v="191"/>
          <ac:spMkLst>
            <pc:docMk/>
            <pc:sldMk cId="[redacted]" sldId="256"/>
            <ac:spMk id="444" creationId="{071E87B6-45C9-4A0A-93E0-9D006FBA4916}"/>
          </ac:spMkLst>
        </pc:spChg>
        <pc:spChg chg="mod">
          <ac:chgData name="Ivan Damnjanovic" userId="ac64187cd8522d98" providerId="LiveId" clId="{91E3140C-1B53-B14B-BC23-ECF64BB0199F}" dt="2020-11-10T08:53:56.200" v="191"/>
          <ac:spMkLst>
            <pc:docMk/>
            <pc:sldMk cId="[redacted]" sldId="256"/>
            <ac:spMk id="445" creationId="{8822C763-DDF6-458C-9E9C-FC[redacted]}"/>
          </ac:spMkLst>
        </pc:spChg>
        <pc:spChg chg="mod">
          <ac:chgData name="Ivan Damnjanovic" userId="ac64187cd8522d98" providerId="LiveId" clId="{91E3140C-1B53-B14B-BC23-ECF64BB0199F}" dt="2020-11-10T08:53:56.200" v="191"/>
          <ac:spMkLst>
            <pc:docMk/>
            <pc:sldMk cId="[redacted]" sldId="256"/>
            <ac:spMk id="446" creationId="{F1846E64-0F4A-4981-A955-7CE13D26F3E8}"/>
          </ac:spMkLst>
        </pc:spChg>
        <pc:spChg chg="mod">
          <ac:chgData name="Ivan Damnjanovic" userId="ac64187cd8522d98" providerId="LiveId" clId="{91E3140C-1B53-B14B-BC23-ECF64BB0199F}" dt="2020-11-10T08:53:56.200" v="191"/>
          <ac:spMkLst>
            <pc:docMk/>
            <pc:sldMk cId="[redacted]" sldId="256"/>
            <ac:spMk id="447" creationId="{D4F8241A-CA55-4F4E-AED1-1EEEE96AEB56}"/>
          </ac:spMkLst>
        </pc:spChg>
        <pc:spChg chg="mod">
          <ac:chgData name="Ivan Damnjanovic" userId="ac64187cd8522d98" providerId="LiveId" clId="{91E3140C-1B53-B14B-BC23-ECF64BB0199F}" dt="2020-11-10T08:53:56.200" v="191"/>
          <ac:spMkLst>
            <pc:docMk/>
            <pc:sldMk cId="[redacted]" sldId="256"/>
            <ac:spMk id="448" creationId="{2BB546F8-8D6F-4E5C-A8E4-C4C5D2AF980C}"/>
          </ac:spMkLst>
        </pc:spChg>
        <pc:spChg chg="mod">
          <ac:chgData name="Ivan Damnjanovic" userId="ac64187cd8522d98" providerId="LiveId" clId="{91E3140C-1B53-B14B-BC23-ECF64BB0199F}" dt="2020-11-10T08:53:56.200" v="191"/>
          <ac:spMkLst>
            <pc:docMk/>
            <pc:sldMk cId="[redacted]" sldId="256"/>
            <ac:spMk id="449" creationId="{4C4597FF-CB53-40D4-A186-8F3E4CE2CF1D}"/>
          </ac:spMkLst>
        </pc:spChg>
        <pc:spChg chg="mod">
          <ac:chgData name="Ivan Damnjanovic" userId="ac64187cd8522d98" providerId="LiveId" clId="{91E3140C-1B53-B14B-BC23-ECF64BB0199F}" dt="2020-11-10T08:53:56.200" v="191"/>
          <ac:spMkLst>
            <pc:docMk/>
            <pc:sldMk cId="[redacted]" sldId="256"/>
            <ac:spMk id="450" creationId="{51F13E0C-46F2-4215-8356-56C438E9A323}"/>
          </ac:spMkLst>
        </pc:spChg>
        <pc:spChg chg="mod">
          <ac:chgData name="Ivan Damnjanovic" userId="ac64187cd8522d98" providerId="LiveId" clId="{91E3140C-1B53-B14B-BC23-ECF64BB0199F}" dt="2020-11-10T08:53:56.200" v="191"/>
          <ac:spMkLst>
            <pc:docMk/>
            <pc:sldMk cId="[redacted]" sldId="256"/>
            <ac:spMk id="451" creationId="{5625A08C-E1C8-4FA6-9B2B-4F37C1B2E972}"/>
          </ac:spMkLst>
        </pc:spChg>
        <pc:spChg chg="mod">
          <ac:chgData name="Ivan Damnjanovic" userId="ac64187cd8522d98" providerId="LiveId" clId="{91E3140C-1B53-B14B-BC23-ECF64BB0199F}" dt="2020-11-10T08:53:56.200" v="191"/>
          <ac:spMkLst>
            <pc:docMk/>
            <pc:sldMk cId="[redacted]" sldId="256"/>
            <ac:spMk id="452" creationId="{3F781752-D22C-410C-8057-17EE3F28044D}"/>
          </ac:spMkLst>
        </pc:spChg>
        <pc:spChg chg="mod">
          <ac:chgData name="Ivan Damnjanovic" userId="ac64187cd8522d98" providerId="LiveId" clId="{91E3140C-1B53-B14B-BC23-ECF64BB0199F}" dt="2020-11-10T08:53:56.200" v="191"/>
          <ac:spMkLst>
            <pc:docMk/>
            <pc:sldMk cId="[redacted]" sldId="256"/>
            <ac:spMk id="453" creationId="{439B8E36-13E0-49BF-9E8F-99BA6F0D79C4}"/>
          </ac:spMkLst>
        </pc:spChg>
        <pc:spChg chg="mod">
          <ac:chgData name="Ivan Damnjanovic" userId="ac64187cd8522d98" providerId="LiveId" clId="{91E3140C-1B53-B14B-BC23-ECF64BB0199F}" dt="2020-11-10T08:53:56.200" v="191"/>
          <ac:spMkLst>
            <pc:docMk/>
            <pc:sldMk cId="[redacted]" sldId="256"/>
            <ac:spMk id="454" creationId="{3D86812D-B40E-4A3A-B13D-890B13453A21}"/>
          </ac:spMkLst>
        </pc:spChg>
        <pc:spChg chg="mod">
          <ac:chgData name="Ivan Damnjanovic" userId="ac64187cd8522d98" providerId="LiveId" clId="{91E3140C-1B53-B14B-BC23-ECF64BB0199F}" dt="2020-11-10T08:53:56.200" v="191"/>
          <ac:spMkLst>
            <pc:docMk/>
            <pc:sldMk cId="[redacted]" sldId="256"/>
            <ac:spMk id="455" creationId="{95811A06-C330-4DCB-A18B-DB4267A998EC}"/>
          </ac:spMkLst>
        </pc:spChg>
        <pc:spChg chg="mod">
          <ac:chgData name="Ivan Damnjanovic" userId="ac64187cd8522d98" providerId="LiveId" clId="{91E3140C-1B53-B14B-BC23-ECF64BB0199F}" dt="2020-11-10T08:53:56.200" v="191"/>
          <ac:spMkLst>
            <pc:docMk/>
            <pc:sldMk cId="[redacted]" sldId="256"/>
            <ac:spMk id="456" creationId="{A85EE8B6-01A6-46CB-A497-5C65A718FEA2}"/>
          </ac:spMkLst>
        </pc:spChg>
        <pc:spChg chg="mod">
          <ac:chgData name="Ivan Damnjanovic" userId="ac64187cd8522d98" providerId="LiveId" clId="{91E3140C-1B53-B14B-BC23-ECF64BB0199F}" dt="2020-11-10T08:53:56.200" v="191"/>
          <ac:spMkLst>
            <pc:docMk/>
            <pc:sldMk cId="[redacted]" sldId="256"/>
            <ac:spMk id="457" creationId="{40C86AD7-7590-49E1-BAB4-6E3A20572C26}"/>
          </ac:spMkLst>
        </pc:spChg>
        <pc:spChg chg="mod">
          <ac:chgData name="Ivan Damnjanovic" userId="ac64187cd8522d98" providerId="LiveId" clId="{91E3140C-1B53-B14B-BC23-ECF64BB0199F}" dt="2020-11-10T08:53:56.200" v="191"/>
          <ac:spMkLst>
            <pc:docMk/>
            <pc:sldMk cId="[redacted]" sldId="256"/>
            <ac:spMk id="458" creationId="{05D61590-8F32-4425-A2F0-CBBCEF0A126B}"/>
          </ac:spMkLst>
        </pc:spChg>
        <pc:spChg chg="mod">
          <ac:chgData name="Ivan Damnjanovic" userId="ac64187cd8522d98" providerId="LiveId" clId="{91E3140C-1B53-B14B-BC23-ECF64BB0199F}" dt="2020-11-10T08:53:56.200" v="191"/>
          <ac:spMkLst>
            <pc:docMk/>
            <pc:sldMk cId="[redacted]" sldId="256"/>
            <ac:spMk id="459" creationId="{2B8522D7-AAE5-4079-8552-E082C7398E62}"/>
          </ac:spMkLst>
        </pc:spChg>
        <pc:spChg chg="mod">
          <ac:chgData name="Ivan Damnjanovic" userId="ac64187cd8522d98" providerId="LiveId" clId="{91E3140C-1B53-B14B-BC23-ECF64BB0199F}" dt="2020-11-10T08:53:56.200" v="191"/>
          <ac:spMkLst>
            <pc:docMk/>
            <pc:sldMk cId="[redacted]" sldId="256"/>
            <ac:spMk id="460" creationId="{75855995-316B-4940-AD56-9DE3569549C5}"/>
          </ac:spMkLst>
        </pc:spChg>
        <pc:grpChg chg="mod">
          <ac:chgData name="Ivan Damnjanovic" userId="ac64187cd8522d98" providerId="LiveId" clId="{91E3140C-1B53-B14B-BC23-ECF64BB0199F}" dt="2020-11-10T08:53:56.200" v="191"/>
          <ac:grpSpMkLst>
            <pc:docMk/>
            <pc:sldMk cId="[redacted]" sldId="256"/>
            <ac:grpSpMk id="4" creationId="{DCC86869-144C-4362-8835-D83D20FAD15C}"/>
          </ac:grpSpMkLst>
        </pc:grpChg>
        <pc:grpChg chg="mod">
          <ac:chgData name="Ivan Damnjanovic" userId="ac64187cd8522d98" providerId="LiveId" clId="{91E3140C-1B53-B14B-BC23-ECF64BB0199F}" dt="2020-11-10T08:53:56.200" v="191"/>
          <ac:grpSpMkLst>
            <pc:docMk/>
            <pc:sldMk cId="[redacted]" sldId="256"/>
            <ac:grpSpMk id="23" creationId="{31595E0A-9E8E-427D-A1A2-40E46D78CDD9}"/>
          </ac:grpSpMkLst>
        </pc:grpChg>
        <pc:grpChg chg="mod">
          <ac:chgData name="Ivan Damnjanovic" userId="ac64187cd8522d98" providerId="LiveId" clId="{91E3140C-1B53-B14B-BC23-ECF64BB0199F}" dt="2020-11-10T08:53:56.200" v="191"/>
          <ac:grpSpMkLst>
            <pc:docMk/>
            <pc:sldMk cId="[redacted]" sldId="256"/>
            <ac:grpSpMk id="261" creationId="{7D1081D1-3993-492A-A293-1F93C7739B71}"/>
          </ac:grpSpMkLst>
        </pc:grpChg>
        <pc:grpChg chg="mod">
          <ac:chgData name="Ivan Damnjanovic" userId="ac64187cd8522d98" providerId="LiveId" clId="{91E3140C-1B53-B14B-BC23-ECF64BB0199F}" dt="2020-11-10T08:53:56.200" v="191"/>
          <ac:grpSpMkLst>
            <pc:docMk/>
            <pc:sldMk cId="[redacted]" sldId="256"/>
            <ac:grpSpMk id="427" creationId="{4243A657-DAF3-4492-97EF-85FC6C802AB0}"/>
          </ac:grpSpMkLst>
        </pc:grpChg>
        <pc:picChg chg="mod">
          <ac:chgData name="Ivan Damnjanovic" userId="ac64187cd8522d98" providerId="LiveId" clId="{91E3140C-1B53-B14B-BC23-ECF64BB0199F}" dt="2020-11-10T08:53:56.200" v="191"/>
          <ac:picMkLst>
            <pc:docMk/>
            <pc:sldMk cId="[redacted]" sldId="256"/>
            <ac:picMk id="17" creationId="{E2F6A26E-E6F5-5D4C-BC24-7FA44DBF6685}"/>
          </ac:picMkLst>
        </pc:picChg>
        <pc:cxnChg chg="mod">
          <ac:chgData name="Ivan Damnjanovic" userId="ac64187cd8522d98" providerId="LiveId" clId="{91E3140C-1B53-B14B-BC23-ECF64BB0199F}" dt="2020-11-10T08:53:56.200" v="191"/>
          <ac:cxnSpMkLst>
            <pc:docMk/>
            <pc:sldMk cId="[redacted]" sldId="256"/>
            <ac:cxnSpMk id="3" creationId="{A64E411C-C5F7-40EB-9FB3-2F337BAC6738}"/>
          </ac:cxnSpMkLst>
        </pc:cxnChg>
        <pc:cxnChg chg="mod">
          <ac:chgData name="Ivan Damnjanovic" userId="ac64187cd8522d98" providerId="LiveId" clId="{91E3140C-1B53-B14B-BC23-ECF64BB0199F}" dt="2020-11-10T08:53:56.200" v="191"/>
          <ac:cxnSpMkLst>
            <pc:docMk/>
            <pc:sldMk cId="[redacted]" sldId="256"/>
            <ac:cxnSpMk id="358" creationId="{FCEBB729-71CD-47ED-986C-1E732F9AAAB1}"/>
          </ac:cxnSpMkLst>
        </pc:cxnChg>
        <pc:cxnChg chg="mod">
          <ac:chgData name="Ivan Damnjanovic" userId="ac64187cd8522d98" providerId="LiveId" clId="{91E3140C-1B53-B14B-BC23-ECF64BB0199F}" dt="2020-11-10T08:53:56.200" v="191"/>
          <ac:cxnSpMkLst>
            <pc:docMk/>
            <pc:sldMk cId="[redacted]" sldId="256"/>
            <ac:cxnSpMk id="387" creationId="{F0C32599-B900-4F66-8138-3DB3C3BA4FA0}"/>
          </ac:cxnSpMkLst>
        </pc:cxnChg>
        <pc:cxnChg chg="mod">
          <ac:chgData name="Ivan Damnjanovic" userId="ac64187cd8522d98" providerId="LiveId" clId="{91E3140C-1B53-B14B-BC23-ECF64BB0199F}" dt="2020-11-10T08:53:56.200" v="191"/>
          <ac:cxnSpMkLst>
            <pc:docMk/>
            <pc:sldMk cId="[redacted]" sldId="256"/>
            <ac:cxnSpMk id="461" creationId="{7DF5540B-9671-4FF2-A550-DF6A34B616AF}"/>
          </ac:cxnSpMkLst>
        </pc:cxnChg>
      </pc:sldChg>
      <pc:sldChg chg="modSp modNotes modNotesTx">
        <pc:chgData name="Ivan Damnjanovic" userId="ac64187cd8522d98" providerId="LiveId" clId="{91E3140C-1B53-B14B-BC23-ECF64BB0199F}" dt="2020-11-10T09:40:04.273" v="1169" actId="20577"/>
        <pc:sldMkLst>
          <pc:docMk/>
          <pc:sldMk cId="[redacted]" sldId="257"/>
        </pc:sldMkLst>
        <pc:spChg chg="mod">
          <ac:chgData name="Ivan Damnjanovic" userId="ac64187cd8522d98" providerId="LiveId" clId="{91E3140C-1B53-B14B-BC23-ECF64BB0199F}" dt="2020-11-10T08:53:56.200" v="191"/>
          <ac:spMkLst>
            <pc:docMk/>
            <pc:sldMk cId="[redacted]" sldId="257"/>
            <ac:spMk id="2" creationId="{5348ABC3-8E8C-4FDD-AA32-797A4908BA56}"/>
          </ac:spMkLst>
        </pc:spChg>
        <pc:spChg chg="mod">
          <ac:chgData name="Ivan Damnjanovic" userId="ac64187cd8522d98" providerId="LiveId" clId="{91E3140C-1B53-B14B-BC23-ECF64BB0199F}" dt="2020-11-10T08:53:56.200" v="191"/>
          <ac:spMkLst>
            <pc:docMk/>
            <pc:sldMk cId="[redacted]" sldId="257"/>
            <ac:spMk id="5" creationId="{4FF3C7AF-9892-2C48-9353-A65E0CD34D60}"/>
          </ac:spMkLst>
        </pc:spChg>
        <pc:spChg chg="mod">
          <ac:chgData name="Ivan Damnjanovic" userId="ac64187cd8522d98" providerId="LiveId" clId="{91E3140C-1B53-B14B-BC23-ECF64BB0199F}" dt="2020-11-10T08:53:56.200" v="191"/>
          <ac:spMkLst>
            <pc:docMk/>
            <pc:sldMk cId="[redacted]" sldId="257"/>
            <ac:spMk id="6" creationId="{48B38AC8-6A13-48D8-A3E9-1B663F3239DA}"/>
          </ac:spMkLst>
        </pc:spChg>
        <pc:picChg chg="mod">
          <ac:chgData name="Ivan Damnjanovic" userId="ac64187cd8522d98" providerId="LiveId" clId="{91E3140C-1B53-B14B-BC23-ECF64BB0199F}" dt="2020-11-10T08:53:56.200" v="191"/>
          <ac:picMkLst>
            <pc:docMk/>
            <pc:sldMk cId="[redacted]" sldId="257"/>
            <ac:picMk id="3" creationId="{BB9886C1-B585-C542-BEA5-4433035C5BCF}"/>
          </ac:picMkLst>
        </pc:picChg>
        <pc:picChg chg="mod">
          <ac:chgData name="Ivan Damnjanovic" userId="ac64187cd8522d98" providerId="LiveId" clId="{91E3140C-1B53-B14B-BC23-ECF64BB0199F}" dt="2020-11-10T08:53:56.200" v="191"/>
          <ac:picMkLst>
            <pc:docMk/>
            <pc:sldMk cId="[redacted]" sldId="257"/>
            <ac:picMk id="1027" creationId="{695A43E0-6D70-DC4D-B04B-E0C23115E0B3}"/>
          </ac:picMkLst>
        </pc:picChg>
        <pc:picChg chg="mod">
          <ac:chgData name="Ivan Damnjanovic" userId="ac64187cd8522d98" providerId="LiveId" clId="{91E3140C-1B53-B14B-BC23-ECF64BB0199F}" dt="2020-11-10T08:53:56.200" v="191"/>
          <ac:picMkLst>
            <pc:docMk/>
            <pc:sldMk cId="[redacted]" sldId="257"/>
            <ac:picMk id="1029" creationId="{F05CB951-D72E-2E4B-ADBA-DCE50F027083}"/>
          </ac:picMkLst>
        </pc:picChg>
      </pc:sldChg>
      <pc:sldChg chg="addSp delSp modSp mod modNotes">
        <pc:chgData name="Ivan Damnjanovic" userId="ac64187cd8522d98" providerId="LiveId" clId="{91E3140C-1B53-B14B-BC23-ECF64BB0199F}" dt="2020-11-10T10:53:19.551" v="4670" actId="478"/>
        <pc:sldMkLst>
          <pc:docMk/>
          <pc:sldMk cId="1476430173" sldId="260"/>
        </pc:sldMkLst>
        <pc:spChg chg="add mod">
          <ac:chgData name="Ivan Damnjanovic" userId="ac64187cd8522d98" providerId="LiveId" clId="{91E3140C-1B53-B14B-BC23-ECF64BB0199F}" dt="2020-11-10T10:01:49.989" v="1986" actId="1076"/>
          <ac:spMkLst>
            <pc:docMk/>
            <pc:sldMk cId="1476430173" sldId="260"/>
            <ac:spMk id="2" creationId="{3FB4609F-9DB0-7846-9537-304B63E4281E}"/>
          </ac:spMkLst>
        </pc:spChg>
        <pc:spChg chg="del mod">
          <ac:chgData name="Ivan Damnjanovic" userId="ac64187cd8522d98" providerId="LiveId" clId="{91E3140C-1B53-B14B-BC23-ECF64BB0199F}" dt="2020-11-10T10:48:22.528" v="4585" actId="478"/>
          <ac:spMkLst>
            <pc:docMk/>
            <pc:sldMk cId="1476430173" sldId="260"/>
            <ac:spMk id="32" creationId="{B83E5E92-2D15-234C-828E-A7138B4E91E4}"/>
          </ac:spMkLst>
        </pc:spChg>
        <pc:spChg chg="add del mod">
          <ac:chgData name="Ivan Damnjanovic" userId="ac64187cd8522d98" providerId="LiveId" clId="{91E3140C-1B53-B14B-BC23-ECF64BB0199F}" dt="2020-11-10T10:53:19.551" v="4670" actId="478"/>
          <ac:spMkLst>
            <pc:docMk/>
            <pc:sldMk cId="1476430173" sldId="260"/>
            <ac:spMk id="35" creationId="{5C0588A3-BEBD-7B44-9937-C2A043190085}"/>
          </ac:spMkLst>
        </pc:spChg>
        <pc:spChg chg="add del mod">
          <ac:chgData name="Ivan Damnjanovic" userId="ac64187cd8522d98" providerId="LiveId" clId="{91E3140C-1B53-B14B-BC23-ECF64BB0199F}" dt="2020-11-10T10:00:33.574" v="1930"/>
          <ac:spMkLst>
            <pc:docMk/>
            <pc:sldMk cId="1476430173" sldId="260"/>
            <ac:spMk id="36" creationId="{7EF8A57F-E069-C547-BC73-F1CAF51D6549}"/>
          </ac:spMkLst>
        </pc:spChg>
        <pc:spChg chg="add mod">
          <ac:chgData name="Ivan Damnjanovic" userId="ac64187cd8522d98" providerId="LiveId" clId="{91E3140C-1B53-B14B-BC23-ECF64BB0199F}" dt="2020-11-10T10:01:37.216" v="1985" actId="554"/>
          <ac:spMkLst>
            <pc:docMk/>
            <pc:sldMk cId="1476430173" sldId="260"/>
            <ac:spMk id="37" creationId="{2DBCA708-9B07-1046-BCC5-1C02D22540BD}"/>
          </ac:spMkLst>
        </pc:spChg>
        <pc:spChg chg="mod">
          <ac:chgData name="Ivan Damnjanovic" userId="ac64187cd8522d98" providerId="LiveId" clId="{91E3140C-1B53-B14B-BC23-ECF64BB0199F}" dt="2020-11-10T08:53:56.200" v="191"/>
          <ac:spMkLst>
            <pc:docMk/>
            <pc:sldMk cId="1476430173" sldId="260"/>
            <ac:spMk id="38" creationId="{E21BC74C-6746-EE44-8DD1-B654F88D5537}"/>
          </ac:spMkLst>
        </pc:spChg>
        <pc:spChg chg="mod">
          <ac:chgData name="Ivan Damnjanovic" userId="ac64187cd8522d98" providerId="LiveId" clId="{91E3140C-1B53-B14B-BC23-ECF64BB0199F}" dt="2020-11-10T10:00:56.096" v="1934" actId="170"/>
          <ac:spMkLst>
            <pc:docMk/>
            <pc:sldMk cId="1476430173" sldId="260"/>
            <ac:spMk id="998" creationId="{00000000-0000-0000-0000-000000000000}"/>
          </ac:spMkLst>
        </pc:spChg>
        <pc:spChg chg="mod">
          <ac:chgData name="Ivan Damnjanovic" userId="ac64187cd8522d98" providerId="LiveId" clId="{91E3140C-1B53-B14B-BC23-ECF64BB0199F}" dt="2020-11-10T08:53:56.200" v="191"/>
          <ac:spMkLst>
            <pc:docMk/>
            <pc:sldMk cId="1476430173" sldId="260"/>
            <ac:spMk id="999" creationId="{00000000-0000-0000-0000-000000000000}"/>
          </ac:spMkLst>
        </pc:spChg>
        <pc:spChg chg="mod">
          <ac:chgData name="Ivan Damnjanovic" userId="ac64187cd8522d98" providerId="LiveId" clId="{91E3140C-1B53-B14B-BC23-ECF64BB0199F}" dt="2020-11-10T08:53:56.200" v="191"/>
          <ac:spMkLst>
            <pc:docMk/>
            <pc:sldMk cId="1476430173" sldId="260"/>
            <ac:spMk id="1001" creationId="{00000000-0000-0000-0000-000000000000}"/>
          </ac:spMkLst>
        </pc:spChg>
        <pc:spChg chg="mod">
          <ac:chgData name="Ivan Damnjanovic" userId="ac64187cd8522d98" providerId="LiveId" clId="{91E3140C-1B53-B14B-BC23-ECF64BB0199F}" dt="2020-11-10T08:53:56.200" v="191"/>
          <ac:spMkLst>
            <pc:docMk/>
            <pc:sldMk cId="1476430173" sldId="260"/>
            <ac:spMk id="1002" creationId="{00000000-0000-0000-0000-000000000000}"/>
          </ac:spMkLst>
        </pc:spChg>
        <pc:spChg chg="mod">
          <ac:chgData name="Ivan Damnjanovic" userId="ac64187cd8522d98" providerId="LiveId" clId="{91E3140C-1B53-B14B-BC23-ECF64BB0199F}" dt="2020-11-10T10:01:16.463" v="1939" actId="20577"/>
          <ac:spMkLst>
            <pc:docMk/>
            <pc:sldMk cId="1476430173" sldId="260"/>
            <ac:spMk id="1004" creationId="{00000000-0000-0000-0000-000000000000}"/>
          </ac:spMkLst>
        </pc:spChg>
        <pc:spChg chg="mod">
          <ac:chgData name="Ivan Damnjanovic" userId="ac64187cd8522d98" providerId="LiveId" clId="{91E3140C-1B53-B14B-BC23-ECF64BB0199F}" dt="2020-11-10T10:01:10.029" v="1936" actId="171"/>
          <ac:spMkLst>
            <pc:docMk/>
            <pc:sldMk cId="1476430173" sldId="260"/>
            <ac:spMk id="1005" creationId="{00000000-0000-0000-0000-000000000000}"/>
          </ac:spMkLst>
        </pc:spChg>
        <pc:spChg chg="mod">
          <ac:chgData name="Ivan Damnjanovic" userId="ac64187cd8522d98" providerId="LiveId" clId="{91E3140C-1B53-B14B-BC23-ECF64BB0199F}" dt="2020-11-10T08:53:56.200" v="191"/>
          <ac:spMkLst>
            <pc:docMk/>
            <pc:sldMk cId="1476430173" sldId="260"/>
            <ac:spMk id="1007" creationId="{00000000-0000-0000-0000-000000000000}"/>
          </ac:spMkLst>
        </pc:spChg>
        <pc:spChg chg="mod">
          <ac:chgData name="Ivan Damnjanovic" userId="ac64187cd8522d98" providerId="LiveId" clId="{91E3140C-1B53-B14B-BC23-ECF64BB0199F}" dt="2020-11-10T08:53:56.200" v="191"/>
          <ac:spMkLst>
            <pc:docMk/>
            <pc:sldMk cId="1476430173" sldId="260"/>
            <ac:spMk id="1008" creationId="{00000000-0000-0000-0000-000000000000}"/>
          </ac:spMkLst>
        </pc:spChg>
        <pc:spChg chg="mod">
          <ac:chgData name="Ivan Damnjanovic" userId="ac64187cd8522d98" providerId="LiveId" clId="{91E3140C-1B53-B14B-BC23-ECF64BB0199F}" dt="2020-11-10T08:53:56.200" v="191"/>
          <ac:spMkLst>
            <pc:docMk/>
            <pc:sldMk cId="1476430173" sldId="260"/>
            <ac:spMk id="1009" creationId="{00000000-0000-0000-0000-000000000000}"/>
          </ac:spMkLst>
        </pc:spChg>
        <pc:spChg chg="mod">
          <ac:chgData name="Ivan Damnjanovic" userId="ac64187cd8522d98" providerId="LiveId" clId="{91E3140C-1B53-B14B-BC23-ECF64BB0199F}" dt="2020-11-10T08:53:56.200" v="191"/>
          <ac:spMkLst>
            <pc:docMk/>
            <pc:sldMk cId="1476430173" sldId="260"/>
            <ac:spMk id="1010" creationId="{00000000-0000-0000-0000-000000000000}"/>
          </ac:spMkLst>
        </pc:spChg>
        <pc:spChg chg="mod">
          <ac:chgData name="Ivan Damnjanovic" userId="ac64187cd8522d98" providerId="LiveId" clId="{91E3140C-1B53-B14B-BC23-ECF64BB0199F}" dt="2020-11-10T08:53:56.200" v="191"/>
          <ac:spMkLst>
            <pc:docMk/>
            <pc:sldMk cId="1476430173" sldId="260"/>
            <ac:spMk id="1014" creationId="{00000000-0000-0000-0000-000000000000}"/>
          </ac:spMkLst>
        </pc:spChg>
        <pc:spChg chg="mod">
          <ac:chgData name="Ivan Damnjanovic" userId="ac64187cd8522d98" providerId="LiveId" clId="{91E3140C-1B53-B14B-BC23-ECF64BB0199F}" dt="2020-11-10T08:53:56.200" v="191"/>
          <ac:spMkLst>
            <pc:docMk/>
            <pc:sldMk cId="1476430173" sldId="260"/>
            <ac:spMk id="1015" creationId="{00000000-0000-0000-0000-000000000000}"/>
          </ac:spMkLst>
        </pc:spChg>
        <pc:spChg chg="mod">
          <ac:chgData name="Ivan Damnjanovic" userId="ac64187cd8522d98" providerId="LiveId" clId="{91E3140C-1B53-B14B-BC23-ECF64BB0199F}" dt="2020-11-10T08:53:56.200" v="191"/>
          <ac:spMkLst>
            <pc:docMk/>
            <pc:sldMk cId="1476430173" sldId="260"/>
            <ac:spMk id="1016" creationId="{00000000-0000-0000-0000-000000000000}"/>
          </ac:spMkLst>
        </pc:spChg>
        <pc:spChg chg="mod">
          <ac:chgData name="Ivan Damnjanovic" userId="ac64187cd8522d98" providerId="LiveId" clId="{91E3140C-1B53-B14B-BC23-ECF64BB0199F}" dt="2020-11-10T10:51:01.773" v="4658" actId="20577"/>
          <ac:spMkLst>
            <pc:docMk/>
            <pc:sldMk cId="1476430173" sldId="260"/>
            <ac:spMk id="1020" creationId="{00000000-0000-0000-0000-000000000000}"/>
          </ac:spMkLst>
        </pc:spChg>
        <pc:spChg chg="mod">
          <ac:chgData name="Ivan Damnjanovic" userId="ac64187cd8522d98" providerId="LiveId" clId="{91E3140C-1B53-B14B-BC23-ECF64BB0199F}" dt="2020-11-10T08:53:56.200" v="191"/>
          <ac:spMkLst>
            <pc:docMk/>
            <pc:sldMk cId="1476430173" sldId="260"/>
            <ac:spMk id="1021" creationId="{00000000-0000-0000-0000-000000000000}"/>
          </ac:spMkLst>
        </pc:spChg>
        <pc:spChg chg="mod">
          <ac:chgData name="Ivan Damnjanovic" userId="ac64187cd8522d98" providerId="LiveId" clId="{91E3140C-1B53-B14B-BC23-ECF64BB0199F}" dt="2020-11-10T10:48:18.594" v="4583" actId="1036"/>
          <ac:spMkLst>
            <pc:docMk/>
            <pc:sldMk cId="1476430173" sldId="260"/>
            <ac:spMk id="1025" creationId="{00000000-0000-0000-0000-000000000000}"/>
          </ac:spMkLst>
        </pc:spChg>
        <pc:spChg chg="mod">
          <ac:chgData name="Ivan Damnjanovic" userId="ac64187cd8522d98" providerId="LiveId" clId="{91E3140C-1B53-B14B-BC23-ECF64BB0199F}" dt="2020-11-10T10:49:07.943" v="4643" actId="20577"/>
          <ac:spMkLst>
            <pc:docMk/>
            <pc:sldMk cId="1476430173" sldId="260"/>
            <ac:spMk id="1026" creationId="{00000000-0000-0000-0000-000000000000}"/>
          </ac:spMkLst>
        </pc:spChg>
        <pc:spChg chg="mod">
          <ac:chgData name="Ivan Damnjanovic" userId="ac64187cd8522d98" providerId="LiveId" clId="{91E3140C-1B53-B14B-BC23-ECF64BB0199F}" dt="2020-11-10T10:48:18.594" v="4583" actId="1036"/>
          <ac:spMkLst>
            <pc:docMk/>
            <pc:sldMk cId="1476430173" sldId="260"/>
            <ac:spMk id="1027" creationId="{00000000-0000-0000-0000-000000000000}"/>
          </ac:spMkLst>
        </pc:spChg>
        <pc:spChg chg="mod">
          <ac:chgData name="Ivan Damnjanovic" userId="ac64187cd8522d98" providerId="LiveId" clId="{91E3140C-1B53-B14B-BC23-ECF64BB0199F}" dt="2020-11-10T10:52:03.273" v="4668" actId="20577"/>
          <ac:spMkLst>
            <pc:docMk/>
            <pc:sldMk cId="1476430173" sldId="260"/>
            <ac:spMk id="1028" creationId="{00000000-0000-0000-0000-000000000000}"/>
          </ac:spMkLst>
        </pc:spChg>
        <pc:grpChg chg="mod">
          <ac:chgData name="Ivan Damnjanovic" userId="ac64187cd8522d98" providerId="LiveId" clId="{91E3140C-1B53-B14B-BC23-ECF64BB0199F}" dt="2020-11-10T10:00:18.682" v="1926" actId="1076"/>
          <ac:grpSpMkLst>
            <pc:docMk/>
            <pc:sldMk cId="1476430173" sldId="260"/>
            <ac:grpSpMk id="1000" creationId="{00000000-0000-0000-0000-000000000000}"/>
          </ac:grpSpMkLst>
        </pc:grpChg>
        <pc:grpChg chg="mod">
          <ac:chgData name="Ivan Damnjanovic" userId="ac64187cd8522d98" providerId="LiveId" clId="{91E3140C-1B53-B14B-BC23-ECF64BB0199F}" dt="2020-11-10T10:01:03.825" v="1935" actId="171"/>
          <ac:grpSpMkLst>
            <pc:docMk/>
            <pc:sldMk cId="1476430173" sldId="260"/>
            <ac:grpSpMk id="1003" creationId="{00000000-0000-0000-0000-000000000000}"/>
          </ac:grpSpMkLst>
        </pc:grpChg>
        <pc:grpChg chg="mod">
          <ac:chgData name="Ivan Damnjanovic" userId="ac64187cd8522d98" providerId="LiveId" clId="{91E3140C-1B53-B14B-BC23-ECF64BB0199F}" dt="2020-11-10T08:53:56.200" v="191"/>
          <ac:grpSpMkLst>
            <pc:docMk/>
            <pc:sldMk cId="1476430173" sldId="260"/>
            <ac:grpSpMk id="1006" creationId="{00000000-0000-0000-0000-000000000000}"/>
          </ac:grpSpMkLst>
        </pc:grpChg>
        <pc:grpChg chg="mod">
          <ac:chgData name="Ivan Damnjanovic" userId="ac64187cd8522d98" providerId="LiveId" clId="{91E3140C-1B53-B14B-BC23-ECF64BB0199F}" dt="2020-11-10T08:53:56.200" v="191"/>
          <ac:grpSpMkLst>
            <pc:docMk/>
            <pc:sldMk cId="1476430173" sldId="260"/>
            <ac:grpSpMk id="1013" creationId="{00000000-0000-0000-0000-000000000000}"/>
          </ac:grpSpMkLst>
        </pc:grpChg>
        <pc:picChg chg="mod">
          <ac:chgData name="Ivan Damnjanovic" userId="ac64187cd8522d98" providerId="LiveId" clId="{91E3140C-1B53-B14B-BC23-ECF64BB0199F}" dt="2020-11-10T08:53:56.200" v="191"/>
          <ac:picMkLst>
            <pc:docMk/>
            <pc:sldMk cId="1476430173" sldId="260"/>
            <ac:picMk id="4" creationId="{236DB9D6-F1E8-B145-85C8-57C4C589915D}"/>
          </ac:picMkLst>
        </pc:picChg>
        <pc:picChg chg="mod">
          <ac:chgData name="Ivan Damnjanovic" userId="ac64187cd8522d98" providerId="LiveId" clId="{91E3140C-1B53-B14B-BC23-ECF64BB0199F}" dt="2020-11-10T08:53:56.200" v="191"/>
          <ac:picMkLst>
            <pc:docMk/>
            <pc:sldMk cId="1476430173" sldId="260"/>
            <ac:picMk id="6" creationId="{00D12B80-307F-0640-87D0-7A5E7162F107}"/>
          </ac:picMkLst>
        </pc:picChg>
        <pc:picChg chg="mod">
          <ac:chgData name="Ivan Damnjanovic" userId="ac64187cd8522d98" providerId="LiveId" clId="{91E3140C-1B53-B14B-BC23-ECF64BB0199F}" dt="2020-11-10T08:53:56.200" v="191"/>
          <ac:picMkLst>
            <pc:docMk/>
            <pc:sldMk cId="1476430173" sldId="260"/>
            <ac:picMk id="8" creationId="{12AE1ED3-5D1B-FB4D-A727-57DA39310E15}"/>
          </ac:picMkLst>
        </pc:picChg>
        <pc:picChg chg="add del mod">
          <ac:chgData name="Ivan Damnjanovic" userId="ac64187cd8522d98" providerId="LiveId" clId="{91E3140C-1B53-B14B-BC23-ECF64BB0199F}" dt="2020-11-10T09:37:01.249" v="903" actId="478"/>
          <ac:picMkLst>
            <pc:docMk/>
            <pc:sldMk cId="1476430173" sldId="260"/>
            <ac:picMk id="33" creationId="{341FF53A-C1AD-FC41-9381-F2D2B69EEACB}"/>
          </ac:picMkLst>
        </pc:picChg>
        <pc:picChg chg="add del mod">
          <ac:chgData name="Ivan Damnjanovic" userId="ac64187cd8522d98" providerId="LiveId" clId="{91E3140C-1B53-B14B-BC23-ECF64BB0199F}" dt="2020-11-10T09:37:00.049" v="902" actId="478"/>
          <ac:picMkLst>
            <pc:docMk/>
            <pc:sldMk cId="1476430173" sldId="260"/>
            <ac:picMk id="34" creationId="{E0B7D574-E66A-D042-8653-B0FE5A1A87DF}"/>
          </ac:picMkLst>
        </pc:picChg>
        <pc:picChg chg="mod">
          <ac:chgData name="Ivan Damnjanovic" userId="ac64187cd8522d98" providerId="LiveId" clId="{91E3140C-1B53-B14B-BC23-ECF64BB0199F}" dt="2020-11-10T10:01:37.216" v="1985" actId="554"/>
          <ac:picMkLst>
            <pc:docMk/>
            <pc:sldMk cId="1476430173" sldId="260"/>
            <ac:picMk id="40" creationId="{4A6ADEA3-092C-034C-9118-B0DBE8B5B9EA}"/>
          </ac:picMkLst>
        </pc:picChg>
        <pc:picChg chg="mod">
          <ac:chgData name="Ivan Damnjanovic" userId="ac64187cd8522d98" providerId="LiveId" clId="{91E3140C-1B53-B14B-BC23-ECF64BB0199F}" dt="2020-11-10T10:01:37.216" v="1985" actId="554"/>
          <ac:picMkLst>
            <pc:docMk/>
            <pc:sldMk cId="1476430173" sldId="260"/>
            <ac:picMk id="41" creationId="{84F26CD3-A82B-2A4C-A37B-048221E753B3}"/>
          </ac:picMkLst>
        </pc:picChg>
        <pc:picChg chg="mod">
          <ac:chgData name="Ivan Damnjanovic" userId="ac64187cd8522d98" providerId="LiveId" clId="{91E3140C-1B53-B14B-BC23-ECF64BB0199F}" dt="2020-11-10T08:53:56.200" v="191"/>
          <ac:picMkLst>
            <pc:docMk/>
            <pc:sldMk cId="1476430173" sldId="260"/>
            <ac:picMk id="50" creationId="{4C25B665-2CA4-8D47-B659-381249E1DFB8}"/>
          </ac:picMkLst>
        </pc:picChg>
      </pc:sldChg>
      <pc:sldChg chg="addSp delSp modSp mod modNotesTx">
        <pc:chgData name="Ivan Damnjanovic" userId="ac64187cd8522d98" providerId="LiveId" clId="{91E3140C-1B53-B14B-BC23-ECF64BB0199F}" dt="2020-11-10T11:44:44.907" v="4674" actId="20577"/>
        <pc:sldMkLst>
          <pc:docMk/>
          <pc:sldMk cId="1938571380" sldId="275"/>
        </pc:sldMkLst>
        <pc:spChg chg="mod">
          <ac:chgData name="Ivan Damnjanovic" userId="ac64187cd8522d98" providerId="LiveId" clId="{91E3140C-1B53-B14B-BC23-ECF64BB0199F}" dt="2020-11-10T08:53:56.200" v="191"/>
          <ac:spMkLst>
            <pc:docMk/>
            <pc:sldMk cId="1938571380" sldId="275"/>
            <ac:spMk id="2" creationId="{291D7552-059C-5C49-9DAF-B273A96407B8}"/>
          </ac:spMkLst>
        </pc:spChg>
        <pc:spChg chg="mod">
          <ac:chgData name="Ivan Damnjanovic" userId="ac64187cd8522d98" providerId="LiveId" clId="{91E3140C-1B53-B14B-BC23-ECF64BB0199F}" dt="2020-11-10T08:53:56.200" v="191"/>
          <ac:spMkLst>
            <pc:docMk/>
            <pc:sldMk cId="1938571380" sldId="275"/>
            <ac:spMk id="3" creationId="{324A352C-0521-2743-BC1D-9B14E7F2F883}"/>
          </ac:spMkLst>
        </pc:spChg>
        <pc:spChg chg="add mod">
          <ac:chgData name="Ivan Damnjanovic" userId="ac64187cd8522d98" providerId="LiveId" clId="{91E3140C-1B53-B14B-BC23-ECF64BB0199F}" dt="2020-11-10T11:44:44.907" v="4674" actId="20577"/>
          <ac:spMkLst>
            <pc:docMk/>
            <pc:sldMk cId="1938571380" sldId="275"/>
            <ac:spMk id="20" creationId="{3DB04968-39C5-044E-A08A-C7FB5CD3A472}"/>
          </ac:spMkLst>
        </pc:spChg>
        <pc:spChg chg="mod">
          <ac:chgData name="Ivan Damnjanovic" userId="ac64187cd8522d98" providerId="LiveId" clId="{91E3140C-1B53-B14B-BC23-ECF64BB0199F}" dt="2020-11-10T08:53:56.200" v="191"/>
          <ac:spMkLst>
            <pc:docMk/>
            <pc:sldMk cId="1938571380" sldId="275"/>
            <ac:spMk id="21" creationId="{3ED3C201-379D-1946-B7B9-0C[redacted]}"/>
          </ac:spMkLst>
        </pc:spChg>
        <pc:spChg chg="mod">
          <ac:chgData name="Ivan Damnjanovic" userId="ac64187cd8522d98" providerId="LiveId" clId="{91E3140C-1B53-B14B-BC23-ECF64BB0199F}" dt="2020-11-10T08:53:56.200" v="191"/>
          <ac:spMkLst>
            <pc:docMk/>
            <pc:sldMk cId="1938571380" sldId="275"/>
            <ac:spMk id="22" creationId="{E7F52E2A-1766-564B-83B4-86CA06DA4A19}"/>
          </ac:spMkLst>
        </pc:spChg>
        <pc:spChg chg="mod">
          <ac:chgData name="Ivan Damnjanovic" userId="ac64187cd8522d98" providerId="LiveId" clId="{91E3140C-1B53-B14B-BC23-ECF64BB0199F}" dt="2020-11-10T08:53:56.200" v="191"/>
          <ac:spMkLst>
            <pc:docMk/>
            <pc:sldMk cId="1938571380" sldId="275"/>
            <ac:spMk id="23" creationId="{BEEDE6D4-50A1-3042-B9FE-B436B32C9525}"/>
          </ac:spMkLst>
        </pc:spChg>
        <pc:spChg chg="add mod">
          <ac:chgData name="Ivan Damnjanovic" userId="ac64187cd8522d98" providerId="LiveId" clId="{91E3140C-1B53-B14B-BC23-ECF64BB0199F}" dt="2020-11-10T10:27:39.667" v="3777" actId="255"/>
          <ac:spMkLst>
            <pc:docMk/>
            <pc:sldMk cId="1938571380" sldId="275"/>
            <ac:spMk id="24" creationId="{9A908442-93DD-674C-858F-8E18CFAF1853}"/>
          </ac:spMkLst>
        </pc:spChg>
        <pc:spChg chg="mod">
          <ac:chgData name="Ivan Damnjanovic" userId="ac64187cd8522d98" providerId="LiveId" clId="{91E3140C-1B53-B14B-BC23-ECF64BB0199F}" dt="2020-11-10T10:27:06.083" v="3768" actId="207"/>
          <ac:spMkLst>
            <pc:docMk/>
            <pc:sldMk cId="1938571380" sldId="275"/>
            <ac:spMk id="1104" creationId="{E47514FA-4071-4E6D-95E5-017A4B39940B}"/>
          </ac:spMkLst>
        </pc:spChg>
        <pc:spChg chg="mod">
          <ac:chgData name="Ivan Damnjanovic" userId="ac64187cd8522d98" providerId="LiveId" clId="{91E3140C-1B53-B14B-BC23-ECF64BB0199F}" dt="2020-11-10T08:53:56.200" v="191"/>
          <ac:spMkLst>
            <pc:docMk/>
            <pc:sldMk cId="1938571380" sldId="275"/>
            <ac:spMk id="1105" creationId="{147A7B42-8B34-4172-8A1B-5B8827FF98F3}"/>
          </ac:spMkLst>
        </pc:spChg>
        <pc:spChg chg="del mod">
          <ac:chgData name="Ivan Damnjanovic" userId="ac64187cd8522d98" providerId="LiveId" clId="{91E3140C-1B53-B14B-BC23-ECF64BB0199F}" dt="2020-11-10T10:13:18.799" v="2290" actId="478"/>
          <ac:spMkLst>
            <pc:docMk/>
            <pc:sldMk cId="1938571380" sldId="275"/>
            <ac:spMk id="1115" creationId="{3F161317-9273-4092-A754-88648CD127F4}"/>
          </ac:spMkLst>
        </pc:spChg>
        <pc:spChg chg="mod">
          <ac:chgData name="Ivan Damnjanovic" userId="ac64187cd8522d98" providerId="LiveId" clId="{91E3140C-1B53-B14B-BC23-ECF64BB0199F}" dt="2020-11-10T08:53:56.200" v="191"/>
          <ac:spMkLst>
            <pc:docMk/>
            <pc:sldMk cId="1938571380" sldId="275"/>
            <ac:spMk id="1116" creationId="{31B97B55-0303-42D5-8527-E314E7A4F019}"/>
          </ac:spMkLst>
        </pc:spChg>
        <pc:spChg chg="add del mod">
          <ac:chgData name="Ivan Damnjanovic" userId="ac64187cd8522d98" providerId="LiveId" clId="{91E3140C-1B53-B14B-BC23-ECF64BB0199F}" dt="2020-11-10T10:27:32.188" v="3775" actId="255"/>
          <ac:spMkLst>
            <pc:docMk/>
            <pc:sldMk cId="1938571380" sldId="275"/>
            <ac:spMk id="1117" creationId="{7B3F4A6E-E070-43EE-8652-5E5A546477CE}"/>
          </ac:spMkLst>
        </pc:spChg>
        <pc:spChg chg="mod">
          <ac:chgData name="Ivan Damnjanovic" userId="ac64187cd8522d98" providerId="LiveId" clId="{91E3140C-1B53-B14B-BC23-ECF64BB0199F}" dt="2020-11-10T10:27:11.471" v="3769" actId="207"/>
          <ac:spMkLst>
            <pc:docMk/>
            <pc:sldMk cId="1938571380" sldId="275"/>
            <ac:spMk id="1118" creationId="{636D83DF-F216-4FDE-B03C-8F6E246A4908}"/>
          </ac:spMkLst>
        </pc:spChg>
        <pc:spChg chg="del mod">
          <ac:chgData name="Ivan Damnjanovic" userId="ac64187cd8522d98" providerId="LiveId" clId="{91E3140C-1B53-B14B-BC23-ECF64BB0199F}" dt="2020-11-10T10:13:22.048" v="2291" actId="478"/>
          <ac:spMkLst>
            <pc:docMk/>
            <pc:sldMk cId="1938571380" sldId="275"/>
            <ac:spMk id="1119" creationId="{9FFF2AAC-C642-460E-A36D-257E6D3515C7}"/>
          </ac:spMkLst>
        </pc:spChg>
        <pc:spChg chg="mod">
          <ac:chgData name="Ivan Damnjanovic" userId="ac64187cd8522d98" providerId="LiveId" clId="{91E3140C-1B53-B14B-BC23-ECF64BB0199F}" dt="2020-11-10T08:53:56.200" v="191"/>
          <ac:spMkLst>
            <pc:docMk/>
            <pc:sldMk cId="1938571380" sldId="275"/>
            <ac:spMk id="1120" creationId="{077CAB3F-F63A-45A3-9D04-D7092DBAAE31}"/>
          </ac:spMkLst>
        </pc:spChg>
        <pc:spChg chg="add del mod">
          <ac:chgData name="Ivan Damnjanovic" userId="ac64187cd8522d98" providerId="LiveId" clId="{91E3140C-1B53-B14B-BC23-ECF64BB0199F}" dt="2020-11-10T10:27:28.279" v="3774" actId="255"/>
          <ac:spMkLst>
            <pc:docMk/>
            <pc:sldMk cId="1938571380" sldId="275"/>
            <ac:spMk id="1121" creationId="{BE61C158-6DE0-4DA6-A206-0D7422C50FA4}"/>
          </ac:spMkLst>
        </pc:spChg>
        <pc:spChg chg="mod">
          <ac:chgData name="Ivan Damnjanovic" userId="ac64187cd8522d98" providerId="LiveId" clId="{91E3140C-1B53-B14B-BC23-ECF64BB0199F}" dt="2020-11-10T10:27:17.254" v="3772" actId="207"/>
          <ac:spMkLst>
            <pc:docMk/>
            <pc:sldMk cId="1938571380" sldId="275"/>
            <ac:spMk id="1122" creationId="{82C01406-D3FF-4A5C-9985-29CA545AF54F}"/>
          </ac:spMkLst>
        </pc:spChg>
        <pc:grpChg chg="del mod">
          <ac:chgData name="Ivan Damnjanovic" userId="ac64187cd8522d98" providerId="LiveId" clId="{91E3140C-1B53-B14B-BC23-ECF64BB0199F}" dt="2020-11-10T10:13:18.799" v="2290" actId="478"/>
          <ac:grpSpMkLst>
            <pc:docMk/>
            <pc:sldMk cId="1938571380" sldId="275"/>
            <ac:grpSpMk id="1123" creationId="{27CFE7D0-0A45-4DD3-A502-C931CF289AF7}"/>
          </ac:grpSpMkLst>
        </pc:grpChg>
        <pc:grpChg chg="add del mod">
          <ac:chgData name="Ivan Damnjanovic" userId="ac64187cd8522d98" providerId="LiveId" clId="{91E3140C-1B53-B14B-BC23-ECF64BB0199F}" dt="2020-11-10T10:13:27.776" v="2295" actId="478"/>
          <ac:grpSpMkLst>
            <pc:docMk/>
            <pc:sldMk cId="1938571380" sldId="275"/>
            <ac:grpSpMk id="1124" creationId="{186AFA60-E74E-4463-9424-969615AF598A}"/>
          </ac:grpSpMkLst>
        </pc:grpChg>
        <pc:grpChg chg="del mod">
          <ac:chgData name="Ivan Damnjanovic" userId="ac64187cd8522d98" providerId="LiveId" clId="{91E3140C-1B53-B14B-BC23-ECF64BB0199F}" dt="2020-11-10T10:13:22.048" v="2291" actId="478"/>
          <ac:grpSpMkLst>
            <pc:docMk/>
            <pc:sldMk cId="1938571380" sldId="275"/>
            <ac:grpSpMk id="1125" creationId="{05588BD8-DCB3-4DC7-BB32-E1F3E956BCF8}"/>
          </ac:grpSpMkLst>
        </pc:grpChg>
        <pc:grpChg chg="add del mod">
          <ac:chgData name="Ivan Damnjanovic" userId="ac64187cd8522d98" providerId="LiveId" clId="{91E3140C-1B53-B14B-BC23-ECF64BB0199F}" dt="2020-11-10T10:13:27.406" v="2294" actId="478"/>
          <ac:grpSpMkLst>
            <pc:docMk/>
            <pc:sldMk cId="1938571380" sldId="275"/>
            <ac:grpSpMk id="1126" creationId="{92B1912D-3E02-4179-B[redacted]C3C81}"/>
          </ac:grpSpMkLst>
        </pc:grpChg>
        <pc:grpChg chg="mod">
          <ac:chgData name="Ivan Damnjanovic" userId="ac64187cd8522d98" providerId="LiveId" clId="{91E3140C-1B53-B14B-BC23-ECF64BB0199F}" dt="2020-11-10T08:53:56.200" v="191"/>
          <ac:grpSpMkLst>
            <pc:docMk/>
            <pc:sldMk cId="1938571380" sldId="275"/>
            <ac:grpSpMk id="1178" creationId="{D896E129-3A77-41A4-A3C5-6B3BD2C30964}"/>
          </ac:grpSpMkLst>
        </pc:grpChg>
        <pc:grpChg chg="mod">
          <ac:chgData name="Ivan Damnjanovic" userId="ac64187cd8522d98" providerId="LiveId" clId="{91E3140C-1B53-B14B-BC23-ECF64BB0199F}" dt="2020-11-10T08:53:56.200" v="191"/>
          <ac:grpSpMkLst>
            <pc:docMk/>
            <pc:sldMk cId="1938571380" sldId="275"/>
            <ac:grpSpMk id="1179" creationId="{9B6590EF-89DA-4EFC-9CAA-4685A2B1A318}"/>
          </ac:grpSpMkLst>
        </pc:grpChg>
        <pc:picChg chg="mod">
          <ac:chgData name="Ivan Damnjanovic" userId="ac64187cd8522d98" providerId="LiveId" clId="{91E3140C-1B53-B14B-BC23-ECF64BB0199F}" dt="2020-11-10T08:53:56.200" v="191"/>
          <ac:picMkLst>
            <pc:docMk/>
            <pc:sldMk cId="1938571380" sldId="275"/>
            <ac:picMk id="11" creationId="{95AB5A97-4CCF-C848-930F-A8155A084CA0}"/>
          </ac:picMkLst>
        </pc:picChg>
      </pc:sldChg>
      <pc:sldChg chg="modSp mod modNotes">
        <pc:chgData name="Ivan Damnjanovic" userId="ac64187cd8522d98" providerId="LiveId" clId="{91E3140C-1B53-B14B-BC23-ECF64BB0199F}" dt="2020-11-10T09:47:53.074" v="1668" actId="14100"/>
        <pc:sldMkLst>
          <pc:docMk/>
          <pc:sldMk cId="1488476489" sldId="286"/>
        </pc:sldMkLst>
        <pc:spChg chg="mod">
          <ac:chgData name="Ivan Damnjanovic" userId="ac64187cd8522d98" providerId="LiveId" clId="{91E3140C-1B53-B14B-BC23-ECF64BB0199F}" dt="2020-11-10T08:53:56.200" v="191"/>
          <ac:spMkLst>
            <pc:docMk/>
            <pc:sldMk cId="1488476489" sldId="286"/>
            <ac:spMk id="301" creationId="{00000000-0000-0000-0000-000000000000}"/>
          </ac:spMkLst>
        </pc:spChg>
        <pc:spChg chg="mod">
          <ac:chgData name="Ivan Damnjanovic" userId="ac64187cd8522d98" providerId="LiveId" clId="{91E3140C-1B53-B14B-BC23-ECF64BB0199F}" dt="2020-11-10T08:53:56.200" v="191"/>
          <ac:spMkLst>
            <pc:docMk/>
            <pc:sldMk cId="1488476489" sldId="286"/>
            <ac:spMk id="302" creationId="{00000000-0000-0000-0000-000000000000}"/>
          </ac:spMkLst>
        </pc:spChg>
        <pc:graphicFrameChg chg="mod modGraphic">
          <ac:chgData name="Ivan Damnjanovic" userId="ac64187cd8522d98" providerId="LiveId" clId="{91E3140C-1B53-B14B-BC23-ECF64BB0199F}" dt="2020-11-10T09:47:53.074" v="1668" actId="14100"/>
          <ac:graphicFrameMkLst>
            <pc:docMk/>
            <pc:sldMk cId="1488476489" sldId="286"/>
            <ac:graphicFrameMk id="300" creationId="{00000000-0000-0000-0000-000000000000}"/>
          </ac:graphicFrameMkLst>
        </pc:graphicFrameChg>
      </pc:sldChg>
      <pc:sldChg chg="modSp">
        <pc:chgData name="Ivan Damnjanovic" userId="ac64187cd8522d98" providerId="LiveId" clId="{91E3140C-1B53-B14B-BC23-ECF64BB0199F}" dt="2020-11-10T08:53:56.200" v="191"/>
        <pc:sldMkLst>
          <pc:docMk/>
          <pc:sldMk cId="1106804064" sldId="301"/>
        </pc:sldMkLst>
        <pc:spChg chg="mod">
          <ac:chgData name="Ivan Damnjanovic" userId="ac64187cd8522d98" providerId="LiveId" clId="{91E3140C-1B53-B14B-BC23-ECF64BB0199F}" dt="2020-11-10T08:53:56.200" v="191"/>
          <ac:spMkLst>
            <pc:docMk/>
            <pc:sldMk cId="1106804064" sldId="301"/>
            <ac:spMk id="2" creationId="{F9546D62-8B26-464B-98A4-A9F1724CA334}"/>
          </ac:spMkLst>
        </pc:spChg>
        <pc:spChg chg="mod">
          <ac:chgData name="Ivan Damnjanovic" userId="ac64187cd8522d98" providerId="LiveId" clId="{91E3140C-1B53-B14B-BC23-ECF64BB0199F}" dt="2020-11-10T08:53:56.200" v="191"/>
          <ac:spMkLst>
            <pc:docMk/>
            <pc:sldMk cId="1106804064" sldId="301"/>
            <ac:spMk id="3" creationId="{2B3B5D68-9935-9D4F-97D5-E1AF4F19321A}"/>
          </ac:spMkLst>
        </pc:spChg>
        <pc:spChg chg="mod">
          <ac:chgData name="Ivan Damnjanovic" userId="ac64187cd8522d98" providerId="LiveId" clId="{91E3140C-1B53-B14B-BC23-ECF64BB0199F}" dt="2020-11-10T08:53:56.200" v="191"/>
          <ac:spMkLst>
            <pc:docMk/>
            <pc:sldMk cId="1106804064" sldId="301"/>
            <ac:spMk id="5" creationId="{023CC952-DA77-1B4A-AB42-EFBAC6A55B57}"/>
          </ac:spMkLst>
        </pc:spChg>
        <pc:picChg chg="mod">
          <ac:chgData name="Ivan Damnjanovic" userId="ac64187cd8522d98" providerId="LiveId" clId="{91E3140C-1B53-B14B-BC23-ECF64BB0199F}" dt="2020-11-10T08:53:56.200" v="191"/>
          <ac:picMkLst>
            <pc:docMk/>
            <pc:sldMk cId="1106804064" sldId="301"/>
            <ac:picMk id="9" creationId="{ED90C94B-CCD0-0845-967A-5AAF28DE7CCE}"/>
          </ac:picMkLst>
        </pc:picChg>
      </pc:sldChg>
      <pc:sldChg chg="modSp mod modNotes">
        <pc:chgData name="Ivan Damnjanovic" userId="ac64187cd8522d98" providerId="LiveId" clId="{91E3140C-1B53-B14B-BC23-ECF64BB0199F}" dt="2020-11-10T10:37:07.512" v="4031" actId="1037"/>
        <pc:sldMkLst>
          <pc:docMk/>
          <pc:sldMk cId="[redacted]" sldId="302"/>
        </pc:sldMkLst>
        <pc:spChg chg="mod">
          <ac:chgData name="Ivan Damnjanovic" userId="ac64187cd8522d98" providerId="LiveId" clId="{91E3140C-1B53-B14B-BC23-ECF64BB0199F}" dt="2020-11-10T08:53:56.200" v="191"/>
          <ac:spMkLst>
            <pc:docMk/>
            <pc:sldMk cId="[redacted]" sldId="302"/>
            <ac:spMk id="2" creationId="{30D7C4BC-0097-9F40-B994-EDD59FEAF7BC}"/>
          </ac:spMkLst>
        </pc:spChg>
        <pc:spChg chg="mod">
          <ac:chgData name="Ivan Damnjanovic" userId="ac64187cd8522d98" providerId="LiveId" clId="{91E3140C-1B53-B14B-BC23-ECF64BB0199F}" dt="2020-11-10T08:53:56.200" v="191"/>
          <ac:spMkLst>
            <pc:docMk/>
            <pc:sldMk cId="[redacted]" sldId="302"/>
            <ac:spMk id="29" creationId="{CBAB2CE6-64BF-F042-89C8-49819FF0D331}"/>
          </ac:spMkLst>
        </pc:spChg>
        <pc:graphicFrameChg chg="mod modGraphic">
          <ac:chgData name="Ivan Damnjanovic" userId="ac64187cd8522d98" providerId="LiveId" clId="{91E3140C-1B53-B14B-BC23-ECF64BB0199F}" dt="2020-11-10T10:36:59.295" v="4021" actId="14734"/>
          <ac:graphicFrameMkLst>
            <pc:docMk/>
            <pc:sldMk cId="[redacted]" sldId="302"/>
            <ac:graphicFrameMk id="3" creationId="{BE32194B-66F2-9344-9045-71D3F235B2D4}"/>
          </ac:graphicFrameMkLst>
        </pc:graphicFrameChg>
        <pc:picChg chg="mod">
          <ac:chgData name="Ivan Damnjanovic" userId="ac64187cd8522d98" providerId="LiveId" clId="{91E3140C-1B53-B14B-BC23-ECF64BB0199F}" dt="2020-11-10T10:37:07.512" v="4031" actId="1037"/>
          <ac:picMkLst>
            <pc:docMk/>
            <pc:sldMk cId="[redacted]" sldId="302"/>
            <ac:picMk id="4" creationId="{63E7D9BB-72F5-3641-8F1E-F7AE0FD18F0D}"/>
          </ac:picMkLst>
        </pc:picChg>
        <pc:picChg chg="mod">
          <ac:chgData name="Ivan Damnjanovic" userId="ac64187cd8522d98" providerId="LiveId" clId="{91E3140C-1B53-B14B-BC23-ECF64BB0199F}" dt="2020-11-10T10:37:07.512" v="4031" actId="1037"/>
          <ac:picMkLst>
            <pc:docMk/>
            <pc:sldMk cId="[redacted]" sldId="302"/>
            <ac:picMk id="5" creationId="{26FD8721-D7E9-9846-BCF1-577F3733136E}"/>
          </ac:picMkLst>
        </pc:picChg>
        <pc:picChg chg="mod">
          <ac:chgData name="Ivan Damnjanovic" userId="ac64187cd8522d98" providerId="LiveId" clId="{91E3140C-1B53-B14B-BC23-ECF64BB0199F}" dt="2020-11-10T10:37:07.512" v="4031" actId="1037"/>
          <ac:picMkLst>
            <pc:docMk/>
            <pc:sldMk cId="[redacted]" sldId="302"/>
            <ac:picMk id="6" creationId="{DBA6DAF4-CB0D-934B-935B-EEE8242964C9}"/>
          </ac:picMkLst>
        </pc:picChg>
        <pc:picChg chg="mod">
          <ac:chgData name="Ivan Damnjanovic" userId="ac64187cd8522d98" providerId="LiveId" clId="{91E3140C-1B53-B14B-BC23-ECF64BB0199F}" dt="2020-11-10T10:37:07.512" v="4031" actId="1037"/>
          <ac:picMkLst>
            <pc:docMk/>
            <pc:sldMk cId="[redacted]" sldId="302"/>
            <ac:picMk id="7" creationId="{533F4CF7-9E93-6C48-9384-754D414EEB69}"/>
          </ac:picMkLst>
        </pc:picChg>
        <pc:picChg chg="mod">
          <ac:chgData name="Ivan Damnjanovic" userId="ac64187cd8522d98" providerId="LiveId" clId="{91E3140C-1B53-B14B-BC23-ECF64BB0199F}" dt="2020-11-10T10:37:07.512" v="4031" actId="1037"/>
          <ac:picMkLst>
            <pc:docMk/>
            <pc:sldMk cId="[redacted]" sldId="302"/>
            <ac:picMk id="8" creationId="{7A6D2AB9-2C88-884B-8089-B5D365E4C5EE}"/>
          </ac:picMkLst>
        </pc:picChg>
        <pc:picChg chg="mod">
          <ac:chgData name="Ivan Damnjanovic" userId="ac64187cd8522d98" providerId="LiveId" clId="{91E3140C-1B53-B14B-BC23-ECF64BB0199F}" dt="2020-11-10T09:46:23.986" v="1548" actId="1035"/>
          <ac:picMkLst>
            <pc:docMk/>
            <pc:sldMk cId="[redacted]" sldId="302"/>
            <ac:picMk id="14" creationId="{C209BF39-F140-944B-9A10-7675C9A93A47}"/>
          </ac:picMkLst>
        </pc:picChg>
        <pc:picChg chg="mod">
          <ac:chgData name="Ivan Damnjanovic" userId="ac64187cd8522d98" providerId="LiveId" clId="{91E3140C-1B53-B14B-BC23-ECF64BB0199F}" dt="2020-11-10T09:46:23.986" v="1548" actId="1035"/>
          <ac:picMkLst>
            <pc:docMk/>
            <pc:sldMk cId="[redacted]" sldId="302"/>
            <ac:picMk id="15" creationId="{B7668DFF-EFCE-964C-9725-6E59FF010C17}"/>
          </ac:picMkLst>
        </pc:picChg>
        <pc:picChg chg="mod">
          <ac:chgData name="Ivan Damnjanovic" userId="ac64187cd8522d98" providerId="LiveId" clId="{91E3140C-1B53-B14B-BC23-ECF64BB0199F}" dt="2020-11-10T09:46:23.986" v="1548" actId="1035"/>
          <ac:picMkLst>
            <pc:docMk/>
            <pc:sldMk cId="[redacted]" sldId="302"/>
            <ac:picMk id="16" creationId="{4F40A6B9-0732-B242-9985-FDD91B03428C}"/>
          </ac:picMkLst>
        </pc:picChg>
        <pc:picChg chg="mod">
          <ac:chgData name="Ivan Damnjanovic" userId="ac64187cd8522d98" providerId="LiveId" clId="{91E3140C-1B53-B14B-BC23-ECF64BB0199F}" dt="2020-11-10T09:46:23.986" v="1548" actId="1035"/>
          <ac:picMkLst>
            <pc:docMk/>
            <pc:sldMk cId="[redacted]" sldId="302"/>
            <ac:picMk id="17" creationId="{F2B4A95F-6EBD-DA41-A5FD-E5ACBB6E4C6D}"/>
          </ac:picMkLst>
        </pc:picChg>
        <pc:picChg chg="mod">
          <ac:chgData name="Ivan Damnjanovic" userId="ac64187cd8522d98" providerId="LiveId" clId="{91E3140C-1B53-B14B-BC23-ECF64BB0199F}" dt="2020-11-10T09:46:23.986" v="1548" actId="1035"/>
          <ac:picMkLst>
            <pc:docMk/>
            <pc:sldMk cId="[redacted]" sldId="302"/>
            <ac:picMk id="18" creationId="{85591DDA-D7E0-3C44-B4CF-FF[redacted]}"/>
          </ac:picMkLst>
        </pc:picChg>
        <pc:picChg chg="mod">
          <ac:chgData name="Ivan Damnjanovic" userId="ac64187cd8522d98" providerId="LiveId" clId="{91E3140C-1B53-B14B-BC23-ECF64BB0199F}" dt="2020-11-10T09:46:23.986" v="1548" actId="1035"/>
          <ac:picMkLst>
            <pc:docMk/>
            <pc:sldMk cId="[redacted]" sldId="302"/>
            <ac:picMk id="19" creationId="{F6C4814F-C657-7041-8DF1-2918C9F18327}"/>
          </ac:picMkLst>
        </pc:picChg>
        <pc:picChg chg="mod">
          <ac:chgData name="Ivan Damnjanovic" userId="ac64187cd8522d98" providerId="LiveId" clId="{91E3140C-1B53-B14B-BC23-ECF64BB0199F}" dt="2020-11-10T09:46:23.986" v="1548" actId="1035"/>
          <ac:picMkLst>
            <pc:docMk/>
            <pc:sldMk cId="[redacted]" sldId="302"/>
            <ac:picMk id="20" creationId="{D7D24DD2-C5F8-954A-A48B-38D1653D8003}"/>
          </ac:picMkLst>
        </pc:picChg>
        <pc:picChg chg="mod">
          <ac:chgData name="Ivan Damnjanovic" userId="ac64187cd8522d98" providerId="LiveId" clId="{91E3140C-1B53-B14B-BC23-ECF64BB0199F}" dt="2020-11-10T09:46:23.986" v="1548" actId="1035"/>
          <ac:picMkLst>
            <pc:docMk/>
            <pc:sldMk cId="[redacted]" sldId="302"/>
            <ac:picMk id="21" creationId="{148AD170-3314-1C4C-9537-FE95A6AC749F}"/>
          </ac:picMkLst>
        </pc:picChg>
        <pc:picChg chg="mod">
          <ac:chgData name="Ivan Damnjanovic" userId="ac64187cd8522d98" providerId="LiveId" clId="{91E3140C-1B53-B14B-BC23-ECF64BB0199F}" dt="2020-11-10T09:46:23.986" v="1548" actId="1035"/>
          <ac:picMkLst>
            <pc:docMk/>
            <pc:sldMk cId="[redacted]" sldId="302"/>
            <ac:picMk id="22" creationId="{940BC61D-DFBD-A342-AE7D-8FF6C63C0C44}"/>
          </ac:picMkLst>
        </pc:picChg>
        <pc:picChg chg="mod">
          <ac:chgData name="Ivan Damnjanovic" userId="ac64187cd8522d98" providerId="LiveId" clId="{91E3140C-1B53-B14B-BC23-ECF64BB0199F}" dt="2020-11-10T09:46:23.986" v="1548" actId="1035"/>
          <ac:picMkLst>
            <pc:docMk/>
            <pc:sldMk cId="[redacted]" sldId="302"/>
            <ac:picMk id="23" creationId="{54A182E0-8AB9-454A-9065-8CA6BA1C5E5C}"/>
          </ac:picMkLst>
        </pc:picChg>
        <pc:picChg chg="mod">
          <ac:chgData name="Ivan Damnjanovic" userId="ac64187cd8522d98" providerId="LiveId" clId="{91E3140C-1B53-B14B-BC23-ECF64BB0199F}" dt="2020-11-10T09:46:23.986" v="1548" actId="1035"/>
          <ac:picMkLst>
            <pc:docMk/>
            <pc:sldMk cId="[redacted]" sldId="302"/>
            <ac:picMk id="24" creationId="{746E86D1-9C90-7B40-BD3D-4BE691DEF2AC}"/>
          </ac:picMkLst>
        </pc:picChg>
        <pc:picChg chg="mod">
          <ac:chgData name="Ivan Damnjanovic" userId="ac64187cd8522d98" providerId="LiveId" clId="{91E3140C-1B53-B14B-BC23-ECF64BB0199F}" dt="2020-11-10T09:46:23.986" v="1548" actId="1035"/>
          <ac:picMkLst>
            <pc:docMk/>
            <pc:sldMk cId="[redacted]" sldId="302"/>
            <ac:picMk id="25" creationId="{65EC56A0-E2B5-4941-B455-CD1CB03D4F1A}"/>
          </ac:picMkLst>
        </pc:picChg>
        <pc:picChg chg="mod">
          <ac:chgData name="Ivan Damnjanovic" userId="ac64187cd8522d98" providerId="LiveId" clId="{91E3140C-1B53-B14B-BC23-ECF64BB0199F}" dt="2020-11-10T09:46:23.986" v="1548" actId="1035"/>
          <ac:picMkLst>
            <pc:docMk/>
            <pc:sldMk cId="[redacted]" sldId="302"/>
            <ac:picMk id="26" creationId="{5002CCD6-A3D9-7346-964A-AFC700DD330B}"/>
          </ac:picMkLst>
        </pc:picChg>
        <pc:picChg chg="mod">
          <ac:chgData name="Ivan Damnjanovic" userId="ac64187cd8522d98" providerId="LiveId" clId="{91E3140C-1B53-B14B-BC23-ECF64BB0199F}" dt="2020-11-10T09:46:23.986" v="1548" actId="1035"/>
          <ac:picMkLst>
            <pc:docMk/>
            <pc:sldMk cId="[redacted]" sldId="302"/>
            <ac:picMk id="27" creationId="{A0E7BF37-27D5-3741-ADE8-E469B1041A12}"/>
          </ac:picMkLst>
        </pc:picChg>
        <pc:picChg chg="mod">
          <ac:chgData name="Ivan Damnjanovic" userId="ac64187cd8522d98" providerId="LiveId" clId="{91E3140C-1B53-B14B-BC23-ECF64BB0199F}" dt="2020-11-10T09:46:23.986" v="1548" actId="1035"/>
          <ac:picMkLst>
            <pc:docMk/>
            <pc:sldMk cId="[redacted]" sldId="302"/>
            <ac:picMk id="28" creationId="{60444719-8585-2D47-BBCC-93CB2E9C81B5}"/>
          </ac:picMkLst>
        </pc:picChg>
      </pc:sldChg>
      <pc:sldChg chg="modSp modNotes">
        <pc:chgData name="Ivan Damnjanovic" userId="ac64187cd8522d98" providerId="LiveId" clId="{91E3140C-1B53-B14B-BC23-ECF64BB0199F}" dt="2020-11-10T08:53:56.200" v="191"/>
        <pc:sldMkLst>
          <pc:docMk/>
          <pc:sldMk cId="193669708" sldId="304"/>
        </pc:sldMkLst>
        <pc:spChg chg="mod">
          <ac:chgData name="Ivan Damnjanovic" userId="ac64187cd8522d98" providerId="LiveId" clId="{91E3140C-1B53-B14B-BC23-ECF64BB0199F}" dt="2020-11-10T08:53:56.200" v="191"/>
          <ac:spMkLst>
            <pc:docMk/>
            <pc:sldMk cId="193669708" sldId="304"/>
            <ac:spMk id="50" creationId="{6BD5D73F-7A0F-394A-A198-71E36F7694B2}"/>
          </ac:spMkLst>
        </pc:spChg>
        <pc:spChg chg="mod">
          <ac:chgData name="Ivan Damnjanovic" userId="ac64187cd8522d98" providerId="LiveId" clId="{91E3140C-1B53-B14B-BC23-ECF64BB0199F}" dt="2020-11-10T08:53:56.200" v="191"/>
          <ac:spMkLst>
            <pc:docMk/>
            <pc:sldMk cId="193669708" sldId="304"/>
            <ac:spMk id="257" creationId="{00000000-0000-0000-0000-000000000000}"/>
          </ac:spMkLst>
        </pc:spChg>
        <pc:spChg chg="mod">
          <ac:chgData name="Ivan Damnjanovic" userId="ac64187cd8522d98" providerId="LiveId" clId="{91E3140C-1B53-B14B-BC23-ECF64BB0199F}" dt="2020-11-10T08:53:56.200" v="191"/>
          <ac:spMkLst>
            <pc:docMk/>
            <pc:sldMk cId="193669708" sldId="304"/>
            <ac:spMk id="258" creationId="{00000000-0000-0000-0000-000000000000}"/>
          </ac:spMkLst>
        </pc:spChg>
        <pc:spChg chg="mod">
          <ac:chgData name="Ivan Damnjanovic" userId="ac64187cd8522d98" providerId="LiveId" clId="{91E3140C-1B53-B14B-BC23-ECF64BB0199F}" dt="2020-11-10T08:53:56.200" v="191"/>
          <ac:spMkLst>
            <pc:docMk/>
            <pc:sldMk cId="193669708" sldId="304"/>
            <ac:spMk id="259" creationId="{00000000-0000-0000-0000-000000000000}"/>
          </ac:spMkLst>
        </pc:spChg>
        <pc:spChg chg="mod">
          <ac:chgData name="Ivan Damnjanovic" userId="ac64187cd8522d98" providerId="LiveId" clId="{91E3140C-1B53-B14B-BC23-ECF64BB0199F}" dt="2020-11-10T08:53:56.200" v="191"/>
          <ac:spMkLst>
            <pc:docMk/>
            <pc:sldMk cId="193669708" sldId="304"/>
            <ac:spMk id="260" creationId="{00000000-0000-0000-0000-000000000000}"/>
          </ac:spMkLst>
        </pc:spChg>
        <pc:spChg chg="mod">
          <ac:chgData name="Ivan Damnjanovic" userId="ac64187cd8522d98" providerId="LiveId" clId="{91E3140C-1B53-B14B-BC23-ECF64BB0199F}" dt="2020-11-10T08:53:56.200" v="191"/>
          <ac:spMkLst>
            <pc:docMk/>
            <pc:sldMk cId="193669708" sldId="304"/>
            <ac:spMk id="261" creationId="{00000000-0000-0000-0000-000000000000}"/>
          </ac:spMkLst>
        </pc:spChg>
        <pc:spChg chg="mod">
          <ac:chgData name="Ivan Damnjanovic" userId="ac64187cd8522d98" providerId="LiveId" clId="{91E3140C-1B53-B14B-BC23-ECF64BB0199F}" dt="2020-11-10T08:53:56.200" v="191"/>
          <ac:spMkLst>
            <pc:docMk/>
            <pc:sldMk cId="193669708" sldId="304"/>
            <ac:spMk id="262" creationId="{00000000-0000-0000-0000-000000000000}"/>
          </ac:spMkLst>
        </pc:spChg>
        <pc:spChg chg="mod">
          <ac:chgData name="Ivan Damnjanovic" userId="ac64187cd8522d98" providerId="LiveId" clId="{91E3140C-1B53-B14B-BC23-ECF64BB0199F}" dt="2020-11-10T08:53:56.200" v="191"/>
          <ac:spMkLst>
            <pc:docMk/>
            <pc:sldMk cId="193669708" sldId="304"/>
            <ac:spMk id="263" creationId="{00000000-0000-0000-0000-000000000000}"/>
          </ac:spMkLst>
        </pc:spChg>
        <pc:spChg chg="mod">
          <ac:chgData name="Ivan Damnjanovic" userId="ac64187cd8522d98" providerId="LiveId" clId="{91E3140C-1B53-B14B-BC23-ECF64BB0199F}" dt="2020-11-10T08:53:56.200" v="191"/>
          <ac:spMkLst>
            <pc:docMk/>
            <pc:sldMk cId="193669708" sldId="304"/>
            <ac:spMk id="267" creationId="{00000000-0000-0000-0000-000000000000}"/>
          </ac:spMkLst>
        </pc:spChg>
        <pc:spChg chg="mod">
          <ac:chgData name="Ivan Damnjanovic" userId="ac64187cd8522d98" providerId="LiveId" clId="{91E3140C-1B53-B14B-BC23-ECF64BB0199F}" dt="2020-11-10T08:53:56.200" v="191"/>
          <ac:spMkLst>
            <pc:docMk/>
            <pc:sldMk cId="193669708" sldId="304"/>
            <ac:spMk id="268" creationId="{00000000-0000-0000-0000-000000000000}"/>
          </ac:spMkLst>
        </pc:spChg>
        <pc:spChg chg="mod">
          <ac:chgData name="Ivan Damnjanovic" userId="ac64187cd8522d98" providerId="LiveId" clId="{91E3140C-1B53-B14B-BC23-ECF64BB0199F}" dt="2020-11-10T08:53:56.200" v="191"/>
          <ac:spMkLst>
            <pc:docMk/>
            <pc:sldMk cId="193669708" sldId="304"/>
            <ac:spMk id="269" creationId="{00000000-0000-0000-0000-000000000000}"/>
          </ac:spMkLst>
        </pc:spChg>
        <pc:spChg chg="mod">
          <ac:chgData name="Ivan Damnjanovic" userId="ac64187cd8522d98" providerId="LiveId" clId="{91E3140C-1B53-B14B-BC23-ECF64BB0199F}" dt="2020-11-10T08:53:56.200" v="191"/>
          <ac:spMkLst>
            <pc:docMk/>
            <pc:sldMk cId="193669708" sldId="304"/>
            <ac:spMk id="270" creationId="{00000000-0000-0000-0000-000000000000}"/>
          </ac:spMkLst>
        </pc:spChg>
        <pc:spChg chg="mod">
          <ac:chgData name="Ivan Damnjanovic" userId="ac64187cd8522d98" providerId="LiveId" clId="{91E3140C-1B53-B14B-BC23-ECF64BB0199F}" dt="2020-11-10T08:53:56.200" v="191"/>
          <ac:spMkLst>
            <pc:docMk/>
            <pc:sldMk cId="193669708" sldId="304"/>
            <ac:spMk id="271" creationId="{00000000-0000-0000-0000-000000000000}"/>
          </ac:spMkLst>
        </pc:spChg>
        <pc:spChg chg="mod">
          <ac:chgData name="Ivan Damnjanovic" userId="ac64187cd8522d98" providerId="LiveId" clId="{91E3140C-1B53-B14B-BC23-ECF64BB0199F}" dt="2020-11-10T08:53:56.200" v="191"/>
          <ac:spMkLst>
            <pc:docMk/>
            <pc:sldMk cId="193669708" sldId="304"/>
            <ac:spMk id="272" creationId="{00000000-0000-0000-0000-000000000000}"/>
          </ac:spMkLst>
        </pc:spChg>
        <pc:spChg chg="mod">
          <ac:chgData name="Ivan Damnjanovic" userId="ac64187cd8522d98" providerId="LiveId" clId="{91E3140C-1B53-B14B-BC23-ECF64BB0199F}" dt="2020-11-10T08:53:56.200" v="191"/>
          <ac:spMkLst>
            <pc:docMk/>
            <pc:sldMk cId="193669708" sldId="304"/>
            <ac:spMk id="273" creationId="{00000000-0000-0000-0000-000000000000}"/>
          </ac:spMkLst>
        </pc:spChg>
        <pc:spChg chg="mod">
          <ac:chgData name="Ivan Damnjanovic" userId="ac64187cd8522d98" providerId="LiveId" clId="{91E3140C-1B53-B14B-BC23-ECF64BB0199F}" dt="2020-11-10T08:53:56.200" v="191"/>
          <ac:spMkLst>
            <pc:docMk/>
            <pc:sldMk cId="193669708" sldId="304"/>
            <ac:spMk id="274" creationId="{00000000-0000-0000-0000-000000000000}"/>
          </ac:spMkLst>
        </pc:spChg>
        <pc:spChg chg="mod">
          <ac:chgData name="Ivan Damnjanovic" userId="ac64187cd8522d98" providerId="LiveId" clId="{91E3140C-1B53-B14B-BC23-ECF64BB0199F}" dt="2020-11-10T08:53:56.200" v="191"/>
          <ac:spMkLst>
            <pc:docMk/>
            <pc:sldMk cId="193669708" sldId="304"/>
            <ac:spMk id="275" creationId="{00000000-0000-0000-0000-000000000000}"/>
          </ac:spMkLst>
        </pc:spChg>
        <pc:spChg chg="mod">
          <ac:chgData name="Ivan Damnjanovic" userId="ac64187cd8522d98" providerId="LiveId" clId="{91E3140C-1B53-B14B-BC23-ECF64BB0199F}" dt="2020-11-10T08:53:56.200" v="191"/>
          <ac:spMkLst>
            <pc:docMk/>
            <pc:sldMk cId="193669708" sldId="304"/>
            <ac:spMk id="276" creationId="{00000000-0000-0000-0000-000000000000}"/>
          </ac:spMkLst>
        </pc:spChg>
        <pc:spChg chg="mod">
          <ac:chgData name="Ivan Damnjanovic" userId="ac64187cd8522d98" providerId="LiveId" clId="{91E3140C-1B53-B14B-BC23-ECF64BB0199F}" dt="2020-11-10T08:53:56.200" v="191"/>
          <ac:spMkLst>
            <pc:docMk/>
            <pc:sldMk cId="193669708" sldId="304"/>
            <ac:spMk id="277" creationId="{00000000-0000-0000-0000-000000000000}"/>
          </ac:spMkLst>
        </pc:spChg>
        <pc:spChg chg="mod">
          <ac:chgData name="Ivan Damnjanovic" userId="ac64187cd8522d98" providerId="LiveId" clId="{91E3140C-1B53-B14B-BC23-ECF64BB0199F}" dt="2020-11-10T08:53:56.200" v="191"/>
          <ac:spMkLst>
            <pc:docMk/>
            <pc:sldMk cId="193669708" sldId="304"/>
            <ac:spMk id="278" creationId="{00000000-0000-0000-0000-000000000000}"/>
          </ac:spMkLst>
        </pc:spChg>
        <pc:spChg chg="mod">
          <ac:chgData name="Ivan Damnjanovic" userId="ac64187cd8522d98" providerId="LiveId" clId="{91E3140C-1B53-B14B-BC23-ECF64BB0199F}" dt="2020-11-10T08:53:56.200" v="191"/>
          <ac:spMkLst>
            <pc:docMk/>
            <pc:sldMk cId="193669708" sldId="304"/>
            <ac:spMk id="279" creationId="{00000000-0000-0000-0000-000000000000}"/>
          </ac:spMkLst>
        </pc:spChg>
        <pc:spChg chg="mod">
          <ac:chgData name="Ivan Damnjanovic" userId="ac64187cd8522d98" providerId="LiveId" clId="{91E3140C-1B53-B14B-BC23-ECF64BB0199F}" dt="2020-11-10T08:53:56.200" v="191"/>
          <ac:spMkLst>
            <pc:docMk/>
            <pc:sldMk cId="193669708" sldId="304"/>
            <ac:spMk id="280" creationId="{00000000-0000-0000-0000-000000000000}"/>
          </ac:spMkLst>
        </pc:spChg>
        <pc:spChg chg="mod">
          <ac:chgData name="Ivan Damnjanovic" userId="ac64187cd8522d98" providerId="LiveId" clId="{91E3140C-1B53-B14B-BC23-ECF64BB0199F}" dt="2020-11-10T08:53:56.200" v="191"/>
          <ac:spMkLst>
            <pc:docMk/>
            <pc:sldMk cId="193669708" sldId="304"/>
            <ac:spMk id="281" creationId="{00000000-0000-0000-0000-000000000000}"/>
          </ac:spMkLst>
        </pc:spChg>
        <pc:spChg chg="mod">
          <ac:chgData name="Ivan Damnjanovic" userId="ac64187cd8522d98" providerId="LiveId" clId="{91E3140C-1B53-B14B-BC23-ECF64BB0199F}" dt="2020-11-10T08:53:56.200" v="191"/>
          <ac:spMkLst>
            <pc:docMk/>
            <pc:sldMk cId="193669708" sldId="304"/>
            <ac:spMk id="282" creationId="{00000000-0000-0000-0000-000000000000}"/>
          </ac:spMkLst>
        </pc:spChg>
        <pc:spChg chg="mod">
          <ac:chgData name="Ivan Damnjanovic" userId="ac64187cd8522d98" providerId="LiveId" clId="{91E3140C-1B53-B14B-BC23-ECF64BB0199F}" dt="2020-11-10T08:53:56.200" v="191"/>
          <ac:spMkLst>
            <pc:docMk/>
            <pc:sldMk cId="193669708" sldId="304"/>
            <ac:spMk id="283" creationId="{00000000-0000-0000-0000-000000000000}"/>
          </ac:spMkLst>
        </pc:spChg>
        <pc:spChg chg="mod">
          <ac:chgData name="Ivan Damnjanovic" userId="ac64187cd8522d98" providerId="LiveId" clId="{91E3140C-1B53-B14B-BC23-ECF64BB0199F}" dt="2020-11-10T08:53:56.200" v="191"/>
          <ac:spMkLst>
            <pc:docMk/>
            <pc:sldMk cId="193669708" sldId="304"/>
            <ac:spMk id="284" creationId="{00000000-0000-0000-0000-000000000000}"/>
          </ac:spMkLst>
        </pc:spChg>
        <pc:spChg chg="mod">
          <ac:chgData name="Ivan Damnjanovic" userId="ac64187cd8522d98" providerId="LiveId" clId="{91E3140C-1B53-B14B-BC23-ECF64BB0199F}" dt="2020-11-10T08:53:56.200" v="191"/>
          <ac:spMkLst>
            <pc:docMk/>
            <pc:sldMk cId="193669708" sldId="304"/>
            <ac:spMk id="285" creationId="{00000000-0000-0000-0000-000000000000}"/>
          </ac:spMkLst>
        </pc:spChg>
        <pc:spChg chg="mod">
          <ac:chgData name="Ivan Damnjanovic" userId="ac64187cd8522d98" providerId="LiveId" clId="{91E3140C-1B53-B14B-BC23-ECF64BB0199F}" dt="2020-11-10T08:53:56.200" v="191"/>
          <ac:spMkLst>
            <pc:docMk/>
            <pc:sldMk cId="193669708" sldId="304"/>
            <ac:spMk id="286" creationId="{00000000-0000-0000-0000-000000000000}"/>
          </ac:spMkLst>
        </pc:spChg>
        <pc:spChg chg="mod">
          <ac:chgData name="Ivan Damnjanovic" userId="ac64187cd8522d98" providerId="LiveId" clId="{91E3140C-1B53-B14B-BC23-ECF64BB0199F}" dt="2020-11-10T08:53:56.200" v="191"/>
          <ac:spMkLst>
            <pc:docMk/>
            <pc:sldMk cId="193669708" sldId="304"/>
            <ac:spMk id="287" creationId="{00000000-0000-0000-0000-000000000000}"/>
          </ac:spMkLst>
        </pc:spChg>
        <pc:spChg chg="mod">
          <ac:chgData name="Ivan Damnjanovic" userId="ac64187cd8522d98" providerId="LiveId" clId="{91E3140C-1B53-B14B-BC23-ECF64BB0199F}" dt="2020-11-10T08:53:56.200" v="191"/>
          <ac:spMkLst>
            <pc:docMk/>
            <pc:sldMk cId="193669708" sldId="304"/>
            <ac:spMk id="288" creationId="{00000000-0000-0000-0000-000000000000}"/>
          </ac:spMkLst>
        </pc:spChg>
        <pc:spChg chg="mod">
          <ac:chgData name="Ivan Damnjanovic" userId="ac64187cd8522d98" providerId="LiveId" clId="{91E3140C-1B53-B14B-BC23-ECF64BB0199F}" dt="2020-11-10T08:53:56.200" v="191"/>
          <ac:spMkLst>
            <pc:docMk/>
            <pc:sldMk cId="193669708" sldId="304"/>
            <ac:spMk id="289" creationId="{00000000-0000-0000-0000-000000000000}"/>
          </ac:spMkLst>
        </pc:spChg>
        <pc:spChg chg="mod">
          <ac:chgData name="Ivan Damnjanovic" userId="ac64187cd8522d98" providerId="LiveId" clId="{91E3140C-1B53-B14B-BC23-ECF64BB0199F}" dt="2020-11-10T08:53:56.200" v="191"/>
          <ac:spMkLst>
            <pc:docMk/>
            <pc:sldMk cId="193669708" sldId="304"/>
            <ac:spMk id="290" creationId="{00000000-0000-0000-0000-000000000000}"/>
          </ac:spMkLst>
        </pc:spChg>
        <pc:spChg chg="mod">
          <ac:chgData name="Ivan Damnjanovic" userId="ac64187cd8522d98" providerId="LiveId" clId="{91E3140C-1B53-B14B-BC23-ECF64BB0199F}" dt="2020-11-10T08:53:56.200" v="191"/>
          <ac:spMkLst>
            <pc:docMk/>
            <pc:sldMk cId="193669708" sldId="304"/>
            <ac:spMk id="291" creationId="{00000000-0000-0000-0000-000000000000}"/>
          </ac:spMkLst>
        </pc:spChg>
        <pc:spChg chg="mod">
          <ac:chgData name="Ivan Damnjanovic" userId="ac64187cd8522d98" providerId="LiveId" clId="{91E3140C-1B53-B14B-BC23-ECF64BB0199F}" dt="2020-11-10T08:53:56.200" v="191"/>
          <ac:spMkLst>
            <pc:docMk/>
            <pc:sldMk cId="193669708" sldId="304"/>
            <ac:spMk id="292" creationId="{00000000-0000-0000-0000-000000000000}"/>
          </ac:spMkLst>
        </pc:spChg>
        <pc:spChg chg="mod">
          <ac:chgData name="Ivan Damnjanovic" userId="ac64187cd8522d98" providerId="LiveId" clId="{91E3140C-1B53-B14B-BC23-ECF64BB0199F}" dt="2020-11-10T08:53:56.200" v="191"/>
          <ac:spMkLst>
            <pc:docMk/>
            <pc:sldMk cId="193669708" sldId="304"/>
            <ac:spMk id="293" creationId="{00000000-0000-0000-0000-000000000000}"/>
          </ac:spMkLst>
        </pc:spChg>
        <pc:spChg chg="mod">
          <ac:chgData name="Ivan Damnjanovic" userId="ac64187cd8522d98" providerId="LiveId" clId="{91E3140C-1B53-B14B-BC23-ECF64BB0199F}" dt="2020-11-10T08:53:56.200" v="191"/>
          <ac:spMkLst>
            <pc:docMk/>
            <pc:sldMk cId="193669708" sldId="304"/>
            <ac:spMk id="296" creationId="{00000000-0000-0000-0000-000000000000}"/>
          </ac:spMkLst>
        </pc:spChg>
        <pc:spChg chg="mod">
          <ac:chgData name="Ivan Damnjanovic" userId="ac64187cd8522d98" providerId="LiveId" clId="{91E3140C-1B53-B14B-BC23-ECF64BB0199F}" dt="2020-11-10T08:53:56.200" v="191"/>
          <ac:spMkLst>
            <pc:docMk/>
            <pc:sldMk cId="193669708" sldId="304"/>
            <ac:spMk id="297" creationId="{00000000-0000-0000-0000-000000000000}"/>
          </ac:spMkLst>
        </pc:spChg>
        <pc:spChg chg="mod">
          <ac:chgData name="Ivan Damnjanovic" userId="ac64187cd8522d98" providerId="LiveId" clId="{91E3140C-1B53-B14B-BC23-ECF64BB0199F}" dt="2020-11-10T08:53:56.200" v="191"/>
          <ac:spMkLst>
            <pc:docMk/>
            <pc:sldMk cId="193669708" sldId="304"/>
            <ac:spMk id="298" creationId="{00000000-0000-0000-0000-000000000000}"/>
          </ac:spMkLst>
        </pc:spChg>
        <pc:spChg chg="mod">
          <ac:chgData name="Ivan Damnjanovic" userId="ac64187cd8522d98" providerId="LiveId" clId="{91E3140C-1B53-B14B-BC23-ECF64BB0199F}" dt="2020-11-10T08:53:56.200" v="191"/>
          <ac:spMkLst>
            <pc:docMk/>
            <pc:sldMk cId="193669708" sldId="304"/>
            <ac:spMk id="299" creationId="{00000000-0000-0000-0000-000000000000}"/>
          </ac:spMkLst>
        </pc:spChg>
        <pc:spChg chg="mod">
          <ac:chgData name="Ivan Damnjanovic" userId="ac64187cd8522d98" providerId="LiveId" clId="{91E3140C-1B53-B14B-BC23-ECF64BB0199F}" dt="2020-11-10T08:53:56.200" v="191"/>
          <ac:spMkLst>
            <pc:docMk/>
            <pc:sldMk cId="193669708" sldId="304"/>
            <ac:spMk id="300" creationId="{00000000-0000-0000-0000-000000000000}"/>
          </ac:spMkLst>
        </pc:spChg>
        <pc:spChg chg="mod">
          <ac:chgData name="Ivan Damnjanovic" userId="ac64187cd8522d98" providerId="LiveId" clId="{91E3140C-1B53-B14B-BC23-ECF64BB0199F}" dt="2020-11-10T08:53:56.200" v="191"/>
          <ac:spMkLst>
            <pc:docMk/>
            <pc:sldMk cId="193669708" sldId="304"/>
            <ac:spMk id="301" creationId="{00000000-0000-0000-0000-000000000000}"/>
          </ac:spMkLst>
        </pc:spChg>
        <pc:spChg chg="mod">
          <ac:chgData name="Ivan Damnjanovic" userId="ac64187cd8522d98" providerId="LiveId" clId="{91E3140C-1B53-B14B-BC23-ECF64BB0199F}" dt="2020-11-10T08:53:56.200" v="191"/>
          <ac:spMkLst>
            <pc:docMk/>
            <pc:sldMk cId="193669708" sldId="304"/>
            <ac:spMk id="302" creationId="{00000000-0000-0000-0000-000000000000}"/>
          </ac:spMkLst>
        </pc:spChg>
        <pc:spChg chg="mod">
          <ac:chgData name="Ivan Damnjanovic" userId="ac64187cd8522d98" providerId="LiveId" clId="{91E3140C-1B53-B14B-BC23-ECF64BB0199F}" dt="2020-11-10T08:53:56.200" v="191"/>
          <ac:spMkLst>
            <pc:docMk/>
            <pc:sldMk cId="193669708" sldId="304"/>
            <ac:spMk id="303" creationId="{00000000-0000-0000-0000-000000000000}"/>
          </ac:spMkLst>
        </pc:spChg>
        <pc:picChg chg="mod">
          <ac:chgData name="Ivan Damnjanovic" userId="ac64187cd8522d98" providerId="LiveId" clId="{91E3140C-1B53-B14B-BC23-ECF64BB0199F}" dt="2020-11-10T08:53:56.200" v="191"/>
          <ac:picMkLst>
            <pc:docMk/>
            <pc:sldMk cId="193669708" sldId="304"/>
            <ac:picMk id="294" creationId="{00000000-0000-0000-0000-000000000000}"/>
          </ac:picMkLst>
        </pc:picChg>
        <pc:picChg chg="mod">
          <ac:chgData name="Ivan Damnjanovic" userId="ac64187cd8522d98" providerId="LiveId" clId="{91E3140C-1B53-B14B-BC23-ECF64BB0199F}" dt="2020-11-10T08:53:56.200" v="191"/>
          <ac:picMkLst>
            <pc:docMk/>
            <pc:sldMk cId="193669708" sldId="304"/>
            <ac:picMk id="295" creationId="{00000000-0000-0000-0000-000000000000}"/>
          </ac:picMkLst>
        </pc:picChg>
        <pc:picChg chg="mod">
          <ac:chgData name="Ivan Damnjanovic" userId="ac64187cd8522d98" providerId="LiveId" clId="{91E3140C-1B53-B14B-BC23-ECF64BB0199F}" dt="2020-11-10T08:53:56.200" v="191"/>
          <ac:picMkLst>
            <pc:docMk/>
            <pc:sldMk cId="193669708" sldId="304"/>
            <ac:picMk id="304" creationId="{00000000-0000-0000-0000-000000000000}"/>
          </ac:picMkLst>
        </pc:picChg>
        <pc:cxnChg chg="mod">
          <ac:chgData name="Ivan Damnjanovic" userId="ac64187cd8522d98" providerId="LiveId" clId="{91E3140C-1B53-B14B-BC23-ECF64BB0199F}" dt="2020-11-10T08:53:56.200" v="191"/>
          <ac:cxnSpMkLst>
            <pc:docMk/>
            <pc:sldMk cId="193669708" sldId="304"/>
            <ac:cxnSpMk id="264" creationId="{00000000-0000-0000-0000-000000000000}"/>
          </ac:cxnSpMkLst>
        </pc:cxnChg>
        <pc:cxnChg chg="mod">
          <ac:chgData name="Ivan Damnjanovic" userId="ac64187cd8522d98" providerId="LiveId" clId="{91E3140C-1B53-B14B-BC23-ECF64BB0199F}" dt="2020-11-10T08:53:56.200" v="191"/>
          <ac:cxnSpMkLst>
            <pc:docMk/>
            <pc:sldMk cId="193669708" sldId="304"/>
            <ac:cxnSpMk id="265" creationId="{00000000-0000-0000-0000-000000000000}"/>
          </ac:cxnSpMkLst>
        </pc:cxnChg>
        <pc:cxnChg chg="mod">
          <ac:chgData name="Ivan Damnjanovic" userId="ac64187cd8522d98" providerId="LiveId" clId="{91E3140C-1B53-B14B-BC23-ECF64BB0199F}" dt="2020-11-10T08:53:56.200" v="191"/>
          <ac:cxnSpMkLst>
            <pc:docMk/>
            <pc:sldMk cId="193669708" sldId="304"/>
            <ac:cxnSpMk id="266" creationId="{00000000-0000-0000-0000-000000000000}"/>
          </ac:cxnSpMkLst>
        </pc:cxnChg>
      </pc:sldChg>
      <pc:sldChg chg="modSp mod modNotes modNotesTx">
        <pc:chgData name="Ivan Damnjanovic" userId="ac64187cd8522d98" providerId="LiveId" clId="{91E3140C-1B53-B14B-BC23-ECF64BB0199F}" dt="2020-11-10T11:44:06.861" v="4672" actId="14100"/>
        <pc:sldMkLst>
          <pc:docMk/>
          <pc:sldMk cId="1198535693" sldId="315"/>
        </pc:sldMkLst>
        <pc:spChg chg="mod">
          <ac:chgData name="Ivan Damnjanovic" userId="ac64187cd8522d98" providerId="LiveId" clId="{91E3140C-1B53-B14B-BC23-ECF64BB0199F}" dt="2020-11-10T08:53:56.200" v="191"/>
          <ac:spMkLst>
            <pc:docMk/>
            <pc:sldMk cId="1198535693" sldId="315"/>
            <ac:spMk id="3" creationId="{240B5048-FF8E-6A47-A1FA-144FCF86A749}"/>
          </ac:spMkLst>
        </pc:spChg>
        <pc:spChg chg="mod">
          <ac:chgData name="Ivan Damnjanovic" userId="ac64187cd8522d98" providerId="LiveId" clId="{91E3140C-1B53-B14B-BC23-ECF64BB0199F}" dt="2020-11-10T08:53:56.200" v="191"/>
          <ac:spMkLst>
            <pc:docMk/>
            <pc:sldMk cId="1198535693" sldId="315"/>
            <ac:spMk id="6" creationId="{16D46A63-4E94-4AE9-9D95-AD4304F2FC10}"/>
          </ac:spMkLst>
        </pc:spChg>
        <pc:spChg chg="mod">
          <ac:chgData name="Ivan Damnjanovic" userId="ac64187cd8522d98" providerId="LiveId" clId="{91E3140C-1B53-B14B-BC23-ECF64BB0199F}" dt="2020-11-10T08:53:56.200" v="191"/>
          <ac:spMkLst>
            <pc:docMk/>
            <pc:sldMk cId="1198535693" sldId="315"/>
            <ac:spMk id="32" creationId="{D459B1F3-1225-49D5-8231-1313FEBB7008}"/>
          </ac:spMkLst>
        </pc:spChg>
        <pc:spChg chg="mod">
          <ac:chgData name="Ivan Damnjanovic" userId="ac64187cd8522d98" providerId="LiveId" clId="{91E3140C-1B53-B14B-BC23-ECF64BB0199F}" dt="2020-11-10T11:44:06.861" v="4672" actId="14100"/>
          <ac:spMkLst>
            <pc:docMk/>
            <pc:sldMk cId="1198535693" sldId="315"/>
            <ac:spMk id="33" creationId="{5979E82E-E95E-4116-B566-4CD31FFF63B4}"/>
          </ac:spMkLst>
        </pc:spChg>
        <pc:spChg chg="mod">
          <ac:chgData name="Ivan Damnjanovic" userId="ac64187cd8522d98" providerId="LiveId" clId="{91E3140C-1B53-B14B-BC23-ECF64BB0199F}" dt="2020-11-10T08:53:56.200" v="191"/>
          <ac:spMkLst>
            <pc:docMk/>
            <pc:sldMk cId="1198535693" sldId="315"/>
            <ac:spMk id="63" creationId="{B689AC35-AF76-46C2-AAF1-1C309FACC2C9}"/>
          </ac:spMkLst>
        </pc:spChg>
        <pc:spChg chg="mod">
          <ac:chgData name="Ivan Damnjanovic" userId="ac64187cd8522d98" providerId="LiveId" clId="{91E3140C-1B53-B14B-BC23-ECF64BB0199F}" dt="2020-11-10T08:53:56.200" v="191"/>
          <ac:spMkLst>
            <pc:docMk/>
            <pc:sldMk cId="1198535693" sldId="315"/>
            <ac:spMk id="64" creationId="{AC30A684-4120-4B77-B255-925341D4D896}"/>
          </ac:spMkLst>
        </pc:spChg>
        <pc:spChg chg="mod">
          <ac:chgData name="Ivan Damnjanovic" userId="ac64187cd8522d98" providerId="LiveId" clId="{91E3140C-1B53-B14B-BC23-ECF64BB0199F}" dt="2020-11-10T08:53:56.200" v="191"/>
          <ac:spMkLst>
            <pc:docMk/>
            <pc:sldMk cId="1198535693" sldId="315"/>
            <ac:spMk id="65" creationId="{3F733AF1-878E-417C-88E3-AAB2BFA38B1F}"/>
          </ac:spMkLst>
        </pc:spChg>
        <pc:spChg chg="mod">
          <ac:chgData name="Ivan Damnjanovic" userId="ac64187cd8522d98" providerId="LiveId" clId="{91E3140C-1B53-B14B-BC23-ECF64BB0199F}" dt="2020-11-10T08:53:56.200" v="191"/>
          <ac:spMkLst>
            <pc:docMk/>
            <pc:sldMk cId="1198535693" sldId="315"/>
            <ac:spMk id="68" creationId="{7451B2B2-09D9-4603-8AA8-655A661512D6}"/>
          </ac:spMkLst>
        </pc:spChg>
        <pc:spChg chg="mod">
          <ac:chgData name="Ivan Damnjanovic" userId="ac64187cd8522d98" providerId="LiveId" clId="{91E3140C-1B53-B14B-BC23-ECF64BB0199F}" dt="2020-11-10T08:53:56.200" v="191"/>
          <ac:spMkLst>
            <pc:docMk/>
            <pc:sldMk cId="1198535693" sldId="315"/>
            <ac:spMk id="70" creationId="{3D6291DF-2C2A-4C4E-8869-E6A652CB54C1}"/>
          </ac:spMkLst>
        </pc:spChg>
        <pc:spChg chg="mod">
          <ac:chgData name="Ivan Damnjanovic" userId="ac64187cd8522d98" providerId="LiveId" clId="{91E3140C-1B53-B14B-BC23-ECF64BB0199F}" dt="2020-11-10T08:53:56.200" v="191"/>
          <ac:spMkLst>
            <pc:docMk/>
            <pc:sldMk cId="1198535693" sldId="315"/>
            <ac:spMk id="71" creationId="{4160D073-BD79-4D1D-90DA-273DFEDED3CB}"/>
          </ac:spMkLst>
        </pc:spChg>
        <pc:spChg chg="mod">
          <ac:chgData name="Ivan Damnjanovic" userId="ac64187cd8522d98" providerId="LiveId" clId="{91E3140C-1B53-B14B-BC23-ECF64BB0199F}" dt="2020-11-10T08:53:56.200" v="191"/>
          <ac:spMkLst>
            <pc:docMk/>
            <pc:sldMk cId="1198535693" sldId="315"/>
            <ac:spMk id="73" creationId="{4B89FE6A-AC5A-4511-9DC3-B9D03D4531AA}"/>
          </ac:spMkLst>
        </pc:spChg>
        <pc:spChg chg="mod">
          <ac:chgData name="Ivan Damnjanovic" userId="ac64187cd8522d98" providerId="LiveId" clId="{91E3140C-1B53-B14B-BC23-ECF64BB0199F}" dt="2020-11-10T08:53:56.200" v="191"/>
          <ac:spMkLst>
            <pc:docMk/>
            <pc:sldMk cId="1198535693" sldId="315"/>
            <ac:spMk id="75" creationId="{0DE4CA8B-7749-485A-BEE0-22E0E6D771E0}"/>
          </ac:spMkLst>
        </pc:spChg>
        <pc:spChg chg="mod">
          <ac:chgData name="Ivan Damnjanovic" userId="ac64187cd8522d98" providerId="LiveId" clId="{91E3140C-1B53-B14B-BC23-ECF64BB0199F}" dt="2020-11-10T08:53:56.200" v="191"/>
          <ac:spMkLst>
            <pc:docMk/>
            <pc:sldMk cId="1198535693" sldId="315"/>
            <ac:spMk id="76" creationId="{C36AFE49-2D3D-4BB5-889A-25AD6052FF38}"/>
          </ac:spMkLst>
        </pc:spChg>
        <pc:grpChg chg="mod">
          <ac:chgData name="Ivan Damnjanovic" userId="ac64187cd8522d98" providerId="LiveId" clId="{91E3140C-1B53-B14B-BC23-ECF64BB0199F}" dt="2020-11-10T08:53:56.200" v="191"/>
          <ac:grpSpMkLst>
            <pc:docMk/>
            <pc:sldMk cId="1198535693" sldId="315"/>
            <ac:grpSpMk id="27" creationId="{11222F9B-7526-42EA-B115-B2ACC83773A1}"/>
          </ac:grpSpMkLst>
        </pc:grpChg>
        <pc:grpChg chg="mod">
          <ac:chgData name="Ivan Damnjanovic" userId="ac64187cd8522d98" providerId="LiveId" clId="{91E3140C-1B53-B14B-BC23-ECF64BB0199F}" dt="2020-11-10T08:53:56.200" v="191"/>
          <ac:grpSpMkLst>
            <pc:docMk/>
            <pc:sldMk cId="1198535693" sldId="315"/>
            <ac:grpSpMk id="45" creationId="{A54D7476-AAD8-4DA4-BFBF-076A3516ECB3}"/>
          </ac:grpSpMkLst>
        </pc:grpChg>
        <pc:grpChg chg="mod">
          <ac:chgData name="Ivan Damnjanovic" userId="ac64187cd8522d98" providerId="LiveId" clId="{91E3140C-1B53-B14B-BC23-ECF64BB0199F}" dt="2020-11-10T08:53:56.200" v="191"/>
          <ac:grpSpMkLst>
            <pc:docMk/>
            <pc:sldMk cId="1198535693" sldId="315"/>
            <ac:grpSpMk id="46" creationId="{A3A9B559-AC8A-4B7C-A91D-E0F7678050B0}"/>
          </ac:grpSpMkLst>
        </pc:grpChg>
        <pc:grpChg chg="mod">
          <ac:chgData name="Ivan Damnjanovic" userId="ac64187cd8522d98" providerId="LiveId" clId="{91E3140C-1B53-B14B-BC23-ECF64BB0199F}" dt="2020-11-10T08:53:56.200" v="191"/>
          <ac:grpSpMkLst>
            <pc:docMk/>
            <pc:sldMk cId="1198535693" sldId="315"/>
            <ac:grpSpMk id="67" creationId="{6220EA56-16BF-4049-85FA-D7583AD17405}"/>
          </ac:grpSpMkLst>
        </pc:grpChg>
        <pc:grpChg chg="mod">
          <ac:chgData name="Ivan Damnjanovic" userId="ac64187cd8522d98" providerId="LiveId" clId="{91E3140C-1B53-B14B-BC23-ECF64BB0199F}" dt="2020-11-10T08:53:56.200" v="191"/>
          <ac:grpSpMkLst>
            <pc:docMk/>
            <pc:sldMk cId="1198535693" sldId="315"/>
            <ac:grpSpMk id="69" creationId="{62E8A053-DA03-4F6C-8902-9EF6BCE4B2A2}"/>
          </ac:grpSpMkLst>
        </pc:grpChg>
        <pc:grpChg chg="mod">
          <ac:chgData name="Ivan Damnjanovic" userId="ac64187cd8522d98" providerId="LiveId" clId="{91E3140C-1B53-B14B-BC23-ECF64BB0199F}" dt="2020-11-10T08:53:56.200" v="191"/>
          <ac:grpSpMkLst>
            <pc:docMk/>
            <pc:sldMk cId="1198535693" sldId="315"/>
            <ac:grpSpMk id="72" creationId="{26D63B00-289C-4CD5-89D9-B020C1E8227F}"/>
          </ac:grpSpMkLst>
        </pc:grpChg>
        <pc:grpChg chg="mod">
          <ac:chgData name="Ivan Damnjanovic" userId="ac64187cd8522d98" providerId="LiveId" clId="{91E3140C-1B53-B14B-BC23-ECF64BB0199F}" dt="2020-11-10T08:53:56.200" v="191"/>
          <ac:grpSpMkLst>
            <pc:docMk/>
            <pc:sldMk cId="1198535693" sldId="315"/>
            <ac:grpSpMk id="74" creationId="{44379DEB-F594-47FB-9C50-FF7116C8BF5F}"/>
          </ac:grpSpMkLst>
        </pc:grpChg>
        <pc:picChg chg="mod">
          <ac:chgData name="Ivan Damnjanovic" userId="ac64187cd8522d98" providerId="LiveId" clId="{91E3140C-1B53-B14B-BC23-ECF64BB0199F}" dt="2020-11-10T08:53:56.200" v="191"/>
          <ac:picMkLst>
            <pc:docMk/>
            <pc:sldMk cId="1198535693" sldId="315"/>
            <ac:picMk id="59" creationId="{44557717-AA78-481E-897A-EBD811D4435D}"/>
          </ac:picMkLst>
        </pc:picChg>
        <pc:picChg chg="mod">
          <ac:chgData name="Ivan Damnjanovic" userId="ac64187cd8522d98" providerId="LiveId" clId="{91E3140C-1B53-B14B-BC23-ECF64BB0199F}" dt="2020-11-10T08:53:56.200" v="191"/>
          <ac:picMkLst>
            <pc:docMk/>
            <pc:sldMk cId="1198535693" sldId="315"/>
            <ac:picMk id="82" creationId="{CE6442E0-A2C0-447A-9A06-C06FFA2B4D46}"/>
          </ac:picMkLst>
        </pc:picChg>
        <pc:cxnChg chg="mod">
          <ac:chgData name="Ivan Damnjanovic" userId="ac64187cd8522d98" providerId="LiveId" clId="{91E3140C-1B53-B14B-BC23-ECF64BB0199F}" dt="2020-11-10T08:53:56.200" v="191"/>
          <ac:cxnSpMkLst>
            <pc:docMk/>
            <pc:sldMk cId="1198535693" sldId="315"/>
            <ac:cxnSpMk id="77" creationId="{B7D1EC07-2D4C-4801-BE71-1440CE669CFD}"/>
          </ac:cxnSpMkLst>
        </pc:cxnChg>
        <pc:cxnChg chg="mod">
          <ac:chgData name="Ivan Damnjanovic" userId="ac64187cd8522d98" providerId="LiveId" clId="{91E3140C-1B53-B14B-BC23-ECF64BB0199F}" dt="2020-11-10T08:53:56.200" v="191"/>
          <ac:cxnSpMkLst>
            <pc:docMk/>
            <pc:sldMk cId="1198535693" sldId="315"/>
            <ac:cxnSpMk id="79" creationId="{72F0BBBE-50A4-45C2-A9C8-1F605C379C37}"/>
          </ac:cxnSpMkLst>
        </pc:cxnChg>
      </pc:sldChg>
      <pc:sldChg chg="modSp ord modNotes modNotesTx">
        <pc:chgData name="Ivan Damnjanovic" userId="ac64187cd8522d98" providerId="LiveId" clId="{91E3140C-1B53-B14B-BC23-ECF64BB0199F}" dt="2020-11-10T09:41:31.345" v="1313" actId="20577"/>
        <pc:sldMkLst>
          <pc:docMk/>
          <pc:sldMk cId="[redacted]" sldId="316"/>
        </pc:sldMkLst>
        <pc:spChg chg="mod">
          <ac:chgData name="Ivan Damnjanovic" userId="ac64187cd8522d98" providerId="LiveId" clId="{91E3140C-1B53-B14B-BC23-ECF64BB0199F}" dt="2020-11-10T08:53:56.200" v="191"/>
          <ac:spMkLst>
            <pc:docMk/>
            <pc:sldMk cId="[redacted]" sldId="316"/>
            <ac:spMk id="3" creationId="{96C91798-36A7-A745-AFAE-0D471968FB21}"/>
          </ac:spMkLst>
        </pc:spChg>
        <pc:spChg chg="mod">
          <ac:chgData name="Ivan Damnjanovic" userId="ac64187cd8522d98" providerId="LiveId" clId="{91E3140C-1B53-B14B-BC23-ECF64BB0199F}" dt="2020-11-10T08:53:56.200" v="191"/>
          <ac:spMkLst>
            <pc:docMk/>
            <pc:sldMk cId="[redacted]" sldId="316"/>
            <ac:spMk id="4" creationId="{F6FAF644-EC05-FE4D-ACA6-4701F3418458}"/>
          </ac:spMkLst>
        </pc:spChg>
        <pc:spChg chg="mod">
          <ac:chgData name="Ivan Damnjanovic" userId="ac64187cd8522d98" providerId="LiveId" clId="{91E3140C-1B53-B14B-BC23-ECF64BB0199F}" dt="2020-11-10T08:53:56.200" v="191"/>
          <ac:spMkLst>
            <pc:docMk/>
            <pc:sldMk cId="[redacted]" sldId="316"/>
            <ac:spMk id="169" creationId="{00000000-0000-0000-0000-000000000000}"/>
          </ac:spMkLst>
        </pc:spChg>
      </pc:sldChg>
      <pc:sldChg chg="addSp modSp mod">
        <pc:chgData name="Ivan Damnjanovic" userId="ac64187cd8522d98" providerId="LiveId" clId="{91E3140C-1B53-B14B-BC23-ECF64BB0199F}" dt="2020-11-10T10:39:13.413" v="4124" actId="20577"/>
        <pc:sldMkLst>
          <pc:docMk/>
          <pc:sldMk cId="[redacted]" sldId="339"/>
        </pc:sldMkLst>
        <pc:spChg chg="add mod">
          <ac:chgData name="Ivan Damnjanovic" userId="ac64187cd8522d98" providerId="LiveId" clId="{91E3140C-1B53-B14B-BC23-ECF64BB0199F}" dt="2020-11-10T10:37:51.061" v="4077" actId="1076"/>
          <ac:spMkLst>
            <pc:docMk/>
            <pc:sldMk cId="[redacted]" sldId="339"/>
            <ac:spMk id="2" creationId="{CF37EA23-0A53-A743-A330-CC3D675EF4E3}"/>
          </ac:spMkLst>
        </pc:spChg>
        <pc:spChg chg="mod">
          <ac:chgData name="Ivan Damnjanovic" userId="ac64187cd8522d98" providerId="LiveId" clId="{91E3140C-1B53-B14B-BC23-ECF64BB0199F}" dt="2020-11-10T10:39:13.413" v="4124" actId="20577"/>
          <ac:spMkLst>
            <pc:docMk/>
            <pc:sldMk cId="[redacted]" sldId="339"/>
            <ac:spMk id="6" creationId="{8A9A674A-E934-41FC-A6B0-B25E4FB57122}"/>
          </ac:spMkLst>
        </pc:spChg>
        <pc:picChg chg="mod">
          <ac:chgData name="Ivan Damnjanovic" userId="ac64187cd8522d98" providerId="LiveId" clId="{91E3140C-1B53-B14B-BC23-ECF64BB0199F}" dt="2020-11-10T08:53:56.200" v="191"/>
          <ac:picMkLst>
            <pc:docMk/>
            <pc:sldMk cId="[redacted]" sldId="339"/>
            <ac:picMk id="3" creationId="{07EFB5AD-E5F6-C14F-BA4C-304D7107331E}"/>
          </ac:picMkLst>
        </pc:picChg>
      </pc:sldChg>
      <pc:sldChg chg="delSp modSp del mod modNotes modNotesTx">
        <pc:chgData name="Ivan Damnjanovic" userId="ac64187cd8522d98" providerId="LiveId" clId="{91E3140C-1B53-B14B-BC23-ECF64BB0199F}" dt="2020-11-10T09:56:16.540" v="1761" actId="2696"/>
        <pc:sldMkLst>
          <pc:docMk/>
          <pc:sldMk cId="1151085403" sldId="344"/>
        </pc:sldMkLst>
        <pc:spChg chg="mod">
          <ac:chgData name="Ivan Damnjanovic" userId="ac64187cd8522d98" providerId="LiveId" clId="{91E3140C-1B53-B14B-BC23-ECF64BB0199F}" dt="2020-11-10T08:53:56.200" v="191"/>
          <ac:spMkLst>
            <pc:docMk/>
            <pc:sldMk cId="1151085403" sldId="344"/>
            <ac:spMk id="6" creationId="{07995164-3ECE-B44E-9A8C-A9137222E9FD}"/>
          </ac:spMkLst>
        </pc:spChg>
        <pc:spChg chg="del mod">
          <ac:chgData name="Ivan Damnjanovic" userId="ac64187cd8522d98" providerId="LiveId" clId="{91E3140C-1B53-B14B-BC23-ECF64BB0199F}" dt="2020-11-10T09:55:29.176" v="1757" actId="478"/>
          <ac:spMkLst>
            <pc:docMk/>
            <pc:sldMk cId="1151085403" sldId="344"/>
            <ac:spMk id="8" creationId="{8F739204-B3E9-5B43-BAFE-346A65F19D02}"/>
          </ac:spMkLst>
        </pc:spChg>
        <pc:spChg chg="mod">
          <ac:chgData name="Ivan Damnjanovic" userId="ac64187cd8522d98" providerId="LiveId" clId="{91E3140C-1B53-B14B-BC23-ECF64BB0199F}" dt="2020-11-10T08:53:56.200" v="191"/>
          <ac:spMkLst>
            <pc:docMk/>
            <pc:sldMk cId="1151085403" sldId="344"/>
            <ac:spMk id="117" creationId="{00000000-0000-0000-0000-000000000000}"/>
          </ac:spMkLst>
        </pc:spChg>
        <pc:picChg chg="mod">
          <ac:chgData name="Ivan Damnjanovic" userId="ac64187cd8522d98" providerId="LiveId" clId="{91E3140C-1B53-B14B-BC23-ECF64BB0199F}" dt="2020-11-10T08:53:56.200" v="191"/>
          <ac:picMkLst>
            <pc:docMk/>
            <pc:sldMk cId="1151085403" sldId="344"/>
            <ac:picMk id="4" creationId="{3E0EDAEF-00CD-2143-86EA-BF63AC266CA0}"/>
          </ac:picMkLst>
        </pc:picChg>
      </pc:sldChg>
      <pc:sldChg chg="modSp del modNotes">
        <pc:chgData name="Ivan Damnjanovic" userId="ac64187cd8522d98" providerId="LiveId" clId="{91E3140C-1B53-B14B-BC23-ECF64BB0199F}" dt="2020-11-10T09:47:12.166" v="1662" actId="2696"/>
        <pc:sldMkLst>
          <pc:docMk/>
          <pc:sldMk cId="427404093" sldId="345"/>
        </pc:sldMkLst>
        <pc:spChg chg="mod">
          <ac:chgData name="Ivan Damnjanovic" userId="ac64187cd8522d98" providerId="LiveId" clId="{91E3140C-1B53-B14B-BC23-ECF64BB0199F}" dt="2020-11-10T08:53:56.200" v="191"/>
          <ac:spMkLst>
            <pc:docMk/>
            <pc:sldMk cId="427404093" sldId="345"/>
            <ac:spMk id="2" creationId="{803552ED-780B-BF4D-926D-55232410A9EC}"/>
          </ac:spMkLst>
        </pc:spChg>
        <pc:spChg chg="mod">
          <ac:chgData name="Ivan Damnjanovic" userId="ac64187cd8522d98" providerId="LiveId" clId="{91E3140C-1B53-B14B-BC23-ECF64BB0199F}" dt="2020-11-10T08:53:56.200" v="191"/>
          <ac:spMkLst>
            <pc:docMk/>
            <pc:sldMk cId="427404093" sldId="345"/>
            <ac:spMk id="5" creationId="{DC8EA47E-6DF6-A743-BF9E-1DC54DD47AF9}"/>
          </ac:spMkLst>
        </pc:spChg>
        <pc:spChg chg="mod">
          <ac:chgData name="Ivan Damnjanovic" userId="ac64187cd8522d98" providerId="LiveId" clId="{91E3140C-1B53-B14B-BC23-ECF64BB0199F}" dt="2020-11-10T08:53:56.200" v="191"/>
          <ac:spMkLst>
            <pc:docMk/>
            <pc:sldMk cId="427404093" sldId="345"/>
            <ac:spMk id="246" creationId="{00000000-0000-0000-0000-000000000000}"/>
          </ac:spMkLst>
        </pc:spChg>
      </pc:sldChg>
      <pc:sldChg chg="modSp mod">
        <pc:chgData name="Ivan Damnjanovic" userId="ac64187cd8522d98" providerId="LiveId" clId="{91E3140C-1B53-B14B-BC23-ECF64BB0199F}" dt="2020-11-10T10:40:59.336" v="4266" actId="1076"/>
        <pc:sldMkLst>
          <pc:docMk/>
          <pc:sldMk cId="1575612198" sldId="346"/>
        </pc:sldMkLst>
        <pc:spChg chg="mod">
          <ac:chgData name="Ivan Damnjanovic" userId="ac64187cd8522d98" providerId="LiveId" clId="{91E3140C-1B53-B14B-BC23-ECF64BB0199F}" dt="2020-11-10T10:40:59.336" v="4266" actId="1076"/>
          <ac:spMkLst>
            <pc:docMk/>
            <pc:sldMk cId="1575612198" sldId="346"/>
            <ac:spMk id="2" creationId="{ED2795B0-35B3-1D40-A27B-D18CC3F07C66}"/>
          </ac:spMkLst>
        </pc:spChg>
        <pc:spChg chg="mod">
          <ac:chgData name="Ivan Damnjanovic" userId="ac64187cd8522d98" providerId="LiveId" clId="{91E3140C-1B53-B14B-BC23-ECF64BB0199F}" dt="2020-11-10T08:53:56.200" v="191"/>
          <ac:spMkLst>
            <pc:docMk/>
            <pc:sldMk cId="1575612198" sldId="346"/>
            <ac:spMk id="8" creationId="{0A88F81B-CE88-4043-AC71-DE8F38C71B98}"/>
          </ac:spMkLst>
        </pc:spChg>
        <pc:spChg chg="mod">
          <ac:chgData name="Ivan Damnjanovic" userId="ac64187cd8522d98" providerId="LiveId" clId="{91E3140C-1B53-B14B-BC23-ECF64BB0199F}" dt="2020-11-10T08:53:56.200" v="191"/>
          <ac:spMkLst>
            <pc:docMk/>
            <pc:sldMk cId="1575612198" sldId="346"/>
            <ac:spMk id="9" creationId="{DBC212AB-D923-4543-9CD9-9FDCCB1D6193}"/>
          </ac:spMkLst>
        </pc:spChg>
        <pc:picChg chg="mod">
          <ac:chgData name="Ivan Damnjanovic" userId="ac64187cd8522d98" providerId="LiveId" clId="{91E3140C-1B53-B14B-BC23-ECF64BB0199F}" dt="2020-11-10T09:55:50.312" v="1760" actId="1076"/>
          <ac:picMkLst>
            <pc:docMk/>
            <pc:sldMk cId="1575612198" sldId="346"/>
            <ac:picMk id="47" creationId="{502F3177-08F6-BB42-8DE1-5AC73297C37B}"/>
          </ac:picMkLst>
        </pc:picChg>
        <pc:picChg chg="mod">
          <ac:chgData name="Ivan Damnjanovic" userId="ac64187cd8522d98" providerId="LiveId" clId="{91E3140C-1B53-B14B-BC23-ECF64BB0199F}" dt="2020-11-10T08:53:56.200" v="191"/>
          <ac:picMkLst>
            <pc:docMk/>
            <pc:sldMk cId="1575612198" sldId="346"/>
            <ac:picMk id="49" creationId="{940A45B0-4F23-4E46-8390-528DEA093558}"/>
          </ac:picMkLst>
        </pc:picChg>
        <pc:picChg chg="mod">
          <ac:chgData name="Ivan Damnjanovic" userId="ac64187cd8522d98" providerId="LiveId" clId="{91E3140C-1B53-B14B-BC23-ECF64BB0199F}" dt="2020-11-10T08:53:56.200" v="191"/>
          <ac:picMkLst>
            <pc:docMk/>
            <pc:sldMk cId="1575612198" sldId="346"/>
            <ac:picMk id="51" creationId="{F499B3E2-31E3-FA42-B5DD-7C636C42932B}"/>
          </ac:picMkLst>
        </pc:picChg>
      </pc:sldChg>
      <pc:sldChg chg="modSp mod modNotes">
        <pc:chgData name="Ivan Damnjanovic" userId="ac64187cd8522d98" providerId="LiveId" clId="{91E3140C-1B53-B14B-BC23-ECF64BB0199F}" dt="2020-11-10T10:05:52.305" v="1987" actId="14100"/>
        <pc:sldMkLst>
          <pc:docMk/>
          <pc:sldMk cId="[redacted]" sldId="349"/>
        </pc:sldMkLst>
        <pc:spChg chg="mod">
          <ac:chgData name="Ivan Damnjanovic" userId="ac64187cd8522d98" providerId="LiveId" clId="{91E3140C-1B53-B14B-BC23-ECF64BB0199F}" dt="2020-11-10T08:53:56.200" v="191"/>
          <ac:spMkLst>
            <pc:docMk/>
            <pc:sldMk cId="[redacted]" sldId="349"/>
            <ac:spMk id="2" creationId="{113A8DE6-92B7-2A44-AA91-5F3989DB8158}"/>
          </ac:spMkLst>
        </pc:spChg>
        <pc:spChg chg="mod">
          <ac:chgData name="Ivan Damnjanovic" userId="ac64187cd8522d98" providerId="LiveId" clId="{91E3140C-1B53-B14B-BC23-ECF64BB0199F}" dt="2020-11-10T08:53:56.200" v="191"/>
          <ac:spMkLst>
            <pc:docMk/>
            <pc:sldMk cId="[redacted]" sldId="349"/>
            <ac:spMk id="3" creationId="{11CCD537-7FBE-BC4D-9C18-791444438179}"/>
          </ac:spMkLst>
        </pc:spChg>
        <pc:spChg chg="mod">
          <ac:chgData name="Ivan Damnjanovic" userId="ac64187cd8522d98" providerId="LiveId" clId="{91E3140C-1B53-B14B-BC23-ECF64BB0199F}" dt="2020-11-10T10:05:52.305" v="1987" actId="14100"/>
          <ac:spMkLst>
            <pc:docMk/>
            <pc:sldMk cId="[redacted]" sldId="349"/>
            <ac:spMk id="5" creationId="{508BF0DC-3FD8-AB47-82D2-798F6A75E8C9}"/>
          </ac:spMkLst>
        </pc:spChg>
      </pc:sldChg>
      <pc:sldChg chg="modSp del mod">
        <pc:chgData name="Ivan Damnjanovic" userId="ac64187cd8522d98" providerId="LiveId" clId="{91E3140C-1B53-B14B-BC23-ECF64BB0199F}" dt="2020-11-10T09:37:54.533" v="906" actId="2696"/>
        <pc:sldMkLst>
          <pc:docMk/>
          <pc:sldMk cId="[redacted]" sldId="350"/>
        </pc:sldMkLst>
        <pc:spChg chg="mod">
          <ac:chgData name="Ivan Damnjanovic" userId="ac64187cd8522d98" providerId="LiveId" clId="{91E3140C-1B53-B14B-BC23-ECF64BB0199F}" dt="2020-11-10T08:53:56.200" v="191"/>
          <ac:spMkLst>
            <pc:docMk/>
            <pc:sldMk cId="[redacted]" sldId="350"/>
            <ac:spMk id="4" creationId="{B99EE52E-1B3B-F542-8E98-1E85EBC6318C}"/>
          </ac:spMkLst>
        </pc:spChg>
        <pc:spChg chg="mod">
          <ac:chgData name="Ivan Damnjanovic" userId="ac64187cd8522d98" providerId="LiveId" clId="{91E3140C-1B53-B14B-BC23-ECF64BB0199F}" dt="2020-11-10T08:53:56.200" v="191"/>
          <ac:spMkLst>
            <pc:docMk/>
            <pc:sldMk cId="[redacted]" sldId="350"/>
            <ac:spMk id="5" creationId="{8BC37BE6-3E50-DF4E-8777-1A20966B0FAE}"/>
          </ac:spMkLst>
        </pc:spChg>
        <pc:spChg chg="mod">
          <ac:chgData name="Ivan Damnjanovic" userId="ac64187cd8522d98" providerId="LiveId" clId="{91E3140C-1B53-B14B-BC23-ECF64BB0199F}" dt="2020-11-10T09:37:36.775" v="904" actId="21"/>
          <ac:spMkLst>
            <pc:docMk/>
            <pc:sldMk cId="[redacted]" sldId="350"/>
            <ac:spMk id="6" creationId="{C6026ECB-3E3E-8845-AEAF-96DB10ABF420}"/>
          </ac:spMkLst>
        </pc:spChg>
        <pc:spChg chg="mod">
          <ac:chgData name="Ivan Damnjanovic" userId="ac64187cd8522d98" providerId="LiveId" clId="{91E3140C-1B53-B14B-BC23-ECF64BB0199F}" dt="2020-11-10T08:53:56.200" v="191"/>
          <ac:spMkLst>
            <pc:docMk/>
            <pc:sldMk cId="[redacted]" sldId="350"/>
            <ac:spMk id="7" creationId="{3ED2C49F-8D6C-FA49-A013-D04B084E7A35}"/>
          </ac:spMkLst>
        </pc:spChg>
        <pc:spChg chg="mod">
          <ac:chgData name="Ivan Damnjanovic" userId="ac64187cd8522d98" providerId="LiveId" clId="{91E3140C-1B53-B14B-BC23-ECF64BB0199F}" dt="2020-11-10T08:53:56.200" v="191"/>
          <ac:spMkLst>
            <pc:docMk/>
            <pc:sldMk cId="[redacted]" sldId="350"/>
            <ac:spMk id="9" creationId="{6E9050E3-ED2F-9C46-BCD7-C1AE12F5D9A8}"/>
          </ac:spMkLst>
        </pc:spChg>
        <pc:spChg chg="mod">
          <ac:chgData name="Ivan Damnjanovic" userId="ac64187cd8522d98" providerId="LiveId" clId="{91E3140C-1B53-B14B-BC23-ECF64BB0199F}" dt="2020-11-10T08:53:56.200" v="191"/>
          <ac:spMkLst>
            <pc:docMk/>
            <pc:sldMk cId="[redacted]" sldId="350"/>
            <ac:spMk id="10" creationId="{B3746A8D-72C7-BC49-87DB-67DD12A19A20}"/>
          </ac:spMkLst>
        </pc:spChg>
        <pc:spChg chg="mod">
          <ac:chgData name="Ivan Damnjanovic" userId="ac64187cd8522d98" providerId="LiveId" clId="{91E3140C-1B53-B14B-BC23-ECF64BB0199F}" dt="2020-11-10T08:53:56.200" v="191"/>
          <ac:spMkLst>
            <pc:docMk/>
            <pc:sldMk cId="[redacted]" sldId="350"/>
            <ac:spMk id="12" creationId="{261EF7A8-F669-A040-AB55-5FC21F720CBC}"/>
          </ac:spMkLst>
        </pc:spChg>
        <pc:spChg chg="mod">
          <ac:chgData name="Ivan Damnjanovic" userId="ac64187cd8522d98" providerId="LiveId" clId="{91E3140C-1B53-B14B-BC23-ECF64BB0199F}" dt="2020-11-10T08:53:56.200" v="191"/>
          <ac:spMkLst>
            <pc:docMk/>
            <pc:sldMk cId="[redacted]" sldId="350"/>
            <ac:spMk id="13" creationId="{88029429-1426-9B43-8D72-A337FB2FEE58}"/>
          </ac:spMkLst>
        </pc:spChg>
        <pc:spChg chg="mod">
          <ac:chgData name="Ivan Damnjanovic" userId="ac64187cd8522d98" providerId="LiveId" clId="{91E3140C-1B53-B14B-BC23-ECF64BB0199F}" dt="2020-11-10T08:53:56.200" v="191"/>
          <ac:spMkLst>
            <pc:docMk/>
            <pc:sldMk cId="[redacted]" sldId="350"/>
            <ac:spMk id="14" creationId="{9040AA8D-D3A8-DD4B-BBC8-CD7D3DF7A973}"/>
          </ac:spMkLst>
        </pc:spChg>
        <pc:spChg chg="mod">
          <ac:chgData name="Ivan Damnjanovic" userId="ac64187cd8522d98" providerId="LiveId" clId="{91E3140C-1B53-B14B-BC23-ECF64BB0199F}" dt="2020-11-10T08:53:56.200" v="191"/>
          <ac:spMkLst>
            <pc:docMk/>
            <pc:sldMk cId="[redacted]" sldId="350"/>
            <ac:spMk id="16" creationId="{244A2CEF-C137-5B4D-ADCB-14B5D0E4AB4D}"/>
          </ac:spMkLst>
        </pc:spChg>
        <pc:spChg chg="mod">
          <ac:chgData name="Ivan Damnjanovic" userId="ac64187cd8522d98" providerId="LiveId" clId="{91E3140C-1B53-B14B-BC23-ECF64BB0199F}" dt="2020-11-10T08:53:56.200" v="191"/>
          <ac:spMkLst>
            <pc:docMk/>
            <pc:sldMk cId="[redacted]" sldId="350"/>
            <ac:spMk id="17" creationId="{5BBF8629-96B2-A34D-B419-FEBEA3F6F4C5}"/>
          </ac:spMkLst>
        </pc:spChg>
        <pc:spChg chg="mod">
          <ac:chgData name="Ivan Damnjanovic" userId="ac64187cd8522d98" providerId="LiveId" clId="{91E3140C-1B53-B14B-BC23-ECF64BB0199F}" dt="2020-11-10T08:53:56.200" v="191"/>
          <ac:spMkLst>
            <pc:docMk/>
            <pc:sldMk cId="[redacted]" sldId="350"/>
            <ac:spMk id="27" creationId="{B221D6A9-9D39-CD43-97FA-60EE3D8C490A}"/>
          </ac:spMkLst>
        </pc:spChg>
        <pc:spChg chg="mod">
          <ac:chgData name="Ivan Damnjanovic" userId="ac64187cd8522d98" providerId="LiveId" clId="{91E3140C-1B53-B14B-BC23-ECF64BB0199F}" dt="2020-11-10T08:53:56.200" v="191"/>
          <ac:spMkLst>
            <pc:docMk/>
            <pc:sldMk cId="[redacted]" sldId="350"/>
            <ac:spMk id="28" creationId="{B5BC24F2-F38D-B947-9FC2-1DD0CFA328F4}"/>
          </ac:spMkLst>
        </pc:spChg>
        <pc:spChg chg="mod">
          <ac:chgData name="Ivan Damnjanovic" userId="ac64187cd8522d98" providerId="LiveId" clId="{91E3140C-1B53-B14B-BC23-ECF64BB0199F}" dt="2020-11-10T08:53:56.200" v="191"/>
          <ac:spMkLst>
            <pc:docMk/>
            <pc:sldMk cId="[redacted]" sldId="350"/>
            <ac:spMk id="29" creationId="{1A2289D8-5157-B048-8D81-06315F6995A3}"/>
          </ac:spMkLst>
        </pc:spChg>
        <pc:spChg chg="mod">
          <ac:chgData name="Ivan Damnjanovic" userId="ac64187cd8522d98" providerId="LiveId" clId="{91E3140C-1B53-B14B-BC23-ECF64BB0199F}" dt="2020-11-10T08:53:56.200" v="191"/>
          <ac:spMkLst>
            <pc:docMk/>
            <pc:sldMk cId="[redacted]" sldId="350"/>
            <ac:spMk id="30" creationId="{D2D3E7CD-C84A-714F-BE35-A8437329EE8F}"/>
          </ac:spMkLst>
        </pc:spChg>
      </pc:sldChg>
      <pc:sldChg chg="addSp delSp modSp mod modNotes">
        <pc:chgData name="Ivan Damnjanovic" userId="ac64187cd8522d98" providerId="LiveId" clId="{91E3140C-1B53-B14B-BC23-ECF64BB0199F}" dt="2020-11-10T11:28:54.970" v="4671" actId="20577"/>
        <pc:sldMkLst>
          <pc:docMk/>
          <pc:sldMk cId="[redacted]" sldId="351"/>
        </pc:sldMkLst>
        <pc:spChg chg="mod">
          <ac:chgData name="Ivan Damnjanovic" userId="ac64187cd8522d98" providerId="LiveId" clId="{91E3140C-1B53-B14B-BC23-ECF64BB0199F}" dt="2020-11-10T08:53:56.200" v="191"/>
          <ac:spMkLst>
            <pc:docMk/>
            <pc:sldMk cId="[redacted]" sldId="351"/>
            <ac:spMk id="2" creationId="{EE393505-CDE9-DC4C-97B1-4573CEF7E796}"/>
          </ac:spMkLst>
        </pc:spChg>
        <pc:spChg chg="mod">
          <ac:chgData name="Ivan Damnjanovic" userId="ac64187cd8522d98" providerId="LiveId" clId="{91E3140C-1B53-B14B-BC23-ECF64BB0199F}" dt="2020-11-10T09:15:33.894" v="646" actId="20577"/>
          <ac:spMkLst>
            <pc:docMk/>
            <pc:sldMk cId="[redacted]" sldId="351"/>
            <ac:spMk id="3" creationId="{81EC52A0-B39B-CD41-8A84-7440DE4707A2}"/>
          </ac:spMkLst>
        </pc:spChg>
        <pc:spChg chg="add del mod">
          <ac:chgData name="Ivan Damnjanovic" userId="ac64187cd8522d98" providerId="LiveId" clId="{91E3140C-1B53-B14B-BC23-ECF64BB0199F}" dt="2020-11-10T09:11:17.733" v="270" actId="478"/>
          <ac:spMkLst>
            <pc:docMk/>
            <pc:sldMk cId="[redacted]" sldId="351"/>
            <ac:spMk id="9" creationId="{9D8AF194-AE90-D64B-80A8-8EAABFE9E75F}"/>
          </ac:spMkLst>
        </pc:spChg>
        <pc:spChg chg="add del mod">
          <ac:chgData name="Ivan Damnjanovic" userId="ac64187cd8522d98" providerId="LiveId" clId="{91E3140C-1B53-B14B-BC23-ECF64BB0199F}" dt="2020-11-10T09:13:11.307" v="485"/>
          <ac:spMkLst>
            <pc:docMk/>
            <pc:sldMk cId="[redacted]" sldId="351"/>
            <ac:spMk id="10" creationId="{525EE2B5-1316-A844-8C3B-AA843FBDE7FA}"/>
          </ac:spMkLst>
        </pc:spChg>
        <pc:spChg chg="add del mod">
          <ac:chgData name="Ivan Damnjanovic" userId="ac64187cd8522d98" providerId="LiveId" clId="{91E3140C-1B53-B14B-BC23-ECF64BB0199F}" dt="2020-11-10T09:15:05.830" v="600" actId="478"/>
          <ac:spMkLst>
            <pc:docMk/>
            <pc:sldMk cId="[redacted]" sldId="351"/>
            <ac:spMk id="11" creationId="{683F90CD-F798-9240-B260-7F4B81C62A64}"/>
          </ac:spMkLst>
        </pc:spChg>
        <pc:spChg chg="add del mod">
          <ac:chgData name="Ivan Damnjanovic" userId="ac64187cd8522d98" providerId="LiveId" clId="{91E3140C-1B53-B14B-BC23-ECF64BB0199F}" dt="2020-11-10T09:13:42.866" v="492" actId="478"/>
          <ac:spMkLst>
            <pc:docMk/>
            <pc:sldMk cId="[redacted]" sldId="351"/>
            <ac:spMk id="12" creationId="{3EE96A11-59CE-264A-AAC6-E519C8466267}"/>
          </ac:spMkLst>
        </pc:spChg>
        <pc:spChg chg="add del mod">
          <ac:chgData name="Ivan Damnjanovic" userId="ac64187cd8522d98" providerId="LiveId" clId="{91E3140C-1B53-B14B-BC23-ECF64BB0199F}" dt="2020-11-10T09:14:31.055" v="513" actId="478"/>
          <ac:spMkLst>
            <pc:docMk/>
            <pc:sldMk cId="[redacted]" sldId="351"/>
            <ac:spMk id="13" creationId="{5895311C-48AE-BA4A-BE2B-FDBE6CD8C4DF}"/>
          </ac:spMkLst>
        </pc:spChg>
        <pc:spChg chg="add mod">
          <ac:chgData name="Ivan Damnjanovic" userId="ac64187cd8522d98" providerId="LiveId" clId="{91E3140C-1B53-B14B-BC23-ECF64BB0199F}" dt="2020-11-10T09:19:06.319" v="895" actId="20577"/>
          <ac:spMkLst>
            <pc:docMk/>
            <pc:sldMk cId="[redacted]" sldId="351"/>
            <ac:spMk id="14" creationId="{0FBA1071-FD05-C542-9CEB-22C4E71E66FE}"/>
          </ac:spMkLst>
        </pc:spChg>
        <pc:spChg chg="add mod">
          <ac:chgData name="Ivan Damnjanovic" userId="ac64187cd8522d98" providerId="LiveId" clId="{91E3140C-1B53-B14B-BC23-ECF64BB0199F}" dt="2020-11-10T09:17:36.877" v="752" actId="1076"/>
          <ac:spMkLst>
            <pc:docMk/>
            <pc:sldMk cId="[redacted]" sldId="351"/>
            <ac:spMk id="15" creationId="{AB285D44-9850-0548-8B10-045650F0BC08}"/>
          </ac:spMkLst>
        </pc:spChg>
        <pc:spChg chg="add mod">
          <ac:chgData name="Ivan Damnjanovic" userId="ac64187cd8522d98" providerId="LiveId" clId="{91E3140C-1B53-B14B-BC23-ECF64BB0199F}" dt="2020-11-10T09:17:33.683" v="750" actId="1076"/>
          <ac:spMkLst>
            <pc:docMk/>
            <pc:sldMk cId="[redacted]" sldId="351"/>
            <ac:spMk id="16" creationId="{2E8D30B6-C499-2440-A763-60979156EB24}"/>
          </ac:spMkLst>
        </pc:spChg>
        <pc:spChg chg="add mod">
          <ac:chgData name="Ivan Damnjanovic" userId="ac64187cd8522d98" providerId="LiveId" clId="{91E3140C-1B53-B14B-BC23-ECF64BB0199F}" dt="2020-11-10T09:18:52.841" v="884" actId="14100"/>
          <ac:spMkLst>
            <pc:docMk/>
            <pc:sldMk cId="[redacted]" sldId="351"/>
            <ac:spMk id="17" creationId="{0B09FD90-7FE9-0B44-B48C-BDE645DDFDCD}"/>
          </ac:spMkLst>
        </pc:spChg>
        <pc:spChg chg="add mod">
          <ac:chgData name="Ivan Damnjanovic" userId="ac64187cd8522d98" providerId="LiveId" clId="{91E3140C-1B53-B14B-BC23-ECF64BB0199F}" dt="2020-11-10T11:28:54.970" v="4671" actId="20577"/>
          <ac:spMkLst>
            <pc:docMk/>
            <pc:sldMk cId="[redacted]" sldId="351"/>
            <ac:spMk id="18" creationId="{3407B411-3530-DD47-B5F2-A9B7E2FE5F81}"/>
          </ac:spMkLst>
        </pc:spChg>
        <pc:picChg chg="add mod">
          <ac:chgData name="Ivan Damnjanovic" userId="ac64187cd8522d98" providerId="LiveId" clId="{91E3140C-1B53-B14B-BC23-ECF64BB0199F}" dt="2020-11-10T09:18:55.813" v="886" actId="1076"/>
          <ac:picMkLst>
            <pc:docMk/>
            <pc:sldMk cId="[redacted]" sldId="351"/>
            <ac:picMk id="5" creationId="{0254257A-8845-0E42-9651-37F42D1BBD71}"/>
          </ac:picMkLst>
        </pc:picChg>
        <pc:cxnChg chg="add del mod">
          <ac:chgData name="Ivan Damnjanovic" userId="ac64187cd8522d98" providerId="LiveId" clId="{91E3140C-1B53-B14B-BC23-ECF64BB0199F}" dt="2020-11-10T09:12:46.035" v="450" actId="478"/>
          <ac:cxnSpMkLst>
            <pc:docMk/>
            <pc:sldMk cId="[redacted]" sldId="351"/>
            <ac:cxnSpMk id="7" creationId="{F3C39965-C6CC-9840-96B4-6E003E83A559}"/>
          </ac:cxnSpMkLst>
        </pc:cxnChg>
      </pc:sldChg>
      <pc:sldChg chg="addSp delSp modSp new mod modClrScheme chgLayout modNotesTx">
        <pc:chgData name="Ivan Damnjanovic" userId="ac64187cd8522d98" providerId="LiveId" clId="{91E3140C-1B53-B14B-BC23-ECF64BB0199F}" dt="2020-11-10T10:34:05.611" v="4014" actId="20577"/>
        <pc:sldMkLst>
          <pc:docMk/>
          <pc:sldMk cId="[redacted]" sldId="352"/>
        </pc:sldMkLst>
        <pc:spChg chg="mod ord">
          <ac:chgData name="Ivan Damnjanovic" userId="ac64187cd8522d98" providerId="LiveId" clId="{91E3140C-1B53-B14B-BC23-ECF64BB0199F}" dt="2020-11-10T08:53:56.200" v="191"/>
          <ac:spMkLst>
            <pc:docMk/>
            <pc:sldMk cId="[redacted]" sldId="352"/>
            <ac:spMk id="2" creationId="{AF830C1A-99EF-604E-8311-80F68B597A7F}"/>
          </ac:spMkLst>
        </pc:spChg>
        <pc:spChg chg="add mod">
          <ac:chgData name="Ivan Damnjanovic" userId="ac64187cd8522d98" providerId="LiveId" clId="{91E3140C-1B53-B14B-BC23-ECF64BB0199F}" dt="2020-11-10T10:21:17.345" v="3345" actId="1036"/>
          <ac:spMkLst>
            <pc:docMk/>
            <pc:sldMk cId="[redacted]" sldId="352"/>
            <ac:spMk id="3" creationId="{39B9C2D7-A29C-AF4E-BFB7-388F62AF5B35}"/>
          </ac:spMkLst>
        </pc:spChg>
        <pc:spChg chg="add mod ord">
          <ac:chgData name="Ivan Damnjanovic" userId="ac64187cd8522d98" providerId="LiveId" clId="{91E3140C-1B53-B14B-BC23-ECF64BB0199F}" dt="2020-11-10T10:26:49.375" v="3765"/>
          <ac:spMkLst>
            <pc:docMk/>
            <pc:sldMk cId="[redacted]" sldId="352"/>
            <ac:spMk id="4" creationId="{E5B94C37-91CA-A44D-82AE-9097C68D4362}"/>
          </ac:spMkLst>
        </pc:spChg>
        <pc:spChg chg="add mod">
          <ac:chgData name="Ivan Damnjanovic" userId="ac64187cd8522d98" providerId="LiveId" clId="{91E3140C-1B53-B14B-BC23-ECF64BB0199F}" dt="2020-11-10T10:21:17.345" v="3345" actId="1036"/>
          <ac:spMkLst>
            <pc:docMk/>
            <pc:sldMk cId="[redacted]" sldId="352"/>
            <ac:spMk id="5" creationId="{1305F8B0-FE61-8143-9BD4-CADB9A5C420E}"/>
          </ac:spMkLst>
        </pc:spChg>
        <pc:spChg chg="add del mod">
          <ac:chgData name="Ivan Damnjanovic" userId="ac64187cd8522d98" providerId="LiveId" clId="{91E3140C-1B53-B14B-BC23-ECF64BB0199F}" dt="2020-11-10T10:17:33.096" v="2756" actId="478"/>
          <ac:spMkLst>
            <pc:docMk/>
            <pc:sldMk cId="[redacted]" sldId="352"/>
            <ac:spMk id="6" creationId="{5C8119A7-58F5-3343-BE7D-CC68A882B559}"/>
          </ac:spMkLst>
        </pc:spChg>
        <pc:spChg chg="add mod">
          <ac:chgData name="Ivan Damnjanovic" userId="ac64187cd8522d98" providerId="LiveId" clId="{91E3140C-1B53-B14B-BC23-ECF64BB0199F}" dt="2020-11-10T10:23:48.734" v="3664" actId="12789"/>
          <ac:spMkLst>
            <pc:docMk/>
            <pc:sldMk cId="[redacted]" sldId="352"/>
            <ac:spMk id="7" creationId="{4FBD7417-E5B7-C74D-BAEF-D522005271A1}"/>
          </ac:spMkLst>
        </pc:spChg>
        <pc:spChg chg="add mod">
          <ac:chgData name="Ivan Damnjanovic" userId="ac64187cd8522d98" providerId="LiveId" clId="{91E3140C-1B53-B14B-BC23-ECF64BB0199F}" dt="2020-11-10T10:21:17.345" v="3345" actId="1036"/>
          <ac:spMkLst>
            <pc:docMk/>
            <pc:sldMk cId="[redacted]" sldId="352"/>
            <ac:spMk id="8" creationId="{E4716F6E-C665-7F4B-A992-4DDAE482B309}"/>
          </ac:spMkLst>
        </pc:spChg>
        <pc:spChg chg="add mod">
          <ac:chgData name="Ivan Damnjanovic" userId="ac64187cd8522d98" providerId="LiveId" clId="{91E3140C-1B53-B14B-BC23-ECF64BB0199F}" dt="2020-11-10T10:21:17.345" v="3345" actId="1036"/>
          <ac:spMkLst>
            <pc:docMk/>
            <pc:sldMk cId="[redacted]" sldId="352"/>
            <ac:spMk id="9" creationId="{84F4E184-F3E1-6A49-8776-BFD55DE6C67F}"/>
          </ac:spMkLst>
        </pc:spChg>
        <pc:spChg chg="add del mod">
          <ac:chgData name="Ivan Damnjanovic" userId="ac64187cd8522d98" providerId="LiveId" clId="{91E3140C-1B53-B14B-BC23-ECF64BB0199F}" dt="2020-11-10T08:50:50.640" v="164" actId="478"/>
          <ac:spMkLst>
            <pc:docMk/>
            <pc:sldMk cId="[redacted]" sldId="352"/>
            <ac:spMk id="10" creationId="{3560BBED-B270-5B4F-8460-09BEED4F0164}"/>
          </ac:spMkLst>
        </pc:spChg>
        <pc:spChg chg="add mod">
          <ac:chgData name="Ivan Damnjanovic" userId="ac64187cd8522d98" providerId="LiveId" clId="{91E3140C-1B53-B14B-BC23-ECF64BB0199F}" dt="2020-11-10T10:21:17.345" v="3345" actId="1036"/>
          <ac:spMkLst>
            <pc:docMk/>
            <pc:sldMk cId="[redacted]" sldId="352"/>
            <ac:spMk id="11" creationId="{447C6E82-D35D-C342-A920-A5041B9BB2D7}"/>
          </ac:spMkLst>
        </pc:spChg>
        <pc:spChg chg="add del mod">
          <ac:chgData name="Ivan Damnjanovic" userId="ac64187cd8522d98" providerId="LiveId" clId="{91E3140C-1B53-B14B-BC23-ECF64BB0199F}" dt="2020-11-10T10:16:46.209" v="2685" actId="478"/>
          <ac:spMkLst>
            <pc:docMk/>
            <pc:sldMk cId="[redacted]" sldId="352"/>
            <ac:spMk id="12" creationId="{870D655F-4B6B-E84A-9748-A29183A0CAE2}"/>
          </ac:spMkLst>
        </pc:spChg>
        <pc:spChg chg="add mod">
          <ac:chgData name="Ivan Damnjanovic" userId="ac64187cd8522d98" providerId="LiveId" clId="{91E3140C-1B53-B14B-BC23-ECF64BB0199F}" dt="2020-11-10T10:34:05.611" v="4014" actId="20577"/>
          <ac:spMkLst>
            <pc:docMk/>
            <pc:sldMk cId="[redacted]" sldId="352"/>
            <ac:spMk id="13" creationId="{D01E86D6-2B05-C64E-86F7-C19B07A9A77A}"/>
          </ac:spMkLst>
        </pc:spChg>
        <pc:spChg chg="add mod">
          <ac:chgData name="Ivan Damnjanovic" userId="ac64187cd8522d98" providerId="LiveId" clId="{91E3140C-1B53-B14B-BC23-ECF64BB0199F}" dt="2020-11-10T10:21:17.345" v="3345" actId="1036"/>
          <ac:spMkLst>
            <pc:docMk/>
            <pc:sldMk cId="[redacted]" sldId="352"/>
            <ac:spMk id="14" creationId="{FE5596DB-362B-ED4E-84A4-8C1861515A8D}"/>
          </ac:spMkLst>
        </pc:spChg>
        <pc:spChg chg="add mod">
          <ac:chgData name="Ivan Damnjanovic" userId="ac64187cd8522d98" providerId="LiveId" clId="{91E3140C-1B53-B14B-BC23-ECF64BB0199F}" dt="2020-11-10T10:22:58.205" v="3644" actId="20577"/>
          <ac:spMkLst>
            <pc:docMk/>
            <pc:sldMk cId="[redacted]" sldId="352"/>
            <ac:spMk id="15" creationId="{FDC2A86A-1690-A74F-A19E-ADBAE0B3A299}"/>
          </ac:spMkLst>
        </pc:spChg>
        <pc:spChg chg="add mod">
          <ac:chgData name="Ivan Damnjanovic" userId="ac64187cd8522d98" providerId="LiveId" clId="{91E3140C-1B53-B14B-BC23-ECF64BB0199F}" dt="2020-11-10T10:30:45.734" v="3863" actId="1076"/>
          <ac:spMkLst>
            <pc:docMk/>
            <pc:sldMk cId="[redacted]" sldId="352"/>
            <ac:spMk id="16" creationId="{0E57E53C-50A5-BD4F-9957-0D0340ABCF1D}"/>
          </ac:spMkLst>
        </pc:spChg>
        <pc:spChg chg="add mod">
          <ac:chgData name="Ivan Damnjanovic" userId="ac64187cd8522d98" providerId="LiveId" clId="{91E3140C-1B53-B14B-BC23-ECF64BB0199F}" dt="2020-11-10T10:25:44.889" v="3708" actId="554"/>
          <ac:spMkLst>
            <pc:docMk/>
            <pc:sldMk cId="[redacted]" sldId="352"/>
            <ac:spMk id="17" creationId="{A5F2058D-483A-8442-ACA2-0DE8B2155778}"/>
          </ac:spMkLst>
        </pc:spChg>
        <pc:spChg chg="add mod">
          <ac:chgData name="Ivan Damnjanovic" userId="ac64187cd8522d98" providerId="LiveId" clId="{91E3140C-1B53-B14B-BC23-ECF64BB0199F}" dt="2020-11-10T10:24:11.722" v="3673" actId="20577"/>
          <ac:spMkLst>
            <pc:docMk/>
            <pc:sldMk cId="[redacted]" sldId="352"/>
            <ac:spMk id="18" creationId="{4F6508F7-DC4D-8245-BCBA-4FF9B1F03695}"/>
          </ac:spMkLst>
        </pc:spChg>
        <pc:spChg chg="add mod">
          <ac:chgData name="Ivan Damnjanovic" userId="ac64187cd8522d98" providerId="LiveId" clId="{91E3140C-1B53-B14B-BC23-ECF64BB0199F}" dt="2020-11-10T10:25:53.665" v="3710" actId="465"/>
          <ac:spMkLst>
            <pc:docMk/>
            <pc:sldMk cId="[redacted]" sldId="352"/>
            <ac:spMk id="19" creationId="{418D2E87-808A-C647-9BF0-003C87F48217}"/>
          </ac:spMkLst>
        </pc:spChg>
        <pc:spChg chg="add mod">
          <ac:chgData name="Ivan Damnjanovic" userId="ac64187cd8522d98" providerId="LiveId" clId="{91E3140C-1B53-B14B-BC23-ECF64BB0199F}" dt="2020-11-10T10:25:48.864" v="3709" actId="555"/>
          <ac:spMkLst>
            <pc:docMk/>
            <pc:sldMk cId="[redacted]" sldId="352"/>
            <ac:spMk id="20" creationId="{BFFD58C5-6B25-E048-85E1-5B0435738CBA}"/>
          </ac:spMkLst>
        </pc:spChg>
        <pc:spChg chg="add mod">
          <ac:chgData name="Ivan Damnjanovic" userId="ac64187cd8522d98" providerId="LiveId" clId="{91E3140C-1B53-B14B-BC23-ECF64BB0199F}" dt="2020-11-10T10:25:44.889" v="3708" actId="554"/>
          <ac:spMkLst>
            <pc:docMk/>
            <pc:sldMk cId="[redacted]" sldId="352"/>
            <ac:spMk id="21" creationId="{DACB02C7-09CF-5B46-9F7F-53476C32EBA5}"/>
          </ac:spMkLst>
        </pc:spChg>
        <pc:spChg chg="add mod">
          <ac:chgData name="Ivan Damnjanovic" userId="ac64187cd8522d98" providerId="LiveId" clId="{91E3140C-1B53-B14B-BC23-ECF64BB0199F}" dt="2020-11-10T10:30:17.140" v="3846" actId="1076"/>
          <ac:spMkLst>
            <pc:docMk/>
            <pc:sldMk cId="[redacted]" sldId="352"/>
            <ac:spMk id="22" creationId="{4A5F362E-8748-2E41-9E6D-4F78D1E259B1}"/>
          </ac:spMkLst>
        </pc:spChg>
        <pc:spChg chg="add mod">
          <ac:chgData name="Ivan Damnjanovic" userId="ac64187cd8522d98" providerId="LiveId" clId="{91E3140C-1B53-B14B-BC23-ECF64BB0199F}" dt="2020-11-10T10:26:00.667" v="3711" actId="465"/>
          <ac:spMkLst>
            <pc:docMk/>
            <pc:sldMk cId="[redacted]" sldId="352"/>
            <ac:spMk id="23" creationId="{A4502981-C8A0-444D-A3D5-AF0C3D4564A6}"/>
          </ac:spMkLst>
        </pc:spChg>
        <pc:spChg chg="add mod">
          <ac:chgData name="Ivan Damnjanovic" userId="ac64187cd8522d98" providerId="LiveId" clId="{91E3140C-1B53-B14B-BC23-ECF64BB0199F}" dt="2020-11-10T10:25:48.864" v="3709" actId="555"/>
          <ac:spMkLst>
            <pc:docMk/>
            <pc:sldMk cId="[redacted]" sldId="352"/>
            <ac:spMk id="24" creationId="{B79B6A4C-6B22-3441-B801-DEF4EB109C3F}"/>
          </ac:spMkLst>
        </pc:spChg>
        <pc:spChg chg="add mod">
          <ac:chgData name="Ivan Damnjanovic" userId="ac64187cd8522d98" providerId="LiveId" clId="{91E3140C-1B53-B14B-BC23-ECF64BB0199F}" dt="2020-11-10T10:25:53.665" v="3710" actId="465"/>
          <ac:spMkLst>
            <pc:docMk/>
            <pc:sldMk cId="[redacted]" sldId="352"/>
            <ac:spMk id="25" creationId="{7F907D75-E67A-9F4F-93C9-24B6E579E318}"/>
          </ac:spMkLst>
        </pc:spChg>
        <pc:cxnChg chg="add mod">
          <ac:chgData name="Ivan Damnjanovic" userId="ac64187cd8522d98" providerId="LiveId" clId="{91E3140C-1B53-B14B-BC23-ECF64BB0199F}" dt="2020-11-10T10:28:12.483" v="3781" actId="1582"/>
          <ac:cxnSpMkLst>
            <pc:docMk/>
            <pc:sldMk cId="[redacted]" sldId="352"/>
            <ac:cxnSpMk id="26" creationId="{74534944-AE72-3F4F-AB3C-5AA12E4BE584}"/>
          </ac:cxnSpMkLst>
        </pc:cxnChg>
        <pc:cxnChg chg="add mod">
          <ac:chgData name="Ivan Damnjanovic" userId="ac64187cd8522d98" providerId="LiveId" clId="{91E3140C-1B53-B14B-BC23-ECF64BB0199F}" dt="2020-11-10T10:28:20.828" v="3785" actId="14100"/>
          <ac:cxnSpMkLst>
            <pc:docMk/>
            <pc:sldMk cId="[redacted]" sldId="352"/>
            <ac:cxnSpMk id="27" creationId="{F69E3050-CA90-C945-A2BD-7A458AFF075E}"/>
          </ac:cxnSpMkLst>
        </pc:cxnChg>
        <pc:cxnChg chg="add mod">
          <ac:chgData name="Ivan Damnjanovic" userId="ac64187cd8522d98" providerId="LiveId" clId="{91E3140C-1B53-B14B-BC23-ECF64BB0199F}" dt="2020-11-10T10:28:25.430" v="3788" actId="14100"/>
          <ac:cxnSpMkLst>
            <pc:docMk/>
            <pc:sldMk cId="[redacted]" sldId="352"/>
            <ac:cxnSpMk id="30" creationId="{9992B7A3-6E12-D94E-AC24-29072B97388B}"/>
          </ac:cxnSpMkLst>
        </pc:cxnChg>
        <pc:cxnChg chg="add mod">
          <ac:chgData name="Ivan Damnjanovic" userId="ac64187cd8522d98" providerId="LiveId" clId="{91E3140C-1B53-B14B-BC23-ECF64BB0199F}" dt="2020-11-10T10:28:33.496" v="3791" actId="14100"/>
          <ac:cxnSpMkLst>
            <pc:docMk/>
            <pc:sldMk cId="[redacted]" sldId="352"/>
            <ac:cxnSpMk id="33" creationId="{13F26A3B-1A2C-9945-8FF8-CC8CAFB9B34F}"/>
          </ac:cxnSpMkLst>
        </pc:cxnChg>
        <pc:cxnChg chg="add mod">
          <ac:chgData name="Ivan Damnjanovic" userId="ac64187cd8522d98" providerId="LiveId" clId="{91E3140C-1B53-B14B-BC23-ECF64BB0199F}" dt="2020-11-10T10:28:38.956" v="3794" actId="14100"/>
          <ac:cxnSpMkLst>
            <pc:docMk/>
            <pc:sldMk cId="[redacted]" sldId="352"/>
            <ac:cxnSpMk id="36" creationId="{5E04E9DC-7724-C540-A571-6A40FD851E3D}"/>
          </ac:cxnSpMkLst>
        </pc:cxnChg>
        <pc:cxnChg chg="add mod">
          <ac:chgData name="Ivan Damnjanovic" userId="ac64187cd8522d98" providerId="LiveId" clId="{91E3140C-1B53-B14B-BC23-ECF64BB0199F}" dt="2020-11-10T10:28:43.129" v="3797" actId="14100"/>
          <ac:cxnSpMkLst>
            <pc:docMk/>
            <pc:sldMk cId="[redacted]" sldId="352"/>
            <ac:cxnSpMk id="39" creationId="{24771930-4003-F342-8EC3-05078FC570EE}"/>
          </ac:cxnSpMkLst>
        </pc:cxnChg>
        <pc:cxnChg chg="add mod">
          <ac:chgData name="Ivan Damnjanovic" userId="ac64187cd8522d98" providerId="LiveId" clId="{91E3140C-1B53-B14B-BC23-ECF64BB0199F}" dt="2020-11-10T10:28:47.518" v="3800" actId="14100"/>
          <ac:cxnSpMkLst>
            <pc:docMk/>
            <pc:sldMk cId="[redacted]" sldId="352"/>
            <ac:cxnSpMk id="42" creationId="{8699972F-7A48-CA4A-B915-CA558D276DFC}"/>
          </ac:cxnSpMkLst>
        </pc:cxnChg>
        <pc:cxnChg chg="add mod">
          <ac:chgData name="Ivan Damnjanovic" userId="ac64187cd8522d98" providerId="LiveId" clId="{91E3140C-1B53-B14B-BC23-ECF64BB0199F}" dt="2020-11-10T10:28:54.601" v="3803" actId="14100"/>
          <ac:cxnSpMkLst>
            <pc:docMk/>
            <pc:sldMk cId="[redacted]" sldId="352"/>
            <ac:cxnSpMk id="45" creationId="{2F7EA076-4679-6348-954A-E48C5F4AD365}"/>
          </ac:cxnSpMkLst>
        </pc:cxnChg>
        <pc:cxnChg chg="add del mod">
          <ac:chgData name="Ivan Damnjanovic" userId="ac64187cd8522d98" providerId="LiveId" clId="{91E3140C-1B53-B14B-BC23-ECF64BB0199F}" dt="2020-11-10T10:29:00.081" v="3805" actId="478"/>
          <ac:cxnSpMkLst>
            <pc:docMk/>
            <pc:sldMk cId="[redacted]" sldId="352"/>
            <ac:cxnSpMk id="48" creationId="{1D38032E-5F8C-6B42-B5D4-550DA18B2DA7}"/>
          </ac:cxnSpMkLst>
        </pc:cxnChg>
        <pc:cxnChg chg="add mod">
          <ac:chgData name="Ivan Damnjanovic" userId="ac64187cd8522d98" providerId="LiveId" clId="{91E3140C-1B53-B14B-BC23-ECF64BB0199F}" dt="2020-11-10T10:29:13.981" v="3808" actId="208"/>
          <ac:cxnSpMkLst>
            <pc:docMk/>
            <pc:sldMk cId="[redacted]" sldId="352"/>
            <ac:cxnSpMk id="50" creationId="{5BC053B8-3287-104E-968F-22C72D936075}"/>
          </ac:cxnSpMkLst>
        </pc:cxnChg>
        <pc:cxnChg chg="add mod">
          <ac:chgData name="Ivan Damnjanovic" userId="ac64187cd8522d98" providerId="LiveId" clId="{91E3140C-1B53-B14B-BC23-ECF64BB0199F}" dt="2020-11-10T10:30:17.140" v="3846" actId="1076"/>
          <ac:cxnSpMkLst>
            <pc:docMk/>
            <pc:sldMk cId="[redacted]" sldId="352"/>
            <ac:cxnSpMk id="51" creationId="{51D6139D-EFC0-0D4C-B9E0-3C94971F9C3B}"/>
          </ac:cxnSpMkLst>
        </pc:cxnChg>
        <pc:cxnChg chg="add mod">
          <ac:chgData name="Ivan Damnjanovic" userId="ac64187cd8522d98" providerId="LiveId" clId="{91E3140C-1B53-B14B-BC23-ECF64BB0199F}" dt="2020-11-10T10:29:24.450" v="3815" actId="14100"/>
          <ac:cxnSpMkLst>
            <pc:docMk/>
            <pc:sldMk cId="[redacted]" sldId="352"/>
            <ac:cxnSpMk id="54" creationId="{A5378B88-FF86-B049-83D7-6F1853C892ED}"/>
          </ac:cxnSpMkLst>
        </pc:cxnChg>
        <pc:cxnChg chg="add mod">
          <ac:chgData name="Ivan Damnjanovic" userId="ac64187cd8522d98" providerId="LiveId" clId="{91E3140C-1B53-B14B-BC23-ECF64BB0199F}" dt="2020-11-10T10:29:28.488" v="3818" actId="14100"/>
          <ac:cxnSpMkLst>
            <pc:docMk/>
            <pc:sldMk cId="[redacted]" sldId="352"/>
            <ac:cxnSpMk id="57" creationId="{32B086E7-DA45-E745-A51F-F7F1B400207A}"/>
          </ac:cxnSpMkLst>
        </pc:cxnChg>
        <pc:cxnChg chg="add mod">
          <ac:chgData name="Ivan Damnjanovic" userId="ac64187cd8522d98" providerId="LiveId" clId="{91E3140C-1B53-B14B-BC23-ECF64BB0199F}" dt="2020-11-10T10:29:34.003" v="3821" actId="14100"/>
          <ac:cxnSpMkLst>
            <pc:docMk/>
            <pc:sldMk cId="[redacted]" sldId="352"/>
            <ac:cxnSpMk id="60" creationId="{0BA1A2C1-6609-4C47-8A84-EC17522A3D71}"/>
          </ac:cxnSpMkLst>
        </pc:cxnChg>
        <pc:cxnChg chg="add mod">
          <ac:chgData name="Ivan Damnjanovic" userId="ac64187cd8522d98" providerId="LiveId" clId="{91E3140C-1B53-B14B-BC23-ECF64BB0199F}" dt="2020-11-10T10:30:17.140" v="3846" actId="1076"/>
          <ac:cxnSpMkLst>
            <pc:docMk/>
            <pc:sldMk cId="[redacted]" sldId="352"/>
            <ac:cxnSpMk id="63" creationId="{415C7995-70DA-2B44-A29A-31F1DF17506A}"/>
          </ac:cxnSpMkLst>
        </pc:cxnChg>
        <pc:cxnChg chg="add mod">
          <ac:chgData name="Ivan Damnjanovic" userId="ac64187cd8522d98" providerId="LiveId" clId="{91E3140C-1B53-B14B-BC23-ECF64BB0199F}" dt="2020-11-10T10:29:53.111" v="3829" actId="14100"/>
          <ac:cxnSpMkLst>
            <pc:docMk/>
            <pc:sldMk cId="[redacted]" sldId="352"/>
            <ac:cxnSpMk id="68" creationId="{3D56101F-B386-254E-BA50-DECE59E48B08}"/>
          </ac:cxnSpMkLst>
        </pc:cxnChg>
        <pc:cxnChg chg="add mod">
          <ac:chgData name="Ivan Damnjanovic" userId="ac64187cd8522d98" providerId="LiveId" clId="{91E3140C-1B53-B14B-BC23-ECF64BB0199F}" dt="2020-11-10T10:29:57.237" v="3832" actId="14100"/>
          <ac:cxnSpMkLst>
            <pc:docMk/>
            <pc:sldMk cId="[redacted]" sldId="352"/>
            <ac:cxnSpMk id="71" creationId="{233EDECC-FFB0-854A-8227-19249DB139ED}"/>
          </ac:cxnSpMkLst>
        </pc:cxnChg>
        <pc:cxnChg chg="add mod">
          <ac:chgData name="Ivan Damnjanovic" userId="ac64187cd8522d98" providerId="LiveId" clId="{91E3140C-1B53-B14B-BC23-ECF64BB0199F}" dt="2020-11-10T10:30:05.478" v="3836" actId="14100"/>
          <ac:cxnSpMkLst>
            <pc:docMk/>
            <pc:sldMk cId="[redacted]" sldId="352"/>
            <ac:cxnSpMk id="74" creationId="{FE8B77FD-888D-8242-AB7E-0239B712779F}"/>
          </ac:cxnSpMkLst>
        </pc:cxnChg>
        <pc:cxnChg chg="add mod">
          <ac:chgData name="Ivan Damnjanovic" userId="ac64187cd8522d98" providerId="LiveId" clId="{91E3140C-1B53-B14B-BC23-ECF64BB0199F}" dt="2020-11-10T10:30:08.968" v="3839" actId="14100"/>
          <ac:cxnSpMkLst>
            <pc:docMk/>
            <pc:sldMk cId="[redacted]" sldId="352"/>
            <ac:cxnSpMk id="78" creationId="{29D535C1-35D1-A846-B4C6-046B3B444F80}"/>
          </ac:cxnSpMkLst>
        </pc:cxnChg>
        <pc:cxnChg chg="add mod">
          <ac:chgData name="Ivan Damnjanovic" userId="ac64187cd8522d98" providerId="LiveId" clId="{91E3140C-1B53-B14B-BC23-ECF64BB0199F}" dt="2020-11-10T10:30:17.140" v="3846" actId="1076"/>
          <ac:cxnSpMkLst>
            <pc:docMk/>
            <pc:sldMk cId="[redacted]" sldId="352"/>
            <ac:cxnSpMk id="81" creationId="{310ED4B5-8747-5447-BDA3-40C533E9951F}"/>
          </ac:cxnSpMkLst>
        </pc:cxnChg>
        <pc:cxnChg chg="add mod">
          <ac:chgData name="Ivan Damnjanovic" userId="ac64187cd8522d98" providerId="LiveId" clId="{91E3140C-1B53-B14B-BC23-ECF64BB0199F}" dt="2020-11-10T10:30:21.200" v="3847" actId="14100"/>
          <ac:cxnSpMkLst>
            <pc:docMk/>
            <pc:sldMk cId="[redacted]" sldId="352"/>
            <ac:cxnSpMk id="84" creationId="{1A9A0BA8-B804-B04F-ACC1-830EF3D8A78E}"/>
          </ac:cxnSpMkLst>
        </pc:cxnChg>
        <pc:cxnChg chg="add mod">
          <ac:chgData name="Ivan Damnjanovic" userId="ac64187cd8522d98" providerId="LiveId" clId="{91E3140C-1B53-B14B-BC23-ECF64BB0199F}" dt="2020-11-10T10:30:25.242" v="3850" actId="14100"/>
          <ac:cxnSpMkLst>
            <pc:docMk/>
            <pc:sldMk cId="[redacted]" sldId="352"/>
            <ac:cxnSpMk id="89" creationId="{19DD8668-538A-6E45-87D3-0FEA8E643482}"/>
          </ac:cxnSpMkLst>
        </pc:cxnChg>
        <pc:cxnChg chg="add mod">
          <ac:chgData name="Ivan Damnjanovic" userId="ac64187cd8522d98" providerId="LiveId" clId="{91E3140C-1B53-B14B-BC23-ECF64BB0199F}" dt="2020-11-10T10:30:29.660" v="3853" actId="14100"/>
          <ac:cxnSpMkLst>
            <pc:docMk/>
            <pc:sldMk cId="[redacted]" sldId="352"/>
            <ac:cxnSpMk id="92" creationId="{AFE3CCB6-E7D1-6D45-892E-8A3D17DAC434}"/>
          </ac:cxnSpMkLst>
        </pc:cxnChg>
        <pc:cxnChg chg="add mod">
          <ac:chgData name="Ivan Damnjanovic" userId="ac64187cd8522d98" providerId="LiveId" clId="{91E3140C-1B53-B14B-BC23-ECF64BB0199F}" dt="2020-11-10T10:30:33.880" v="3856" actId="14100"/>
          <ac:cxnSpMkLst>
            <pc:docMk/>
            <pc:sldMk cId="[redacted]" sldId="352"/>
            <ac:cxnSpMk id="95" creationId="{2A2DEFA4-BC67-E146-B24E-67CBCFCB4823}"/>
          </ac:cxnSpMkLst>
        </pc:cxnChg>
        <pc:cxnChg chg="add mod">
          <ac:chgData name="Ivan Damnjanovic" userId="ac64187cd8522d98" providerId="LiveId" clId="{91E3140C-1B53-B14B-BC23-ECF64BB0199F}" dt="2020-11-10T10:30:37.748" v="3859" actId="14100"/>
          <ac:cxnSpMkLst>
            <pc:docMk/>
            <pc:sldMk cId="[redacted]" sldId="352"/>
            <ac:cxnSpMk id="98" creationId="{21782B07-3231-D34C-B873-3D0E90245D00}"/>
          </ac:cxnSpMkLst>
        </pc:cxnChg>
        <pc:cxnChg chg="add mod">
          <ac:chgData name="Ivan Damnjanovic" userId="ac64187cd8522d98" providerId="LiveId" clId="{91E3140C-1B53-B14B-BC23-ECF64BB0199F}" dt="2020-11-10T10:30:48.271" v="3864" actId="14100"/>
          <ac:cxnSpMkLst>
            <pc:docMk/>
            <pc:sldMk cId="[redacted]" sldId="352"/>
            <ac:cxnSpMk id="101" creationId="{A9F46C5D-574D-A94D-AEED-AC759026A613}"/>
          </ac:cxnSpMkLst>
        </pc:cxnChg>
        <pc:cxnChg chg="add mod">
          <ac:chgData name="Ivan Damnjanovic" userId="ac64187cd8522d98" providerId="LiveId" clId="{91E3140C-1B53-B14B-BC23-ECF64BB0199F}" dt="2020-11-10T10:30:54.041" v="3867" actId="14100"/>
          <ac:cxnSpMkLst>
            <pc:docMk/>
            <pc:sldMk cId="[redacted]" sldId="352"/>
            <ac:cxnSpMk id="103" creationId="{F487BCC9-4EF6-1849-98E4-2AC6173785B2}"/>
          </ac:cxnSpMkLst>
        </pc:cxnChg>
        <pc:cxnChg chg="add mod">
          <ac:chgData name="Ivan Damnjanovic" userId="ac64187cd8522d98" providerId="LiveId" clId="{91E3140C-1B53-B14B-BC23-ECF64BB0199F}" dt="2020-11-10T10:30:58.892" v="3870" actId="14100"/>
          <ac:cxnSpMkLst>
            <pc:docMk/>
            <pc:sldMk cId="[redacted]" sldId="352"/>
            <ac:cxnSpMk id="106" creationId="{AAB9B3F0-1DAE-414F-BC9B-AFB2DA7735AE}"/>
          </ac:cxnSpMkLst>
        </pc:cxnChg>
        <pc:cxnChg chg="add mod">
          <ac:chgData name="Ivan Damnjanovic" userId="ac64187cd8522d98" providerId="LiveId" clId="{91E3140C-1B53-B14B-BC23-ECF64BB0199F}" dt="2020-11-10T10:31:05.425" v="3875" actId="14100"/>
          <ac:cxnSpMkLst>
            <pc:docMk/>
            <pc:sldMk cId="[redacted]" sldId="352"/>
            <ac:cxnSpMk id="109" creationId="{59C95BB2-580F-6045-A0D4-1720432E1DFD}"/>
          </ac:cxnSpMkLst>
        </pc:cxnChg>
      </pc:sldChg>
      <pc:sldMasterChg chg="modSp modSldLayout">
        <pc:chgData name="Ivan Damnjanovic" userId="ac64187cd8522d98" providerId="LiveId" clId="{91E3140C-1B53-B14B-BC23-ECF64BB0199F}" dt="2020-11-10T08:53:56.200" v="191"/>
        <pc:sldMasterMkLst>
          <pc:docMk/>
          <pc:sldMasterMk cId="1082210236" sldId="[redacted]"/>
        </pc:sldMasterMkLst>
        <pc:spChg chg="mod">
          <ac:chgData name="Ivan Damnjanovic" userId="ac64187cd8522d98" providerId="LiveId" clId="{91E3140C-1B53-B14B-BC23-ECF64BB0199F}" dt="2020-11-10T08:53:56.200" v="191"/>
          <ac:spMkLst>
            <pc:docMk/>
            <pc:sldMasterMk cId="1082210236" sldId="[redacted]"/>
            <ac:spMk id="2" creationId="{AA99DB1C-FC23-413E-8743-D7E0ABA35573}"/>
          </ac:spMkLst>
        </pc:spChg>
        <pc:spChg chg="mod">
          <ac:chgData name="Ivan Damnjanovic" userId="ac64187cd8522d98" providerId="LiveId" clId="{91E3140C-1B53-B14B-BC23-ECF64BB0199F}" dt="2020-11-10T08:53:56.200" v="191"/>
          <ac:spMkLst>
            <pc:docMk/>
            <pc:sldMasterMk cId="1082210236" sldId="[redacted]"/>
            <ac:spMk id="3" creationId="{703C863E-4EF3-4C2B-8FAC-E4E70EDCD8F3}"/>
          </ac:spMkLst>
        </pc:spChg>
        <pc:spChg chg="mod">
          <ac:chgData name="Ivan Damnjanovic" userId="ac64187cd8522d98" providerId="LiveId" clId="{91E3140C-1B53-B14B-BC23-ECF64BB0199F}" dt="2020-11-10T08:53:56.200" v="191"/>
          <ac:spMkLst>
            <pc:docMk/>
            <pc:sldMasterMk cId="1082210236" sldId="[redacted]"/>
            <ac:spMk id="4" creationId="{C0ACA65B-2F43-46D1-8D43-850C8F62D8B8}"/>
          </ac:spMkLst>
        </pc:spChg>
        <pc:spChg chg="mod">
          <ac:chgData name="Ivan Damnjanovic" userId="ac64187cd8522d98" providerId="LiveId" clId="{91E3140C-1B53-B14B-BC23-ECF64BB0199F}" dt="2020-11-10T08:53:56.200" v="191"/>
          <ac:spMkLst>
            <pc:docMk/>
            <pc:sldMasterMk cId="1082210236" sldId="[redacted]"/>
            <ac:spMk id="5" creationId="{0E07D30D-B5B1-40D4-A056-30060BBBB7C5}"/>
          </ac:spMkLst>
        </pc:spChg>
        <pc:spChg chg="mod">
          <ac:chgData name="Ivan Damnjanovic" userId="ac64187cd8522d98" providerId="LiveId" clId="{91E3140C-1B53-B14B-BC23-ECF64BB0199F}" dt="2020-11-10T08:53:56.200" v="191"/>
          <ac:spMkLst>
            <pc:docMk/>
            <pc:sldMasterMk cId="1082210236" sldId="[redacted]"/>
            <ac:spMk id="6" creationId="{17E3D8C2-4B34-4DC5-94B5-E417F9F44833}"/>
          </ac:spMkLst>
        </pc:spChg>
        <pc:spChg chg="mod">
          <ac:chgData name="Ivan Damnjanovic" userId="ac64187cd8522d98" providerId="LiveId" clId="{91E3140C-1B53-B14B-BC23-ECF64BB0199F}" dt="2020-11-10T08:53:56.200" v="191"/>
          <ac:spMkLst>
            <pc:docMk/>
            <pc:sldMasterMk cId="1082210236" sldId="[redacted]"/>
            <ac:spMk id="18" creationId="{8433B32D-D073-4329-8F3E-569DA09C1396}"/>
          </ac:spMkLst>
        </pc:spChg>
        <pc:spChg chg="mod">
          <ac:chgData name="Ivan Damnjanovic" userId="ac64187cd8522d98" providerId="LiveId" clId="{91E3140C-1B53-B14B-BC23-ECF64BB0199F}" dt="2020-11-10T08:53:56.200" v="191"/>
          <ac:spMkLst>
            <pc:docMk/>
            <pc:sldMasterMk cId="1082210236" sldId="[redacted]"/>
            <ac:spMk id="19" creationId="{00D9B052-7DB6-4B15-B6FF-545F135B32E8}"/>
          </ac:spMkLst>
        </pc:spChg>
        <pc:spChg chg="mod">
          <ac:chgData name="Ivan Damnjanovic" userId="ac64187cd8522d98" providerId="LiveId" clId="{91E3140C-1B53-B14B-BC23-ECF64BB0199F}" dt="2020-11-10T08:53:56.200" v="191"/>
          <ac:spMkLst>
            <pc:docMk/>
            <pc:sldMasterMk cId="1082210236" sldId="[redacted]"/>
            <ac:spMk id="20" creationId="{12F7481D-3D5E-4C9C-B4E6-089A4B3CD0FE}"/>
          </ac:spMkLst>
        </pc:spChg>
        <pc:spChg chg="mod">
          <ac:chgData name="Ivan Damnjanovic" userId="ac64187cd8522d98" providerId="LiveId" clId="{91E3140C-1B53-B14B-BC23-ECF64BB0199F}" dt="2020-11-10T08:53:56.200" v="191"/>
          <ac:spMkLst>
            <pc:docMk/>
            <pc:sldMasterMk cId="1082210236" sldId="[redacted]"/>
            <ac:spMk id="21" creationId="{4C74C814-2B5F-41D1-81D6-2EE12046CE89}"/>
          </ac:spMkLst>
        </pc:spChg>
        <pc:spChg chg="mod">
          <ac:chgData name="Ivan Damnjanovic" userId="ac64187cd8522d98" providerId="LiveId" clId="{91E3140C-1B53-B14B-BC23-ECF64BB0199F}" dt="2020-11-10T08:53:56.200" v="191"/>
          <ac:spMkLst>
            <pc:docMk/>
            <pc:sldMasterMk cId="1082210236" sldId="[redacted]"/>
            <ac:spMk id="22" creationId="{4D5B4FE1-E832-44F0-B422-BA8A7FDDCC84}"/>
          </ac:spMkLst>
        </pc:spChg>
        <pc:spChg chg="mod">
          <ac:chgData name="Ivan Damnjanovic" userId="ac64187cd8522d98" providerId="LiveId" clId="{91E3140C-1B53-B14B-BC23-ECF64BB0199F}" dt="2020-11-10T08:53:56.200" v="191"/>
          <ac:spMkLst>
            <pc:docMk/>
            <pc:sldMasterMk cId="1082210236" sldId="[redacted]"/>
            <ac:spMk id="23" creationId="{8EAC12B8-A98E-4599-9861-569B4CBB6478}"/>
          </ac:spMkLst>
        </pc:spChg>
        <pc:spChg chg="mod">
          <ac:chgData name="Ivan Damnjanovic" userId="ac64187cd8522d98" providerId="LiveId" clId="{91E3140C-1B53-B14B-BC23-ECF64BB0199F}" dt="2020-11-10T08:53:56.200" v="191"/>
          <ac:spMkLst>
            <pc:docMk/>
            <pc:sldMasterMk cId="1082210236" sldId="[redacted]"/>
            <ac:spMk id="24" creationId="{E36E53A4-747F-4BF3-9E0B-AC4C82B5ADC2}"/>
          </ac:spMkLst>
        </pc:spChg>
        <pc:spChg chg="mod">
          <ac:chgData name="Ivan Damnjanovic" userId="ac64187cd8522d98" providerId="LiveId" clId="{91E3140C-1B53-B14B-BC23-ECF64BB0199F}" dt="2020-11-10T08:53:56.200" v="191"/>
          <ac:spMkLst>
            <pc:docMk/>
            <pc:sldMasterMk cId="1082210236" sldId="[redacted]"/>
            <ac:spMk id="25" creationId="{AC9FF9C6-A3B2-45BE-B080-F011C39428B1}"/>
          </ac:spMkLst>
        </pc:spChg>
        <pc:spChg chg="mod">
          <ac:chgData name="Ivan Damnjanovic" userId="ac64187cd8522d98" providerId="LiveId" clId="{91E3140C-1B53-B14B-BC23-ECF64BB0199F}" dt="2020-11-10T08:53:56.200" v="191"/>
          <ac:spMkLst>
            <pc:docMk/>
            <pc:sldMasterMk cId="1082210236" sldId="[redacted]"/>
            <ac:spMk id="26" creationId="{03B1344B-E671-45B0-AE22-BC4FFBF3DF5B}"/>
          </ac:spMkLst>
        </pc:spChg>
        <pc:spChg chg="mod">
          <ac:chgData name="Ivan Damnjanovic" userId="ac64187cd8522d98" providerId="LiveId" clId="{91E3140C-1B53-B14B-BC23-ECF64BB0199F}" dt="2020-11-10T08:53:56.200" v="191"/>
          <ac:spMkLst>
            <pc:docMk/>
            <pc:sldMasterMk cId="1082210236" sldId="[redacted]"/>
            <ac:spMk id="27" creationId="{A1EC59C0-EDA2-4C3F-A2A0-922328356DC5}"/>
          </ac:spMkLst>
        </pc:spChg>
        <pc:spChg chg="mod">
          <ac:chgData name="Ivan Damnjanovic" userId="ac64187cd8522d98" providerId="LiveId" clId="{91E3140C-1B53-B14B-BC23-ECF64BB0199F}" dt="2020-11-10T08:53:56.200" v="191"/>
          <ac:spMkLst>
            <pc:docMk/>
            <pc:sldMasterMk cId="1082210236" sldId="[redacted]"/>
            <ac:spMk id="28" creationId="{41BF7E37-4FBB-4C9F-9FAE-26062C9813C4}"/>
          </ac:spMkLst>
        </pc:spChg>
        <pc:spChg chg="mod">
          <ac:chgData name="Ivan Damnjanovic" userId="ac64187cd8522d98" providerId="LiveId" clId="{91E3140C-1B53-B14B-BC23-ECF64BB0199F}" dt="2020-11-10T08:53:56.200" v="191"/>
          <ac:spMkLst>
            <pc:docMk/>
            <pc:sldMasterMk cId="1082210236" sldId="[redacted]"/>
            <ac:spMk id="29" creationId="{3B3EF867-2744-40F4-A620-DFC8ADE42523}"/>
          </ac:spMkLst>
        </pc:spChg>
        <pc:spChg chg="mod">
          <ac:chgData name="Ivan Damnjanovic" userId="ac64187cd8522d98" providerId="LiveId" clId="{91E3140C-1B53-B14B-BC23-ECF64BB0199F}" dt="2020-11-10T08:53:56.200" v="191"/>
          <ac:spMkLst>
            <pc:docMk/>
            <pc:sldMasterMk cId="1082210236" sldId="[redacted]"/>
            <ac:spMk id="30" creationId="{226DA764-8F56-4E87-88DC-4EE41028741A}"/>
          </ac:spMkLst>
        </pc:spChg>
        <pc:spChg chg="mod">
          <ac:chgData name="Ivan Damnjanovic" userId="ac64187cd8522d98" providerId="LiveId" clId="{91E3140C-1B53-B14B-BC23-ECF64BB0199F}" dt="2020-11-10T08:53:56.200" v="191"/>
          <ac:spMkLst>
            <pc:docMk/>
            <pc:sldMasterMk cId="1082210236" sldId="[redacted]"/>
            <ac:spMk id="31" creationId="{5362BA3D-7754-42BB-8E1A-E220DC52B643}"/>
          </ac:spMkLst>
        </pc:spChg>
        <pc:spChg chg="mod">
          <ac:chgData name="Ivan Damnjanovic" userId="ac64187cd8522d98" providerId="LiveId" clId="{91E3140C-1B53-B14B-BC23-ECF64BB0199F}" dt="2020-11-10T08:53:56.200" v="191"/>
          <ac:spMkLst>
            <pc:docMk/>
            <pc:sldMasterMk cId="1082210236" sldId="[redacted]"/>
            <ac:spMk id="32" creationId="{3BBC99C0-51CB-4929-8668-87F4541426A5}"/>
          </ac:spMkLst>
        </pc:spChg>
        <pc:spChg chg="mod">
          <ac:chgData name="Ivan Damnjanovic" userId="ac64187cd8522d98" providerId="LiveId" clId="{91E3140C-1B53-B14B-BC23-ECF64BB0199F}" dt="2020-11-10T08:53:56.200" v="191"/>
          <ac:spMkLst>
            <pc:docMk/>
            <pc:sldMasterMk cId="1082210236" sldId="[redacted]"/>
            <ac:spMk id="33" creationId="{C487F56A-E67F-4A83-A7B7-B85F8ED0881E}"/>
          </ac:spMkLst>
        </pc:spChg>
        <pc:spChg chg="mod">
          <ac:chgData name="Ivan Damnjanovic" userId="ac64187cd8522d98" providerId="LiveId" clId="{91E3140C-1B53-B14B-BC23-ECF64BB0199F}" dt="2020-11-10T08:53:56.200" v="191"/>
          <ac:spMkLst>
            <pc:docMk/>
            <pc:sldMasterMk cId="1082210236" sldId="[redacted]"/>
            <ac:spMk id="34" creationId="{C1DC9492-BA14-44F2-B21E-154AF54A3013}"/>
          </ac:spMkLst>
        </pc:spChg>
        <pc:spChg chg="mod">
          <ac:chgData name="Ivan Damnjanovic" userId="ac64187cd8522d98" providerId="LiveId" clId="{91E3140C-1B53-B14B-BC23-ECF64BB0199F}" dt="2020-11-10T08:53:56.200" v="191"/>
          <ac:spMkLst>
            <pc:docMk/>
            <pc:sldMasterMk cId="1082210236" sldId="[redacted]"/>
            <ac:spMk id="35" creationId="{38211917-F988-4176-AD43-C9CE80F88BC7}"/>
          </ac:spMkLst>
        </pc:spChg>
        <pc:spChg chg="mod">
          <ac:chgData name="Ivan Damnjanovic" userId="ac64187cd8522d98" providerId="LiveId" clId="{91E3140C-1B53-B14B-BC23-ECF64BB0199F}" dt="2020-11-10T08:53:56.200" v="191"/>
          <ac:spMkLst>
            <pc:docMk/>
            <pc:sldMasterMk cId="1082210236" sldId="[redacted]"/>
            <ac:spMk id="36" creationId="{1849CB2C-AF33-4F6C-B068-E0C8AB92FBBB}"/>
          </ac:spMkLst>
        </pc:spChg>
        <pc:spChg chg="mod">
          <ac:chgData name="Ivan Damnjanovic" userId="ac64187cd8522d98" providerId="LiveId" clId="{91E3140C-1B53-B14B-BC23-ECF64BB0199F}" dt="2020-11-10T08:53:56.200" v="191"/>
          <ac:spMkLst>
            <pc:docMk/>
            <pc:sldMasterMk cId="1082210236" sldId="[redacted]"/>
            <ac:spMk id="37" creationId="{465CA28A-6176-4862-8532-D10B4A42D081}"/>
          </ac:spMkLst>
        </pc:spChg>
        <pc:spChg chg="mod">
          <ac:chgData name="Ivan Damnjanovic" userId="ac64187cd8522d98" providerId="LiveId" clId="{91E3140C-1B53-B14B-BC23-ECF64BB0199F}" dt="2020-11-10T08:53:56.200" v="191"/>
          <ac:spMkLst>
            <pc:docMk/>
            <pc:sldMasterMk cId="1082210236" sldId="[redacted]"/>
            <ac:spMk id="38" creationId="{2CDEC96C-9A7C-4EEE-AC6D-AAC3F7A323D1}"/>
          </ac:spMkLst>
        </pc:spChg>
        <pc:spChg chg="mod">
          <ac:chgData name="Ivan Damnjanovic" userId="ac64187cd8522d98" providerId="LiveId" clId="{91E3140C-1B53-B14B-BC23-ECF64BB0199F}" dt="2020-11-10T08:53:56.200" v="191"/>
          <ac:spMkLst>
            <pc:docMk/>
            <pc:sldMasterMk cId="1082210236" sldId="[redacted]"/>
            <ac:spMk id="39" creationId="{EE0CC441-3F71-4C1C-B9A2-FDB787351E2D}"/>
          </ac:spMkLst>
        </pc:spChg>
        <pc:spChg chg="mod">
          <ac:chgData name="Ivan Damnjanovic" userId="ac64187cd8522d98" providerId="LiveId" clId="{91E3140C-1B53-B14B-BC23-ECF64BB0199F}" dt="2020-11-10T08:53:56.200" v="191"/>
          <ac:spMkLst>
            <pc:docMk/>
            <pc:sldMasterMk cId="1082210236" sldId="[redacted]"/>
            <ac:spMk id="40" creationId="{D803FBCB-2791-4362-91D6-B2B2DDB6CEF1}"/>
          </ac:spMkLst>
        </pc:spChg>
        <pc:spChg chg="mod">
          <ac:chgData name="Ivan Damnjanovic" userId="ac64187cd8522d98" providerId="LiveId" clId="{91E3140C-1B53-B14B-BC23-ECF64BB0199F}" dt="2020-11-10T08:53:56.200" v="191"/>
          <ac:spMkLst>
            <pc:docMk/>
            <pc:sldMasterMk cId="1082210236" sldId="[redacted]"/>
            <ac:spMk id="41" creationId="{E65B033E-A002-4124-BF85-AB34D4327ED8}"/>
          </ac:spMkLst>
        </pc:spChg>
        <pc:spChg chg="mod">
          <ac:chgData name="Ivan Damnjanovic" userId="ac64187cd8522d98" providerId="LiveId" clId="{91E3140C-1B53-B14B-BC23-ECF64BB0199F}" dt="2020-11-10T08:53:56.200" v="191"/>
          <ac:spMkLst>
            <pc:docMk/>
            <pc:sldMasterMk cId="1082210236" sldId="[redacted]"/>
            <ac:spMk id="42" creationId="{5D7A1280-DD8B-402D-ACC2-B6D872867EC3}"/>
          </ac:spMkLst>
        </pc:spChg>
        <pc:spChg chg="mod">
          <ac:chgData name="Ivan Damnjanovic" userId="ac64187cd8522d98" providerId="LiveId" clId="{91E3140C-1B53-B14B-BC23-ECF64BB0199F}" dt="2020-11-10T08:53:56.200" v="191"/>
          <ac:spMkLst>
            <pc:docMk/>
            <pc:sldMasterMk cId="1082210236" sldId="[redacted]"/>
            <ac:spMk id="43" creationId="{E3DC474A-9A49-47C6-B7C7-7C57469FDF14}"/>
          </ac:spMkLst>
        </pc:spChg>
        <pc:spChg chg="mod">
          <ac:chgData name="Ivan Damnjanovic" userId="ac64187cd8522d98" providerId="LiveId" clId="{91E3140C-1B53-B14B-BC23-ECF64BB0199F}" dt="2020-11-10T08:53:56.200" v="191"/>
          <ac:spMkLst>
            <pc:docMk/>
            <pc:sldMasterMk cId="1082210236" sldId="[redacted]"/>
            <ac:spMk id="44" creationId="{136460F8-2821-469A-BFE7-B6192CCC3799}"/>
          </ac:spMkLst>
        </pc:spChg>
        <pc:spChg chg="mod">
          <ac:chgData name="Ivan Damnjanovic" userId="ac64187cd8522d98" providerId="LiveId" clId="{91E3140C-1B53-B14B-BC23-ECF64BB0199F}" dt="2020-11-10T08:53:56.200" v="191"/>
          <ac:spMkLst>
            <pc:docMk/>
            <pc:sldMasterMk cId="1082210236" sldId="[redacted]"/>
            <ac:spMk id="45" creationId="{E04491EA-7DDD-4A57-AFEC-29EF162D1087}"/>
          </ac:spMkLst>
        </pc:spChg>
        <pc:spChg chg="mod">
          <ac:chgData name="Ivan Damnjanovic" userId="ac64187cd8522d98" providerId="LiveId" clId="{91E3140C-1B53-B14B-BC23-ECF64BB0199F}" dt="2020-11-10T08:53:56.200" v="191"/>
          <ac:spMkLst>
            <pc:docMk/>
            <pc:sldMasterMk cId="1082210236" sldId="[redacted]"/>
            <ac:spMk id="46" creationId="{EE2C54BB-991C-4918-8728-CADCF728218A}"/>
          </ac:spMkLst>
        </pc:spChg>
        <pc:spChg chg="mod">
          <ac:chgData name="Ivan Damnjanovic" userId="ac64187cd8522d98" providerId="LiveId" clId="{91E3140C-1B53-B14B-BC23-ECF64BB0199F}" dt="2020-11-10T08:53:56.200" v="191"/>
          <ac:spMkLst>
            <pc:docMk/>
            <pc:sldMasterMk cId="1082210236" sldId="[redacted]"/>
            <ac:spMk id="47" creationId="{C275593E-7B55-4AA5-ACBB-95EA9E407B7C}"/>
          </ac:spMkLst>
        </pc:spChg>
        <pc:spChg chg="mod">
          <ac:chgData name="Ivan Damnjanovic" userId="ac64187cd8522d98" providerId="LiveId" clId="{91E3140C-1B53-B14B-BC23-ECF64BB0199F}" dt="2020-11-10T08:53:56.200" v="191"/>
          <ac:spMkLst>
            <pc:docMk/>
            <pc:sldMasterMk cId="1082210236" sldId="[redacted]"/>
            <ac:spMk id="48" creationId="{52E0A10E-2F6F-4AB5-9FCE-FBE966F394CF}"/>
          </ac:spMkLst>
        </pc:spChg>
        <pc:spChg chg="mod">
          <ac:chgData name="Ivan Damnjanovic" userId="ac64187cd8522d98" providerId="LiveId" clId="{91E3140C-1B53-B14B-BC23-ECF64BB0199F}" dt="2020-11-10T08:53:56.200" v="191"/>
          <ac:spMkLst>
            <pc:docMk/>
            <pc:sldMasterMk cId="1082210236" sldId="[redacted]"/>
            <ac:spMk id="49" creationId="{45957082-9F8F-4C32-BBF1-1FF6083EEF9B}"/>
          </ac:spMkLst>
        </pc:spChg>
        <pc:spChg chg="mod">
          <ac:chgData name="Ivan Damnjanovic" userId="ac64187cd8522d98" providerId="LiveId" clId="{91E3140C-1B53-B14B-BC23-ECF64BB0199F}" dt="2020-11-10T08:53:56.200" v="191"/>
          <ac:spMkLst>
            <pc:docMk/>
            <pc:sldMasterMk cId="1082210236" sldId="[redacted]"/>
            <ac:spMk id="50" creationId="{B8528931-C518-4C0D-B987-928057FD0B22}"/>
          </ac:spMkLst>
        </pc:spChg>
        <pc:spChg chg="mod">
          <ac:chgData name="Ivan Damnjanovic" userId="ac64187cd8522d98" providerId="LiveId" clId="{91E3140C-1B53-B14B-BC23-ECF64BB0199F}" dt="2020-11-10T08:53:56.200" v="191"/>
          <ac:spMkLst>
            <pc:docMk/>
            <pc:sldMasterMk cId="1082210236" sldId="[redacted]"/>
            <ac:spMk id="51" creationId="{F0739537-1EAF-46E1-9111-5BAA5513704B}"/>
          </ac:spMkLst>
        </pc:spChg>
        <pc:spChg chg="mod">
          <ac:chgData name="Ivan Damnjanovic" userId="ac64187cd8522d98" providerId="LiveId" clId="{91E3140C-1B53-B14B-BC23-ECF64BB0199F}" dt="2020-11-10T08:53:56.200" v="191"/>
          <ac:spMkLst>
            <pc:docMk/>
            <pc:sldMasterMk cId="1082210236" sldId="[redacted]"/>
            <ac:spMk id="52" creationId="{ED69CFAF-7806-42CF-95B7-5400E171C122}"/>
          </ac:spMkLst>
        </pc:spChg>
        <pc:spChg chg="mod">
          <ac:chgData name="Ivan Damnjanovic" userId="ac64187cd8522d98" providerId="LiveId" clId="{91E3140C-1B53-B14B-BC23-ECF64BB0199F}" dt="2020-11-10T08:53:56.200" v="191"/>
          <ac:spMkLst>
            <pc:docMk/>
            <pc:sldMasterMk cId="1082210236" sldId="[redacted]"/>
            <ac:spMk id="53" creationId="{97CB6B00-3AFE-4CD1-B5EA-517A5BF6287F}"/>
          </ac:spMkLst>
        </pc:spChg>
        <pc:spChg chg="mod">
          <ac:chgData name="Ivan Damnjanovic" userId="ac64187cd8522d98" providerId="LiveId" clId="{91E3140C-1B53-B14B-BC23-ECF64BB0199F}" dt="2020-11-10T08:53:56.200" v="191"/>
          <ac:spMkLst>
            <pc:docMk/>
            <pc:sldMasterMk cId="1082210236" sldId="[redacted]"/>
            <ac:spMk id="54" creationId="{F3A0A2CC-86F6-4F44-942E-3F7EA0FDBF49}"/>
          </ac:spMkLst>
        </pc:spChg>
        <pc:spChg chg="mod">
          <ac:chgData name="Ivan Damnjanovic" userId="ac64187cd8522d98" providerId="LiveId" clId="{91E3140C-1B53-B14B-BC23-ECF64BB0199F}" dt="2020-11-10T08:53:56.200" v="191"/>
          <ac:spMkLst>
            <pc:docMk/>
            <pc:sldMasterMk cId="1082210236" sldId="[redacted]"/>
            <ac:spMk id="55" creationId="{87F31D15-1E68-4632-ADDF-FCD73B8AC947}"/>
          </ac:spMkLst>
        </pc:spChg>
        <pc:spChg chg="mod">
          <ac:chgData name="Ivan Damnjanovic" userId="ac64187cd8522d98" providerId="LiveId" clId="{91E3140C-1B53-B14B-BC23-ECF64BB0199F}" dt="2020-11-10T08:53:56.200" v="191"/>
          <ac:spMkLst>
            <pc:docMk/>
            <pc:sldMasterMk cId="1082210236" sldId="[redacted]"/>
            <ac:spMk id="56" creationId="{986E7C42-DB94-4098-AFEC-32B00B8D1C30}"/>
          </ac:spMkLst>
        </pc:spChg>
        <pc:spChg chg="mod">
          <ac:chgData name="Ivan Damnjanovic" userId="ac64187cd8522d98" providerId="LiveId" clId="{91E3140C-1B53-B14B-BC23-ECF64BB0199F}" dt="2020-11-10T08:53:56.200" v="191"/>
          <ac:spMkLst>
            <pc:docMk/>
            <pc:sldMasterMk cId="1082210236" sldId="[redacted]"/>
            <ac:spMk id="57" creationId="{99670FBB-C88E-4922-AD97-9D0D6604181C}"/>
          </ac:spMkLst>
        </pc:spChg>
        <pc:spChg chg="mod">
          <ac:chgData name="Ivan Damnjanovic" userId="ac64187cd8522d98" providerId="LiveId" clId="{91E3140C-1B53-B14B-BC23-ECF64BB0199F}" dt="2020-11-10T08:53:56.200" v="191"/>
          <ac:spMkLst>
            <pc:docMk/>
            <pc:sldMasterMk cId="1082210236" sldId="[redacted]"/>
            <ac:spMk id="69" creationId="{F8F96BB0-68AC-4EAF-BACF-9660DCEEC292}"/>
          </ac:spMkLst>
        </pc:spChg>
        <pc:spChg chg="mod">
          <ac:chgData name="Ivan Damnjanovic" userId="ac64187cd8522d98" providerId="LiveId" clId="{91E3140C-1B53-B14B-BC23-ECF64BB0199F}" dt="2020-11-10T08:53:56.200" v="191"/>
          <ac:spMkLst>
            <pc:docMk/>
            <pc:sldMasterMk cId="1082210236" sldId="[redacted]"/>
            <ac:spMk id="70" creationId="{D72857F7-68E2-4E17-8682-1B8892E94180}"/>
          </ac:spMkLst>
        </pc:spChg>
        <pc:spChg chg="mod">
          <ac:chgData name="Ivan Damnjanovic" userId="ac64187cd8522d98" providerId="LiveId" clId="{91E3140C-1B53-B14B-BC23-ECF64BB0199F}" dt="2020-11-10T08:53:56.200" v="191"/>
          <ac:spMkLst>
            <pc:docMk/>
            <pc:sldMasterMk cId="1082210236" sldId="[redacted]"/>
            <ac:spMk id="71" creationId="{8C3A1236-314D-479B-A3CD-FB3181ADAA73}"/>
          </ac:spMkLst>
        </pc:spChg>
        <pc:spChg chg="mod">
          <ac:chgData name="Ivan Damnjanovic" userId="ac64187cd8522d98" providerId="LiveId" clId="{91E3140C-1B53-B14B-BC23-ECF64BB0199F}" dt="2020-11-10T08:53:56.200" v="191"/>
          <ac:spMkLst>
            <pc:docMk/>
            <pc:sldMasterMk cId="1082210236" sldId="[redacted]"/>
            <ac:spMk id="72" creationId="{C0F20A6E-645F-4A6C-9B37-8D50CAB105F7}"/>
          </ac:spMkLst>
        </pc:spChg>
        <pc:spChg chg="mod">
          <ac:chgData name="Ivan Damnjanovic" userId="ac64187cd8522d98" providerId="LiveId" clId="{91E3140C-1B53-B14B-BC23-ECF64BB0199F}" dt="2020-11-10T08:53:56.200" v="191"/>
          <ac:spMkLst>
            <pc:docMk/>
            <pc:sldMasterMk cId="1082210236" sldId="[redacted]"/>
            <ac:spMk id="85" creationId="{26EDFF16-191F-4587-8265-C8E331C9220D}"/>
          </ac:spMkLst>
        </pc:spChg>
        <pc:spChg chg="mod">
          <ac:chgData name="Ivan Damnjanovic" userId="ac64187cd8522d98" providerId="LiveId" clId="{91E3140C-1B53-B14B-BC23-ECF64BB0199F}" dt="2020-11-10T08:53:56.200" v="191"/>
          <ac:spMkLst>
            <pc:docMk/>
            <pc:sldMasterMk cId="1082210236" sldId="[redacted]"/>
            <ac:spMk id="86" creationId="{E2B3D077-D8AE-466F-A54E-DE929ECD1474}"/>
          </ac:spMkLst>
        </pc:spChg>
        <pc:spChg chg="mod">
          <ac:chgData name="Ivan Damnjanovic" userId="ac64187cd8522d98" providerId="LiveId" clId="{91E3140C-1B53-B14B-BC23-ECF64BB0199F}" dt="2020-11-10T08:53:56.200" v="191"/>
          <ac:spMkLst>
            <pc:docMk/>
            <pc:sldMasterMk cId="1082210236" sldId="[redacted]"/>
            <ac:spMk id="87" creationId="{70A1A91A-E13E-4129-B82C-30076AFE52F9}"/>
          </ac:spMkLst>
        </pc:spChg>
        <pc:spChg chg="mod">
          <ac:chgData name="Ivan Damnjanovic" userId="ac64187cd8522d98" providerId="LiveId" clId="{91E3140C-1B53-B14B-BC23-ECF64BB0199F}" dt="2020-11-10T08:53:56.200" v="191"/>
          <ac:spMkLst>
            <pc:docMk/>
            <pc:sldMasterMk cId="1082210236" sldId="[redacted]"/>
            <ac:spMk id="88" creationId="{9611691E-15DC-4AEA-B0BB-EE53DB5203D3}"/>
          </ac:spMkLst>
        </pc:spChg>
        <pc:spChg chg="mod">
          <ac:chgData name="Ivan Damnjanovic" userId="ac64187cd8522d98" providerId="LiveId" clId="{91E3140C-1B53-B14B-BC23-ECF64BB0199F}" dt="2020-11-10T08:53:56.200" v="191"/>
          <ac:spMkLst>
            <pc:docMk/>
            <pc:sldMasterMk cId="1082210236" sldId="[redacted]"/>
            <ac:spMk id="93" creationId="{AD0FC914-6908-4C97-948A-2A51B189E397}"/>
          </ac:spMkLst>
        </pc:spChg>
        <pc:spChg chg="mod">
          <ac:chgData name="Ivan Damnjanovic" userId="ac64187cd8522d98" providerId="LiveId" clId="{91E3140C-1B53-B14B-BC23-ECF64BB0199F}" dt="2020-11-10T08:53:56.200" v="191"/>
          <ac:spMkLst>
            <pc:docMk/>
            <pc:sldMasterMk cId="1082210236" sldId="[redacted]"/>
            <ac:spMk id="94" creationId="{70006442-1A25-47EB-9BC5-7FAA6CF9A90D}"/>
          </ac:spMkLst>
        </pc:spChg>
        <pc:spChg chg="mod">
          <ac:chgData name="Ivan Damnjanovic" userId="ac64187cd8522d98" providerId="LiveId" clId="{91E3140C-1B53-B14B-BC23-ECF64BB0199F}" dt="2020-11-10T08:53:56.200" v="191"/>
          <ac:spMkLst>
            <pc:docMk/>
            <pc:sldMasterMk cId="1082210236" sldId="[redacted]"/>
            <ac:spMk id="95" creationId="{D4BD0E7A-2FE0-46B3-9977-CEC7A3AA5735}"/>
          </ac:spMkLst>
        </pc:spChg>
        <pc:spChg chg="mod">
          <ac:chgData name="Ivan Damnjanovic" userId="ac64187cd8522d98" providerId="LiveId" clId="{91E3140C-1B53-B14B-BC23-ECF64BB0199F}" dt="2020-11-10T08:53:56.200" v="191"/>
          <ac:spMkLst>
            <pc:docMk/>
            <pc:sldMasterMk cId="1082210236" sldId="[redacted]"/>
            <ac:spMk id="96" creationId="{5BE5941F-FEDC-4AA8-93C7-213B6CDCA476}"/>
          </ac:spMkLst>
        </pc:spChg>
        <pc:spChg chg="mod">
          <ac:chgData name="Ivan Damnjanovic" userId="ac64187cd8522d98" providerId="LiveId" clId="{91E3140C-1B53-B14B-BC23-ECF64BB0199F}" dt="2020-11-10T08:53:56.200" v="191"/>
          <ac:spMkLst>
            <pc:docMk/>
            <pc:sldMasterMk cId="1082210236" sldId="[redacted]"/>
            <ac:spMk id="97" creationId="{7894A9B3-FC9B-4EF6-8A92-CBECA7516E34}"/>
          </ac:spMkLst>
        </pc:spChg>
        <pc:spChg chg="mod">
          <ac:chgData name="Ivan Damnjanovic" userId="ac64187cd8522d98" providerId="LiveId" clId="{91E3140C-1B53-B14B-BC23-ECF64BB0199F}" dt="2020-11-10T08:53:56.200" v="191"/>
          <ac:spMkLst>
            <pc:docMk/>
            <pc:sldMasterMk cId="1082210236" sldId="[redacted]"/>
            <ac:spMk id="98" creationId="{462A726C-209E-433D-A8E8-F413E779AA6C}"/>
          </ac:spMkLst>
        </pc:spChg>
        <pc:spChg chg="mod">
          <ac:chgData name="Ivan Damnjanovic" userId="ac64187cd8522d98" providerId="LiveId" clId="{91E3140C-1B53-B14B-BC23-ECF64BB0199F}" dt="2020-11-10T08:53:56.200" v="191"/>
          <ac:spMkLst>
            <pc:docMk/>
            <pc:sldMasterMk cId="1082210236" sldId="[redacted]"/>
            <ac:spMk id="99" creationId="{798FF3CB-D8AC-4EAD-8451-B7536545CEF7}"/>
          </ac:spMkLst>
        </pc:spChg>
        <pc:spChg chg="mod">
          <ac:chgData name="Ivan Damnjanovic" userId="ac64187cd8522d98" providerId="LiveId" clId="{91E3140C-1B53-B14B-BC23-ECF64BB0199F}" dt="2020-11-10T08:53:56.200" v="191"/>
          <ac:spMkLst>
            <pc:docMk/>
            <pc:sldMasterMk cId="1082210236" sldId="[redacted]"/>
            <ac:spMk id="100" creationId="{F2ED5173-A5E0-4331-B389-7BDE3EC4EEEC}"/>
          </ac:spMkLst>
        </pc:spChg>
        <pc:spChg chg="mod">
          <ac:chgData name="Ivan Damnjanovic" userId="ac64187cd8522d98" providerId="LiveId" clId="{91E3140C-1B53-B14B-BC23-ECF64BB0199F}" dt="2020-11-10T08:53:56.200" v="191"/>
          <ac:spMkLst>
            <pc:docMk/>
            <pc:sldMasterMk cId="1082210236" sldId="[redacted]"/>
            <ac:spMk id="113" creationId="{FEE619D9-4D39-4B9E-BAD9-D95354A1DAE5}"/>
          </ac:spMkLst>
        </pc:spChg>
        <pc:spChg chg="mod">
          <ac:chgData name="Ivan Damnjanovic" userId="ac64187cd8522d98" providerId="LiveId" clId="{91E3140C-1B53-B14B-BC23-ECF64BB0199F}" dt="2020-11-10T08:53:56.200" v="191"/>
          <ac:spMkLst>
            <pc:docMk/>
            <pc:sldMasterMk cId="1082210236" sldId="[redacted]"/>
            <ac:spMk id="114" creationId="{93B7FB8E-9C4D-41C6-8025-FC2D675BCF83}"/>
          </ac:spMkLst>
        </pc:spChg>
        <pc:spChg chg="mod">
          <ac:chgData name="Ivan Damnjanovic" userId="ac64187cd8522d98" providerId="LiveId" clId="{91E3140C-1B53-B14B-BC23-ECF64BB0199F}" dt="2020-11-10T08:53:56.200" v="191"/>
          <ac:spMkLst>
            <pc:docMk/>
            <pc:sldMasterMk cId="1082210236" sldId="[redacted]"/>
            <ac:spMk id="115" creationId="{10D3E6E4-C2E2-4BBF-9BD7-5E65BCFAB36D}"/>
          </ac:spMkLst>
        </pc:spChg>
        <pc:spChg chg="mod">
          <ac:chgData name="Ivan Damnjanovic" userId="ac64187cd8522d98" providerId="LiveId" clId="{91E3140C-1B53-B14B-BC23-ECF64BB0199F}" dt="2020-11-10T08:53:56.200" v="191"/>
          <ac:spMkLst>
            <pc:docMk/>
            <pc:sldMasterMk cId="1082210236" sldId="[redacted]"/>
            <ac:spMk id="116" creationId="{4C808A1F-4DDE-476E-91F3-4E4239829CF6}"/>
          </ac:spMkLst>
        </pc:spChg>
        <pc:spChg chg="mod">
          <ac:chgData name="Ivan Damnjanovic" userId="ac64187cd8522d98" providerId="LiveId" clId="{91E3140C-1B53-B14B-BC23-ECF64BB0199F}" dt="2020-11-10T08:53:56.200" v="191"/>
          <ac:spMkLst>
            <pc:docMk/>
            <pc:sldMasterMk cId="1082210236" sldId="[redacted]"/>
            <ac:spMk id="117" creationId="{98AD7B4A-E065-45FD-A4AC-752A5D56CA0B}"/>
          </ac:spMkLst>
        </pc:spChg>
        <pc:spChg chg="mod">
          <ac:chgData name="Ivan Damnjanovic" userId="ac64187cd8522d98" providerId="LiveId" clId="{91E3140C-1B53-B14B-BC23-ECF64BB0199F}" dt="2020-11-10T08:53:56.200" v="191"/>
          <ac:spMkLst>
            <pc:docMk/>
            <pc:sldMasterMk cId="1082210236" sldId="[redacted]"/>
            <ac:spMk id="118" creationId="{9A81721C-345A-43C6-9596-F3E7011B553F}"/>
          </ac:spMkLst>
        </pc:spChg>
        <pc:spChg chg="mod">
          <ac:chgData name="Ivan Damnjanovic" userId="ac64187cd8522d98" providerId="LiveId" clId="{91E3140C-1B53-B14B-BC23-ECF64BB0199F}" dt="2020-11-10T08:53:56.200" v="191"/>
          <ac:spMkLst>
            <pc:docMk/>
            <pc:sldMasterMk cId="1082210236" sldId="[redacted]"/>
            <ac:spMk id="119" creationId="{FD19CA89-95D3-47AC-AEC7-7CEF1C02AD2D}"/>
          </ac:spMkLst>
        </pc:spChg>
        <pc:spChg chg="mod">
          <ac:chgData name="Ivan Damnjanovic" userId="ac64187cd8522d98" providerId="LiveId" clId="{91E3140C-1B53-B14B-BC23-ECF64BB0199F}" dt="2020-11-10T08:53:56.200" v="191"/>
          <ac:spMkLst>
            <pc:docMk/>
            <pc:sldMasterMk cId="1082210236" sldId="[redacted]"/>
            <ac:spMk id="120" creationId="{B0D504A2-A3E5-4157-BE64-E485AB4DFBB1}"/>
          </ac:spMkLst>
        </pc:spChg>
        <pc:spChg chg="mod">
          <ac:chgData name="Ivan Damnjanovic" userId="ac64187cd8522d98" providerId="LiveId" clId="{91E3140C-1B53-B14B-BC23-ECF64BB0199F}" dt="2020-11-10T08:53:56.200" v="191"/>
          <ac:spMkLst>
            <pc:docMk/>
            <pc:sldMasterMk cId="1082210236" sldId="[redacted]"/>
            <ac:spMk id="121" creationId="{8EE7778B-653E-450F-978F-7E925E87D391}"/>
          </ac:spMkLst>
        </pc:spChg>
        <pc:spChg chg="mod">
          <ac:chgData name="Ivan Damnjanovic" userId="ac64187cd8522d98" providerId="LiveId" clId="{91E3140C-1B53-B14B-BC23-ECF64BB0199F}" dt="2020-11-10T08:53:56.200" v="191"/>
          <ac:spMkLst>
            <pc:docMk/>
            <pc:sldMasterMk cId="1082210236" sldId="[redacted]"/>
            <ac:spMk id="122" creationId="{6E0ED142-A91B-4655-9613-58C5826EE2A2}"/>
          </ac:spMkLst>
        </pc:spChg>
        <pc:spChg chg="mod">
          <ac:chgData name="Ivan Damnjanovic" userId="ac64187cd8522d98" providerId="LiveId" clId="{91E3140C-1B53-B14B-BC23-ECF64BB0199F}" dt="2020-11-10T08:53:56.200" v="191"/>
          <ac:spMkLst>
            <pc:docMk/>
            <pc:sldMasterMk cId="1082210236" sldId="[redacted]"/>
            <ac:spMk id="123" creationId="{A5C1FEEE-2E7D-4CA6-880C-953D7AAC9EE7}"/>
          </ac:spMkLst>
        </pc:spChg>
        <pc:spChg chg="mod">
          <ac:chgData name="Ivan Damnjanovic" userId="ac64187cd8522d98" providerId="LiveId" clId="{91E3140C-1B53-B14B-BC23-ECF64BB0199F}" dt="2020-11-10T08:53:56.200" v="191"/>
          <ac:spMkLst>
            <pc:docMk/>
            <pc:sldMasterMk cId="1082210236" sldId="[redacted]"/>
            <ac:spMk id="124" creationId="{701DF13E-798F-4729-9EA1-17DE99DF83F4}"/>
          </ac:spMkLst>
        </pc:spChg>
        <pc:spChg chg="mod">
          <ac:chgData name="Ivan Damnjanovic" userId="ac64187cd8522d98" providerId="LiveId" clId="{91E3140C-1B53-B14B-BC23-ECF64BB0199F}" dt="2020-11-10T08:53:56.200" v="191"/>
          <ac:spMkLst>
            <pc:docMk/>
            <pc:sldMasterMk cId="1082210236" sldId="[redacted]"/>
            <ac:spMk id="125" creationId="{289DADEF-0121-4312-8834-FDDE9C9B8AD7}"/>
          </ac:spMkLst>
        </pc:spChg>
        <pc:spChg chg="mod">
          <ac:chgData name="Ivan Damnjanovic" userId="ac64187cd8522d98" providerId="LiveId" clId="{91E3140C-1B53-B14B-BC23-ECF64BB0199F}" dt="2020-11-10T08:53:56.200" v="191"/>
          <ac:spMkLst>
            <pc:docMk/>
            <pc:sldMasterMk cId="1082210236" sldId="[redacted]"/>
            <ac:spMk id="126" creationId="{96CAE51E-2807-41A4-8E40-AB804DCC63A8}"/>
          </ac:spMkLst>
        </pc:spChg>
        <pc:spChg chg="mod">
          <ac:chgData name="Ivan Damnjanovic" userId="ac64187cd8522d98" providerId="LiveId" clId="{91E3140C-1B53-B14B-BC23-ECF64BB0199F}" dt="2020-11-10T08:53:56.200" v="191"/>
          <ac:spMkLst>
            <pc:docMk/>
            <pc:sldMasterMk cId="1082210236" sldId="[redacted]"/>
            <ac:spMk id="127" creationId="{4AC318D9-09A3-47AD-9AA3-AC30AB82F2C8}"/>
          </ac:spMkLst>
        </pc:spChg>
        <pc:spChg chg="mod">
          <ac:chgData name="Ivan Damnjanovic" userId="ac64187cd8522d98" providerId="LiveId" clId="{91E3140C-1B53-B14B-BC23-ECF64BB0199F}" dt="2020-11-10T08:53:56.200" v="191"/>
          <ac:spMkLst>
            <pc:docMk/>
            <pc:sldMasterMk cId="1082210236" sldId="[redacted]"/>
            <ac:spMk id="128" creationId="{681F6B32-3912-446E-827B-5B3BE0AE76F9}"/>
          </ac:spMkLst>
        </pc:spChg>
        <pc:spChg chg="mod">
          <ac:chgData name="Ivan Damnjanovic" userId="ac64187cd8522d98" providerId="LiveId" clId="{91E3140C-1B53-B14B-BC23-ECF64BB0199F}" dt="2020-11-10T08:53:56.200" v="191"/>
          <ac:spMkLst>
            <pc:docMk/>
            <pc:sldMasterMk cId="1082210236" sldId="[redacted]"/>
            <ac:spMk id="129" creationId="{428475CA-7275-4981-8594-14953EF4EB15}"/>
          </ac:spMkLst>
        </pc:spChg>
        <pc:spChg chg="mod">
          <ac:chgData name="Ivan Damnjanovic" userId="ac64187cd8522d98" providerId="LiveId" clId="{91E3140C-1B53-B14B-BC23-ECF64BB0199F}" dt="2020-11-10T08:53:56.200" v="191"/>
          <ac:spMkLst>
            <pc:docMk/>
            <pc:sldMasterMk cId="1082210236" sldId="[redacted]"/>
            <ac:spMk id="130" creationId="{7718CADC-792B-4F8B-87D2-B9728CA55A05}"/>
          </ac:spMkLst>
        </pc:spChg>
        <pc:spChg chg="mod">
          <ac:chgData name="Ivan Damnjanovic" userId="ac64187cd8522d98" providerId="LiveId" clId="{91E3140C-1B53-B14B-BC23-ECF64BB0199F}" dt="2020-11-10T08:53:56.200" v="191"/>
          <ac:spMkLst>
            <pc:docMk/>
            <pc:sldMasterMk cId="1082210236" sldId="[redacted]"/>
            <ac:spMk id="131" creationId="{9E4BCBDD-1D0B-4522-87B8-00D6B54FCC74}"/>
          </ac:spMkLst>
        </pc:spChg>
        <pc:spChg chg="mod">
          <ac:chgData name="Ivan Damnjanovic" userId="ac64187cd8522d98" providerId="LiveId" clId="{91E3140C-1B53-B14B-BC23-ECF64BB0199F}" dt="2020-11-10T08:53:56.200" v="191"/>
          <ac:spMkLst>
            <pc:docMk/>
            <pc:sldMasterMk cId="1082210236" sldId="[redacted]"/>
            <ac:spMk id="132" creationId="{C6DAD548-F79E-475D-A3FD-430855A8D4CD}"/>
          </ac:spMkLst>
        </pc:spChg>
        <pc:spChg chg="mod">
          <ac:chgData name="Ivan Damnjanovic" userId="ac64187cd8522d98" providerId="LiveId" clId="{91E3140C-1B53-B14B-BC23-ECF64BB0199F}" dt="2020-11-10T08:53:56.200" v="191"/>
          <ac:spMkLst>
            <pc:docMk/>
            <pc:sldMasterMk cId="1082210236" sldId="[redacted]"/>
            <ac:spMk id="133" creationId="{596A69F1-20DD-48CB-AE5E-DFBE8C519BF0}"/>
          </ac:spMkLst>
        </pc:spChg>
        <pc:spChg chg="mod">
          <ac:chgData name="Ivan Damnjanovic" userId="ac64187cd8522d98" providerId="LiveId" clId="{91E3140C-1B53-B14B-BC23-ECF64BB0199F}" dt="2020-11-10T08:53:56.200" v="191"/>
          <ac:spMkLst>
            <pc:docMk/>
            <pc:sldMasterMk cId="1082210236" sldId="[redacted]"/>
            <ac:spMk id="134" creationId="{9B1CD320-2DA3-48D5-84C1-D9244253B593}"/>
          </ac:spMkLst>
        </pc:spChg>
        <pc:spChg chg="mod">
          <ac:chgData name="Ivan Damnjanovic" userId="ac64187cd8522d98" providerId="LiveId" clId="{91E3140C-1B53-B14B-BC23-ECF64BB0199F}" dt="2020-11-10T08:53:56.200" v="191"/>
          <ac:spMkLst>
            <pc:docMk/>
            <pc:sldMasterMk cId="1082210236" sldId="[redacted]"/>
            <ac:spMk id="135" creationId="{D55BF967-B83B-4F8C-B401-364087ABDB10}"/>
          </ac:spMkLst>
        </pc:spChg>
        <pc:spChg chg="mod">
          <ac:chgData name="Ivan Damnjanovic" userId="ac64187cd8522d98" providerId="LiveId" clId="{91E3140C-1B53-B14B-BC23-ECF64BB0199F}" dt="2020-11-10T08:53:56.200" v="191"/>
          <ac:spMkLst>
            <pc:docMk/>
            <pc:sldMasterMk cId="1082210236" sldId="[redacted]"/>
            <ac:spMk id="136" creationId="{7BE9792D-086A-4AF8-A630-840582407577}"/>
          </ac:spMkLst>
        </pc:spChg>
        <pc:spChg chg="mod">
          <ac:chgData name="Ivan Damnjanovic" userId="ac64187cd8522d98" providerId="LiveId" clId="{91E3140C-1B53-B14B-BC23-ECF64BB0199F}" dt="2020-11-10T08:53:56.200" v="191"/>
          <ac:spMkLst>
            <pc:docMk/>
            <pc:sldMasterMk cId="1082210236" sldId="[redacted]"/>
            <ac:spMk id="137" creationId="{0B5C730C-FDE5-413D-B8DB-3D2EF8DA8220}"/>
          </ac:spMkLst>
        </pc:spChg>
        <pc:spChg chg="mod">
          <ac:chgData name="Ivan Damnjanovic" userId="ac64187cd8522d98" providerId="LiveId" clId="{91E3140C-1B53-B14B-BC23-ECF64BB0199F}" dt="2020-11-10T08:53:56.200" v="191"/>
          <ac:spMkLst>
            <pc:docMk/>
            <pc:sldMasterMk cId="1082210236" sldId="[redacted]"/>
            <ac:spMk id="138" creationId="{23B92F83-F1CF-46E8-B5DB-C09C74DBD5E8}"/>
          </ac:spMkLst>
        </pc:spChg>
        <pc:spChg chg="mod">
          <ac:chgData name="Ivan Damnjanovic" userId="ac64187cd8522d98" providerId="LiveId" clId="{91E3140C-1B53-B14B-BC23-ECF64BB0199F}" dt="2020-11-10T08:53:56.200" v="191"/>
          <ac:spMkLst>
            <pc:docMk/>
            <pc:sldMasterMk cId="1082210236" sldId="[redacted]"/>
            <ac:spMk id="139" creationId="{0446919C-B6A9-4394-ACBE-2A07A507DBAB}"/>
          </ac:spMkLst>
        </pc:spChg>
        <pc:spChg chg="mod">
          <ac:chgData name="Ivan Damnjanovic" userId="ac64187cd8522d98" providerId="LiveId" clId="{91E3140C-1B53-B14B-BC23-ECF64BB0199F}" dt="2020-11-10T08:53:56.200" v="191"/>
          <ac:spMkLst>
            <pc:docMk/>
            <pc:sldMasterMk cId="1082210236" sldId="[redacted]"/>
            <ac:spMk id="140" creationId="{F85861B1-DF83-4CFB-AECB-159E868CEAD9}"/>
          </ac:spMkLst>
        </pc:spChg>
        <pc:spChg chg="mod">
          <ac:chgData name="Ivan Damnjanovic" userId="ac64187cd8522d98" providerId="LiveId" clId="{91E3140C-1B53-B14B-BC23-ECF64BB0199F}" dt="2020-11-10T08:53:56.200" v="191"/>
          <ac:spMkLst>
            <pc:docMk/>
            <pc:sldMasterMk cId="1082210236" sldId="[redacted]"/>
            <ac:spMk id="141" creationId="{08F42432-F2AE-4F37-8263-177E4B42F934}"/>
          </ac:spMkLst>
        </pc:spChg>
        <pc:spChg chg="mod">
          <ac:chgData name="Ivan Damnjanovic" userId="ac64187cd8522d98" providerId="LiveId" clId="{91E3140C-1B53-B14B-BC23-ECF64BB0199F}" dt="2020-11-10T08:53:56.200" v="191"/>
          <ac:spMkLst>
            <pc:docMk/>
            <pc:sldMasterMk cId="1082210236" sldId="[redacted]"/>
            <ac:spMk id="142" creationId="{C6CD409E-8A15-4A92-9D13-7DF760D4A7E5}"/>
          </ac:spMkLst>
        </pc:spChg>
        <pc:spChg chg="mod">
          <ac:chgData name="Ivan Damnjanovic" userId="ac64187cd8522d98" providerId="LiveId" clId="{91E3140C-1B53-B14B-BC23-ECF64BB0199F}" dt="2020-11-10T08:53:56.200" v="191"/>
          <ac:spMkLst>
            <pc:docMk/>
            <pc:sldMasterMk cId="1082210236" sldId="[redacted]"/>
            <ac:spMk id="143" creationId="{CCABC29B-5A52-4654-847A-BD11CD88F20B}"/>
          </ac:spMkLst>
        </pc:spChg>
        <pc:grpChg chg="mod">
          <ac:chgData name="Ivan Damnjanovic" userId="ac64187cd8522d98" providerId="LiveId" clId="{91E3140C-1B53-B14B-BC23-ECF64BB0199F}" dt="2020-11-10T08:53:56.200" v="191"/>
          <ac:grpSpMkLst>
            <pc:docMk/>
            <pc:sldMasterMk cId="1082210236" sldId="[redacted]"/>
            <ac:grpSpMk id="7" creationId="{9086A151-A16D-40BF-8F51-27F385B69089}"/>
          </ac:grpSpMkLst>
        </pc:grpChg>
        <pc:grpChg chg="mod">
          <ac:chgData name="Ivan Damnjanovic" userId="ac64187cd8522d98" providerId="LiveId" clId="{91E3140C-1B53-B14B-BC23-ECF64BB0199F}" dt="2020-11-10T08:53:56.200" v="191"/>
          <ac:grpSpMkLst>
            <pc:docMk/>
            <pc:sldMasterMk cId="1082210236" sldId="[redacted]"/>
            <ac:grpSpMk id="8" creationId="{C3BD2EC3-05A6-48B8-A683-[redacted]B9}"/>
          </ac:grpSpMkLst>
        </pc:grpChg>
        <pc:grpChg chg="mod">
          <ac:chgData name="Ivan Damnjanovic" userId="ac64187cd8522d98" providerId="LiveId" clId="{91E3140C-1B53-B14B-BC23-ECF64BB0199F}" dt="2020-11-10T08:53:56.200" v="191"/>
          <ac:grpSpMkLst>
            <pc:docMk/>
            <pc:sldMasterMk cId="1082210236" sldId="[redacted]"/>
            <ac:grpSpMk id="9" creationId="{AA679880-7B05-4D9D-B3C1-A87F8BDD5EBF}"/>
          </ac:grpSpMkLst>
        </pc:grpChg>
        <pc:grpChg chg="mod">
          <ac:chgData name="Ivan Damnjanovic" userId="ac64187cd8522d98" providerId="LiveId" clId="{91E3140C-1B53-B14B-BC23-ECF64BB0199F}" dt="2020-11-10T08:53:56.200" v="191"/>
          <ac:grpSpMkLst>
            <pc:docMk/>
            <pc:sldMasterMk cId="1082210236" sldId="[redacted]"/>
            <ac:grpSpMk id="10" creationId="{3932C612-DA17-4609-81EE-E646A7BC0B80}"/>
          </ac:grpSpMkLst>
        </pc:grpChg>
        <pc:grpChg chg="mod">
          <ac:chgData name="Ivan Damnjanovic" userId="ac64187cd8522d98" providerId="LiveId" clId="{91E3140C-1B53-B14B-BC23-ECF64BB0199F}" dt="2020-11-10T08:53:56.200" v="191"/>
          <ac:grpSpMkLst>
            <pc:docMk/>
            <pc:sldMasterMk cId="1082210236" sldId="[redacted]"/>
            <ac:grpSpMk id="11" creationId="{9A185AE8-C17D-47B5-99F6-A7147DBA682A}"/>
          </ac:grpSpMkLst>
        </pc:grpChg>
        <pc:grpChg chg="mod">
          <ac:chgData name="Ivan Damnjanovic" userId="ac64187cd8522d98" providerId="LiveId" clId="{91E3140C-1B53-B14B-BC23-ECF64BB0199F}" dt="2020-11-10T08:53:56.200" v="191"/>
          <ac:grpSpMkLst>
            <pc:docMk/>
            <pc:sldMasterMk cId="1082210236" sldId="[redacted]"/>
            <ac:grpSpMk id="12" creationId="{2E96863E-32C1-4C71-9590-83D6DD867D9F}"/>
          </ac:grpSpMkLst>
        </pc:grpChg>
        <pc:grpChg chg="mod">
          <ac:chgData name="Ivan Damnjanovic" userId="ac64187cd8522d98" providerId="LiveId" clId="{91E3140C-1B53-B14B-BC23-ECF64BB0199F}" dt="2020-11-10T08:53:56.200" v="191"/>
          <ac:grpSpMkLst>
            <pc:docMk/>
            <pc:sldMasterMk cId="1082210236" sldId="[redacted]"/>
            <ac:grpSpMk id="13" creationId="{19473EEF-1425-43AA-B5A9-DDF2AFA38B1E}"/>
          </ac:grpSpMkLst>
        </pc:grpChg>
        <pc:grpChg chg="mod">
          <ac:chgData name="Ivan Damnjanovic" userId="ac64187cd8522d98" providerId="LiveId" clId="{91E3140C-1B53-B14B-BC23-ECF64BB0199F}" dt="2020-11-10T08:53:56.200" v="191"/>
          <ac:grpSpMkLst>
            <pc:docMk/>
            <pc:sldMasterMk cId="1082210236" sldId="[redacted]"/>
            <ac:grpSpMk id="14" creationId="{C3E2A638-8567-4E61-A9C2-853B33768EA3}"/>
          </ac:grpSpMkLst>
        </pc:grpChg>
        <pc:grpChg chg="mod">
          <ac:chgData name="Ivan Damnjanovic" userId="ac64187cd8522d98" providerId="LiveId" clId="{91E3140C-1B53-B14B-BC23-ECF64BB0199F}" dt="2020-11-10T08:53:56.200" v="191"/>
          <ac:grpSpMkLst>
            <pc:docMk/>
            <pc:sldMasterMk cId="1082210236" sldId="[redacted]"/>
            <ac:grpSpMk id="15" creationId="{3F95006D-E0F4-42B3-8471-808A7759AECB}"/>
          </ac:grpSpMkLst>
        </pc:grpChg>
        <pc:grpChg chg="mod">
          <ac:chgData name="Ivan Damnjanovic" userId="ac64187cd8522d98" providerId="LiveId" clId="{91E3140C-1B53-B14B-BC23-ECF64BB0199F}" dt="2020-11-10T08:53:56.200" v="191"/>
          <ac:grpSpMkLst>
            <pc:docMk/>
            <pc:sldMasterMk cId="1082210236" sldId="[redacted]"/>
            <ac:grpSpMk id="16" creationId="{CEC0BDC8-2BFA-434C-A611-75D0341F94E9}"/>
          </ac:grpSpMkLst>
        </pc:grpChg>
        <pc:grpChg chg="mod">
          <ac:chgData name="Ivan Damnjanovic" userId="ac64187cd8522d98" providerId="LiveId" clId="{91E3140C-1B53-B14B-BC23-ECF64BB0199F}" dt="2020-11-10T08:53:56.200" v="191"/>
          <ac:grpSpMkLst>
            <pc:docMk/>
            <pc:sldMasterMk cId="1082210236" sldId="[redacted]"/>
            <ac:grpSpMk id="17" creationId="{0BFB0F11-9E50-4F44-A5CC-B67FBC900CCD}"/>
          </ac:grpSpMkLst>
        </pc:grpChg>
        <pc:grpChg chg="mod">
          <ac:chgData name="Ivan Damnjanovic" userId="ac64187cd8522d98" providerId="LiveId" clId="{91E3140C-1B53-B14B-BC23-ECF64BB0199F}" dt="2020-11-10T08:53:56.200" v="191"/>
          <ac:grpSpMkLst>
            <pc:docMk/>
            <pc:sldMasterMk cId="1082210236" sldId="[redacted]"/>
            <ac:grpSpMk id="61" creationId="{36103CD8-A825-4257-BCB6-9EB35CB4C9B3}"/>
          </ac:grpSpMkLst>
        </pc:grpChg>
        <pc:grpChg chg="mod">
          <ac:chgData name="Ivan Damnjanovic" userId="ac64187cd8522d98" providerId="LiveId" clId="{91E3140C-1B53-B14B-BC23-ECF64BB0199F}" dt="2020-11-10T08:53:56.200" v="191"/>
          <ac:grpSpMkLst>
            <pc:docMk/>
            <pc:sldMasterMk cId="1082210236" sldId="[redacted]"/>
            <ac:grpSpMk id="62" creationId="{15818CFD-CA1E-4FF9-A1FC-3D557A125C51}"/>
          </ac:grpSpMkLst>
        </pc:grpChg>
        <pc:grpChg chg="mod">
          <ac:chgData name="Ivan Damnjanovic" userId="ac64187cd8522d98" providerId="LiveId" clId="{91E3140C-1B53-B14B-BC23-ECF64BB0199F}" dt="2020-11-10T08:53:56.200" v="191"/>
          <ac:grpSpMkLst>
            <pc:docMk/>
            <pc:sldMasterMk cId="1082210236" sldId="[redacted]"/>
            <ac:grpSpMk id="64" creationId="{0C1E6909-F266-48F7-BC5C-34269685D131}"/>
          </ac:grpSpMkLst>
        </pc:grpChg>
        <pc:grpChg chg="mod">
          <ac:chgData name="Ivan Damnjanovic" userId="ac64187cd8522d98" providerId="LiveId" clId="{91E3140C-1B53-B14B-BC23-ECF64BB0199F}" dt="2020-11-10T08:53:56.200" v="191"/>
          <ac:grpSpMkLst>
            <pc:docMk/>
            <pc:sldMasterMk cId="1082210236" sldId="[redacted]"/>
            <ac:grpSpMk id="68" creationId="{78708743-B43A-4F50-8DED-F5D7082FA4D3}"/>
          </ac:grpSpMkLst>
        </pc:grpChg>
        <pc:grpChg chg="mod">
          <ac:chgData name="Ivan Damnjanovic" userId="ac64187cd8522d98" providerId="LiveId" clId="{91E3140C-1B53-B14B-BC23-ECF64BB0199F}" dt="2020-11-10T08:53:56.200" v="191"/>
          <ac:grpSpMkLst>
            <pc:docMk/>
            <pc:sldMasterMk cId="1082210236" sldId="[redacted]"/>
            <ac:grpSpMk id="110" creationId="{92704286-E96E-4FDD-ADBF-C9520D237664}"/>
          </ac:grpSpMkLst>
        </pc:grpChg>
        <pc:grpChg chg="mod">
          <ac:chgData name="Ivan Damnjanovic" userId="ac64187cd8522d98" providerId="LiveId" clId="{91E3140C-1B53-B14B-BC23-ECF64BB0199F}" dt="2020-11-10T08:53:56.200" v="191"/>
          <ac:grpSpMkLst>
            <pc:docMk/>
            <pc:sldMasterMk cId="1082210236" sldId="[redacted]"/>
            <ac:grpSpMk id="111" creationId="{3D559FAB-F08D-4645-AD80-445EC39893FF}"/>
          </ac:grpSpMkLst>
        </pc:grpChg>
        <pc:grpChg chg="mod">
          <ac:chgData name="Ivan Damnjanovic" userId="ac64187cd8522d98" providerId="LiveId" clId="{91E3140C-1B53-B14B-BC23-ECF64BB0199F}" dt="2020-11-10T08:53:56.200" v="191"/>
          <ac:grpSpMkLst>
            <pc:docMk/>
            <pc:sldMasterMk cId="1082210236" sldId="[redacted]"/>
            <ac:grpSpMk id="112" creationId="{85444219-219C-41CF-A405-2B827C330CE9}"/>
          </ac:grpSpMkLst>
        </pc:grp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6" creationId="{DF9F2702-A686-3444-A7C2-C7424DD4DA7E}"/>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5" creationId="{E0AC5333-3DD9-5E48-837C-3569DC2D1DA3}"/>
            </ac:spMkLst>
          </pc:spChg>
        </pc:sldLayoutChg>
        <pc:sldLayoutChg chg="modSp">
          <pc:chgData name="Ivan Damnjanovic" userId="ac64187cd8522d98" providerId="LiveId" clId="{91E3140C-1B53-B14B-BC23-ECF64BB0199F}" dt="2020-11-10T08:53:56.200" v="191"/>
          <pc:sldLayoutMkLst>
            <pc:docMk/>
            <pc:sldMasterMk cId="1082210236" sldId="[redacted]"/>
            <pc:sldLayoutMk cId="785029419" sldId="[redacted]"/>
          </pc:sldLayoutMkLst>
          <pc:spChg chg="mod">
            <ac:chgData name="Ivan Damnjanovic" userId="ac64187cd8522d98" providerId="LiveId" clId="{91E3140C-1B53-B14B-BC23-ECF64BB0199F}" dt="2020-11-10T08:53:56.200" v="191"/>
            <ac:spMkLst>
              <pc:docMk/>
              <pc:sldMasterMk cId="1082210236" sldId="[redacted]"/>
              <pc:sldLayoutMk cId="785029419" sldId="[redacted]"/>
              <ac:spMk id="7" creationId="{DFDF05FE-1110-1C4B-B0E8-46C695766FA5}"/>
            </ac:spMkLst>
          </pc:spChg>
          <pc:spChg chg="mod">
            <ac:chgData name="Ivan Damnjanovic" userId="ac64187cd8522d98" providerId="LiveId" clId="{91E3140C-1B53-B14B-BC23-ECF64BB0199F}" dt="2020-11-10T08:53:56.200" v="191"/>
            <ac:spMkLst>
              <pc:docMk/>
              <pc:sldMasterMk cId="1082210236" sldId="[redacted]"/>
              <pc:sldLayoutMk cId="785029419" sldId="[redacted]"/>
              <ac:spMk id="9" creationId="{AD2A266A-5972-4C18-901A-C1D0B8EC99A5}"/>
            </ac:spMkLst>
          </pc:spChg>
          <pc:spChg chg="mod">
            <ac:chgData name="Ivan Damnjanovic" userId="ac64187cd8522d98" providerId="LiveId" clId="{91E3140C-1B53-B14B-BC23-ECF64BB0199F}" dt="2020-11-10T08:53:56.200" v="191"/>
            <ac:spMkLst>
              <pc:docMk/>
              <pc:sldMasterMk cId="1082210236" sldId="[redacted]"/>
              <pc:sldLayoutMk cId="785029419" sldId="[redacted]"/>
              <ac:spMk id="17" creationId="{1B70762B-372E-42AB-8316-6708DF8F05BB}"/>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2" creationId="{7690A9F1-7A61-F449-8DDD-D046EF699062}"/>
            </ac:spMkLst>
          </pc:spChg>
        </pc:sldLayoutChg>
        <pc:sldLayoutChg chg="modSp">
          <pc:chgData name="Ivan Damnjanovic" userId="ac64187cd8522d98" providerId="LiveId" clId="{91E3140C-1B53-B14B-BC23-ECF64BB0199F}" dt="2020-11-10T08:53:56.200" v="191"/>
          <pc:sldLayoutMkLst>
            <pc:docMk/>
            <pc:sldMasterMk cId="1082210236" sldId="[redacted]"/>
            <pc:sldLayoutMk cId="1658584377" sldId="[redacted]"/>
          </pc:sldLayoutMkLst>
          <pc:spChg chg="mod">
            <ac:chgData name="Ivan Damnjanovic" userId="ac64187cd8522d98" providerId="LiveId" clId="{91E3140C-1B53-B14B-BC23-ECF64BB0199F}" dt="2020-11-10T08:53:56.200" v="191"/>
            <ac:spMkLst>
              <pc:docMk/>
              <pc:sldMasterMk cId="1082210236" sldId="[redacted]"/>
              <pc:sldLayoutMk cId="1658584377" sldId="[redacted]"/>
              <ac:spMk id="5" creationId="{C7824AAF-AC5A-004C-8E5A-5878A332C45F}"/>
            </ac:spMkLst>
          </pc:spChg>
          <pc:spChg chg="mod">
            <ac:chgData name="Ivan Damnjanovic" userId="ac64187cd8522d98" providerId="LiveId" clId="{91E3140C-1B53-B14B-BC23-ECF64BB0199F}" dt="2020-11-10T08:53:56.200" v="191"/>
            <ac:spMkLst>
              <pc:docMk/>
              <pc:sldMasterMk cId="1082210236" sldId="[redacted]"/>
              <pc:sldLayoutMk cId="1658584377" sldId="[redacted]"/>
              <ac:spMk id="19" creationId="{00000000-0000-0000-0000-000000000000}"/>
            </ac:spMkLst>
          </pc:spChg>
          <pc:spChg chg="mod">
            <ac:chgData name="Ivan Damnjanovic" userId="ac64187cd8522d98" providerId="LiveId" clId="{91E3140C-1B53-B14B-BC23-ECF64BB0199F}" dt="2020-11-10T08:53:56.200" v="191"/>
            <ac:spMkLst>
              <pc:docMk/>
              <pc:sldMasterMk cId="1082210236" sldId="[redacted]"/>
              <pc:sldLayoutMk cId="1658584377" sldId="[redacted]"/>
              <ac:spMk id="20" creationId="{00000000-0000-0000-0000-000000000000}"/>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2" creationId="{A4611AC0-3CA0-014A-AA0C-39BC4AE9816A}"/>
            </ac:spMkLst>
          </pc:spChg>
        </pc:sldLayoutChg>
        <pc:sldLayoutChg chg="modSp">
          <pc:chgData name="Ivan Damnjanovic" userId="ac64187cd8522d98" providerId="LiveId" clId="{91E3140C-1B53-B14B-BC23-ECF64BB0199F}" dt="2020-11-10T08:53:56.200" v="191"/>
          <pc:sldLayoutMkLst>
            <pc:docMk/>
            <pc:sldMasterMk cId="1082210236" sldId="[redacted]"/>
            <pc:sldLayoutMk cId="[redacted]" sldId="[redacted]"/>
          </pc:sldLayoutMkLst>
          <pc:spChg chg="mod">
            <ac:chgData name="Ivan Damnjanovic" userId="ac64187cd8522d98" providerId="LiveId" clId="{91E3140C-1B53-B14B-BC23-ECF64BB0199F}" dt="2020-11-10T08:53:56.200" v="191"/>
            <ac:spMkLst>
              <pc:docMk/>
              <pc:sldMasterMk cId="1082210236" sldId="[redacted]"/>
              <pc:sldLayoutMk cId="[redacted]" sldId="[redacted]"/>
              <ac:spMk id="2" creationId="{00000000-0000-0000-0000-000000000000}"/>
            </ac:spMkLst>
          </pc:spChg>
          <pc:spChg chg="mod">
            <ac:chgData name="Ivan Damnjanovic" userId="ac64187cd8522d98" providerId="LiveId" clId="{91E3140C-1B53-B14B-BC23-ECF64BB0199F}" dt="2020-11-10T08:53:56.200" v="191"/>
            <ac:spMkLst>
              <pc:docMk/>
              <pc:sldMasterMk cId="1082210236" sldId="[redacted]"/>
              <pc:sldLayoutMk cId="[redacted]" sldId="[redacted]"/>
              <ac:spMk id="3" creationId="{00000000-0000-0000-0000-000000000000}"/>
            </ac:spMkLst>
          </pc:spChg>
        </pc:sldLayoutChg>
      </pc:sldMasterChg>
      <pc:sldMasterChg chg="addSp">
        <pc:chgData name="Ivan Damnjanovic" userId="ac64187cd8522d98" providerId="LiveId" clId="{91E3140C-1B53-B14B-BC23-ECF64BB0199F}" dt="2020-11-10T08:53:31.722" v="190"/>
        <pc:sldMasterMkLst>
          <pc:docMk/>
          <pc:sldMasterMk cId="[redacted]" sldId="[redacted]"/>
        </pc:sldMasterMkLst>
        <pc:grpChg chg="add">
          <ac:chgData name="Ivan Damnjanovic" userId="ac64187cd8522d98" providerId="LiveId" clId="{91E3140C-1B53-B14B-BC23-ECF64BB0199F}" dt="2020-11-10T08:53:31.722" v="190"/>
          <ac:grpSpMkLst>
            <pc:docMk/>
            <pc:sldMasterMk cId="[redacted]" sldId="[redacted]"/>
            <ac:grpSpMk id="7" creationId="{E127C56B-5F56-824C-BEF6-26BC8FB307A7}"/>
          </ac:grpSpMkLst>
        </pc:grpChg>
        <pc:grpChg chg="add">
          <ac:chgData name="Ivan Damnjanovic" userId="ac64187cd8522d98" providerId="LiveId" clId="{91E3140C-1B53-B14B-BC23-ECF64BB0199F}" dt="2020-11-10T08:53:31.722" v="190"/>
          <ac:grpSpMkLst>
            <pc:docMk/>
            <pc:sldMasterMk cId="[redacted]" sldId="[redacted]"/>
            <ac:grpSpMk id="80" creationId="{CEF84769-FDB0-1A4E-B264-E246DF469018}"/>
          </ac:grpSpMkLst>
        </pc:gr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1DE2F5-EF6D-CF44-838E-0382429904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F98BD78-F6B4-1C4C-AAED-AD34C5F0A9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561EF4-4A4D-8F41-AF1E-1283D4E85A54}" type="datetimeFigureOut">
              <a:rPr lang="en-US" smtClean="0"/>
              <a:t>11/16/20</a:t>
            </a:fld>
            <a:endParaRPr lang="en-US"/>
          </a:p>
        </p:txBody>
      </p:sp>
      <p:sp>
        <p:nvSpPr>
          <p:cNvPr id="4" name="Footer Placeholder 3">
            <a:extLst>
              <a:ext uri="{FF2B5EF4-FFF2-40B4-BE49-F238E27FC236}">
                <a16:creationId xmlns:a16="http://schemas.microsoft.com/office/drawing/2014/main" id="{BA6AFDFD-60B2-2543-A713-C54029414B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7BD8B62-6143-CE41-82FE-4F99E68794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4BACE9-0E6B-6345-894C-C0F23B72EA18}" type="slidenum">
              <a:rPr lang="en-US" smtClean="0"/>
              <a:t>‹#›</a:t>
            </a:fld>
            <a:endParaRPr lang="en-US"/>
          </a:p>
        </p:txBody>
      </p:sp>
    </p:spTree>
    <p:extLst>
      <p:ext uri="{BB962C8B-B14F-4D97-AF65-F5344CB8AC3E}">
        <p14:creationId xmlns:p14="http://schemas.microsoft.com/office/powerpoint/2010/main" val="[redacted]"/>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L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59049653-3E1F-4EE1-B1F7-25A06F5BDB22}" type="datetimeFigureOut">
              <a:rPr lang="ar-LY" smtClean="0"/>
              <a:t>1‏/4‏/1442</a:t>
            </a:fld>
            <a:endParaRPr lang="ar-L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L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L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C906DC70-5E63-44E8-9C18-D79E67272429}" type="slidenum">
              <a:rPr lang="ar-LY" smtClean="0"/>
              <a:t>‹#›</a:t>
            </a:fld>
            <a:endParaRPr lang="ar-LY"/>
          </a:p>
        </p:txBody>
      </p:sp>
    </p:spTree>
    <p:extLst>
      <p:ext uri="{BB962C8B-B14F-4D97-AF65-F5344CB8AC3E}">
        <p14:creationId xmlns:p14="http://schemas.microsoft.com/office/powerpoint/2010/main" val="836499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The challenge we are looking into affects us 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Modern buildings face many challenges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They protect us from the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But, at the same time they are being pushed to the limit by these 5 trends</a:t>
            </a:r>
          </a:p>
        </p:txBody>
      </p:sp>
      <p:sp>
        <p:nvSpPr>
          <p:cNvPr id="4" name="Slide Number Placeholder 3"/>
          <p:cNvSpPr>
            <a:spLocks noGrp="1"/>
          </p:cNvSpPr>
          <p:nvPr>
            <p:ph type="sldNum" sz="quarter" idx="5"/>
          </p:nvPr>
        </p:nvSpPr>
        <p:spPr/>
        <p:txBody>
          <a:bodyPr/>
          <a:lstStyle/>
          <a:p>
            <a:fld id="{C906DC70-5E63-44E8-9C18-D79E67272429}" type="slidenum">
              <a:rPr lang="ar-LY" smtClean="0"/>
              <a:t>1</a:t>
            </a:fld>
            <a:endParaRPr lang="ar-LY"/>
          </a:p>
        </p:txBody>
      </p:sp>
    </p:spTree>
    <p:extLst>
      <p:ext uri="{BB962C8B-B14F-4D97-AF65-F5344CB8AC3E}">
        <p14:creationId xmlns:p14="http://schemas.microsoft.com/office/powerpoint/2010/main" val="39354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9e84ca64ae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9e84ca64ae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CA" sz="1200" b="0" i="0" kern="1200" dirty="0">
                <a:solidFill>
                  <a:schemeClr val="tx1"/>
                </a:solidFill>
                <a:effectLst/>
                <a:latin typeface="+mn-lt"/>
                <a:ea typeface="+mn-ea"/>
                <a:cs typeface="+mn-cs"/>
              </a:rPr>
              <a:t>More specifically, energy-intensive and complex buildings face these challenges in particular.</a:t>
            </a:r>
          </a:p>
          <a:p>
            <a:pPr marL="171450" lvl="0" indent="-171450" algn="l" rtl="0">
              <a:spcBef>
                <a:spcPts val="0"/>
              </a:spcBef>
              <a:spcAft>
                <a:spcPts val="0"/>
              </a:spcAft>
              <a:buFont typeface="Arial" panose="020B0604020202020204" pitchFamily="34" charset="0"/>
              <a:buChar char="•"/>
            </a:pPr>
            <a:r>
              <a:rPr lang="en-CA" sz="1200" b="0" i="0" kern="1200" dirty="0">
                <a:solidFill>
                  <a:schemeClr val="tx1"/>
                </a:solidFill>
                <a:effectLst/>
                <a:latin typeface="+mn-lt"/>
                <a:ea typeface="+mn-ea"/>
                <a:cs typeface="+mn-cs"/>
              </a:rPr>
              <a:t>They also present a bigger opportunity</a:t>
            </a:r>
          </a:p>
        </p:txBody>
      </p:sp>
    </p:spTree>
    <p:extLst>
      <p:ext uri="{BB962C8B-B14F-4D97-AF65-F5344CB8AC3E}">
        <p14:creationId xmlns:p14="http://schemas.microsoft.com/office/powerpoint/2010/main" val="886596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Energy intensive and complex facilities such as indoor farms are in particular need because of several reasons: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bg1"/>
                </a:solidFill>
              </a:rPr>
              <a:t>Operational data from the farmer is not taken into consideration when optimizing the indoor environment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Current solutions operate on pre-determined schedules for several months at a time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Data is usually stored on-site with no or minimal visibility by the farm operator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The operator must manually combine readings from various farm sensors before being able to determine optimal environmental conditions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After the data is analyzed, the farm operator needs to determine how to program the existing air conditioning and mechanical ventilation (ACMV) equipment to achieve the optimal targets. This is often a complex process done by professional engineers since it requires considering multiple and sometimes competing priorities, such as balancing temperature, humidity, and ventilation requirements, along with building standards and guidelines, especially if the facility is used not only for farming activities.</a:t>
            </a:r>
            <a:endParaRPr lang="en-CA" sz="1200" dirty="0"/>
          </a:p>
        </p:txBody>
      </p:sp>
      <p:sp>
        <p:nvSpPr>
          <p:cNvPr id="4" name="Slide Number Placeholder 3"/>
          <p:cNvSpPr>
            <a:spLocks noGrp="1"/>
          </p:cNvSpPr>
          <p:nvPr>
            <p:ph type="sldNum" sz="quarter" idx="5"/>
          </p:nvPr>
        </p:nvSpPr>
        <p:spPr/>
        <p:txBody>
          <a:bodyPr/>
          <a:lstStyle/>
          <a:p>
            <a:fld id="{C906DC70-5E63-44E8-9C18-D79E67272429}" type="slidenum">
              <a:rPr lang="ar-LY" smtClean="0"/>
              <a:t>3</a:t>
            </a:fld>
            <a:endParaRPr lang="ar-LY"/>
          </a:p>
        </p:txBody>
      </p:sp>
    </p:spTree>
    <p:extLst>
      <p:ext uri="{BB962C8B-B14F-4D97-AF65-F5344CB8AC3E}">
        <p14:creationId xmlns:p14="http://schemas.microsoft.com/office/powerpoint/2010/main" val="1905305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CA" dirty="0"/>
              <a:t>We propose the comprehensive Ambient Platform</a:t>
            </a:r>
            <a:endParaRPr lang="ar-LY" dirty="0"/>
          </a:p>
        </p:txBody>
      </p:sp>
      <p:sp>
        <p:nvSpPr>
          <p:cNvPr id="4" name="Slide Number Placeholder 3"/>
          <p:cNvSpPr>
            <a:spLocks noGrp="1"/>
          </p:cNvSpPr>
          <p:nvPr>
            <p:ph type="sldNum" sz="quarter" idx="5"/>
          </p:nvPr>
        </p:nvSpPr>
        <p:spPr/>
        <p:txBody>
          <a:bodyPr/>
          <a:lstStyle/>
          <a:p>
            <a:fld id="{11288290-3635-45F6-992E-4CD6FB6A46D7}" type="slidenum">
              <a:rPr lang="ar-LY" smtClean="0"/>
              <a:t>4</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CA" dirty="0"/>
              <a:t>We propose the comprehensive Ambient Platform</a:t>
            </a:r>
            <a:endParaRPr lang="ar-LY" dirty="0"/>
          </a:p>
        </p:txBody>
      </p:sp>
      <p:sp>
        <p:nvSpPr>
          <p:cNvPr id="4" name="Slide Number Placeholder 3"/>
          <p:cNvSpPr>
            <a:spLocks noGrp="1"/>
          </p:cNvSpPr>
          <p:nvPr>
            <p:ph type="sldNum" sz="quarter" idx="5"/>
          </p:nvPr>
        </p:nvSpPr>
        <p:spPr/>
        <p:txBody>
          <a:bodyPr/>
          <a:lstStyle/>
          <a:p>
            <a:fld id="{11288290-3635-45F6-992E-4CD6FB6A46D7}" type="slidenum">
              <a:rPr lang="ar-LY" smtClean="0"/>
              <a:t>5</a:t>
            </a:fld>
            <a:endParaRPr lang="ar-LY"/>
          </a:p>
        </p:txBody>
      </p:sp>
    </p:spTree>
    <p:extLst>
      <p:ext uri="{BB962C8B-B14F-4D97-AF65-F5344CB8AC3E}">
        <p14:creationId xmlns:p14="http://schemas.microsoft.com/office/powerpoint/2010/main" val="1846485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the platform possible is the 4-part tech stack</a:t>
            </a:r>
          </a:p>
          <a:p>
            <a:r>
              <a:rPr lang="en-US" dirty="0"/>
              <a:t>Behind the platform is a 3-part hardware network on-site</a:t>
            </a:r>
          </a:p>
        </p:txBody>
      </p:sp>
      <p:sp>
        <p:nvSpPr>
          <p:cNvPr id="4" name="Slide Number Placeholder 3"/>
          <p:cNvSpPr>
            <a:spLocks noGrp="1"/>
          </p:cNvSpPr>
          <p:nvPr>
            <p:ph type="sldNum" sz="quarter" idx="5"/>
          </p:nvPr>
        </p:nvSpPr>
        <p:spPr/>
        <p:txBody>
          <a:bodyPr/>
          <a:lstStyle/>
          <a:p>
            <a:fld id="{C906DC70-5E63-44E8-9C18-D79E67272429}" type="slidenum">
              <a:rPr lang="ar-LY" smtClean="0"/>
              <a:t>6</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Key technological advantage of the platform is the automation engine that leverages machine learning technique called Neural Networks to recognize indoor climate patterns and provide controls optimization to the operator. </a:t>
            </a:r>
          </a:p>
        </p:txBody>
      </p:sp>
      <p:sp>
        <p:nvSpPr>
          <p:cNvPr id="4" name="Slide Number Placeholder 3"/>
          <p:cNvSpPr>
            <a:spLocks noGrp="1"/>
          </p:cNvSpPr>
          <p:nvPr>
            <p:ph type="sldNum" sz="quarter" idx="5"/>
          </p:nvPr>
        </p:nvSpPr>
        <p:spPr/>
        <p:txBody>
          <a:bodyPr/>
          <a:lstStyle/>
          <a:p>
            <a:fld id="{C906DC70-5E63-44E8-9C18-D79E67272429}" type="slidenum">
              <a:rPr lang="ar-LY" smtClean="0"/>
              <a:t>7</a:t>
            </a:fld>
            <a:endParaRPr lang="ar-LY"/>
          </a:p>
        </p:txBody>
      </p:sp>
    </p:spTree>
    <p:extLst>
      <p:ext uri="{BB962C8B-B14F-4D97-AF65-F5344CB8AC3E}">
        <p14:creationId xmlns:p14="http://schemas.microsoft.com/office/powerpoint/2010/main" val="483832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9</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90c5025bc6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dirty="0"/>
          </a:p>
        </p:txBody>
      </p:sp>
      <p:sp>
        <p:nvSpPr>
          <p:cNvPr id="995" name="Google Shape;995;g90c5025bc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676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a4ed5fc9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a4ed5fc9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b="1">
                <a:solidFill>
                  <a:schemeClr val="dk1"/>
                </a:solidFill>
                <a:latin typeface="Times New Roman"/>
                <a:ea typeface="Times New Roman"/>
                <a:cs typeface="Times New Roman"/>
                <a:sym typeface="Times New Roman"/>
              </a:rPr>
              <a:t>Assumptions:</a:t>
            </a:r>
            <a:endParaRPr b="1">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Ambient Smart Sensors cover one (1) farming unit of approximately 30 m2</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Ambient Edge Node provides control for one (1) ACMV system (e.g., AHU or AC)</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Ambient Control Unit provides management for one (1) facility (e.g., one location)</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Complimentary operational support for 1 year</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24 month warranty for Ambient hardware or as-specified by manufacturer</a:t>
            </a:r>
            <a:endParaRPr/>
          </a:p>
        </p:txBody>
      </p:sp>
    </p:spTree>
    <p:extLst>
      <p:ext uri="{BB962C8B-B14F-4D97-AF65-F5344CB8AC3E}">
        <p14:creationId xmlns:p14="http://schemas.microsoft.com/office/powerpoint/2010/main" val="1254964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Other notes:</a:t>
            </a:r>
          </a:p>
          <a:p>
            <a:pPr marL="171450" indent="-171450">
              <a:buFont typeface="Arial" panose="020B0604020202020204" pitchFamily="34" charset="0"/>
              <a:buChar char="•"/>
            </a:pPr>
            <a:r>
              <a:rPr lang="en-US" dirty="0">
                <a:solidFill>
                  <a:schemeClr val="bg1"/>
                </a:solidFill>
              </a:rPr>
              <a:t>Customer has offered to pay for the final product (rather than components)</a:t>
            </a:r>
          </a:p>
          <a:p>
            <a:pPr marL="171450" indent="-171450">
              <a:buFont typeface="Arial" panose="020B0604020202020204" pitchFamily="34" charset="0"/>
              <a:buChar char="•"/>
            </a:pPr>
            <a:r>
              <a:rPr lang="en-US" dirty="0">
                <a:solidFill>
                  <a:schemeClr val="bg1"/>
                </a:solidFill>
              </a:rPr>
              <a:t>Need to be incorporated to send invoices</a:t>
            </a:r>
          </a:p>
          <a:p>
            <a:pPr marL="171450" indent="-171450">
              <a:buFont typeface="Arial" panose="020B0604020202020204" pitchFamily="34" charset="0"/>
              <a:buChar char="•"/>
            </a:pPr>
            <a:r>
              <a:rPr lang="en-US" dirty="0">
                <a:solidFill>
                  <a:schemeClr val="bg1"/>
                </a:solidFill>
              </a:rPr>
              <a:t>Software development costs will be bootstrapped</a:t>
            </a:r>
          </a:p>
          <a:p>
            <a:pPr marL="171450" indent="-171450">
              <a:buFont typeface="Arial" panose="020B0604020202020204" pitchFamily="34" charset="0"/>
              <a:buChar char="•"/>
            </a:pPr>
            <a:r>
              <a:rPr lang="en-US" dirty="0">
                <a:solidFill>
                  <a:schemeClr val="bg1"/>
                </a:solidFill>
              </a:rPr>
              <a:t>Understanding that Ambient is a building technology that is providing services to indoor farming facilities (&gt;80% of the product/MVP is building-related technology)</a:t>
            </a:r>
          </a:p>
          <a:p>
            <a:pPr marL="171450" indent="-171450">
              <a:buFont typeface="Arial" panose="020B0604020202020204" pitchFamily="34" charset="0"/>
              <a:buChar char="•"/>
            </a:pPr>
            <a:r>
              <a:rPr lang="en-US" dirty="0">
                <a:solidFill>
                  <a:schemeClr val="bg1"/>
                </a:solidFill>
              </a:rPr>
              <a:t>Understanding that MVP for an industrial AI system requires investment of time, resources, and partnership</a:t>
            </a:r>
          </a:p>
          <a:p>
            <a:pPr marL="171450" indent="-171450">
              <a:buFont typeface="Arial" panose="020B0604020202020204" pitchFamily="34" charset="0"/>
              <a:buChar char="•"/>
            </a:pPr>
            <a:endParaRPr lang="en-US" dirty="0">
              <a:solidFill>
                <a:schemeClr val="bg1"/>
              </a:solidFill>
            </a:endParaRPr>
          </a:p>
          <a:p>
            <a:pPr marL="171450" indent="-171450">
              <a:buFont typeface="Arial" panose="020B0604020202020204" pitchFamily="34" charset="0"/>
              <a:buChar char="•"/>
            </a:pPr>
            <a:endParaRPr lang="en-US" dirty="0">
              <a:solidFill>
                <a:schemeClr val="bg1"/>
              </a:solidFill>
            </a:endParaRPr>
          </a:p>
        </p:txBody>
      </p:sp>
      <p:sp>
        <p:nvSpPr>
          <p:cNvPr id="4" name="Slide Number Placeholder 3"/>
          <p:cNvSpPr>
            <a:spLocks noGrp="1"/>
          </p:cNvSpPr>
          <p:nvPr>
            <p:ph type="sldNum" sz="quarter" idx="5"/>
          </p:nvPr>
        </p:nvSpPr>
        <p:spPr/>
        <p:txBody>
          <a:bodyPr/>
          <a:lstStyle/>
          <a:p>
            <a:fld id="{C906DC70-5E63-44E8-9C18-D79E67272429}" type="slidenum">
              <a:rPr lang="ar-LY" smtClean="0"/>
              <a:t>13</a:t>
            </a:fld>
            <a:endParaRPr lang="ar-LY"/>
          </a:p>
        </p:txBody>
      </p:sp>
    </p:spTree>
    <p:extLst>
      <p:ext uri="{BB962C8B-B14F-4D97-AF65-F5344CB8AC3E}">
        <p14:creationId xmlns:p14="http://schemas.microsoft.com/office/powerpoint/2010/main" val="1339938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a4ed5fc97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ga4ed5fc97f_0_41:notes"/>
          <p:cNvSpPr>
            <a:spLocks noGrp="1" noRot="1" noChangeAspect="1"/>
          </p:cNvSpPr>
          <p:nvPr>
            <p:ph type="sldImg" idx="2"/>
          </p:nvPr>
        </p:nvSpPr>
        <p:spPr>
          <a:xfrm>
            <a:off x="381000" y="685800"/>
            <a:ext cx="6094413"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0831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F96B3-84B4-4B2C-83AE-DE[redacted]}"/>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ar-LY" dirty="0"/>
          </a:p>
        </p:txBody>
      </p:sp>
      <p:sp>
        <p:nvSpPr>
          <p:cNvPr id="3" name="Date Placeholder 2">
            <a:extLst>
              <a:ext uri="{FF2B5EF4-FFF2-40B4-BE49-F238E27FC236}">
                <a16:creationId xmlns:a16="http://schemas.microsoft.com/office/drawing/2014/main" id="{0E8ADB45-04E0-46B0-A8FF-9887850F5232}"/>
              </a:ext>
            </a:extLst>
          </p:cNvPr>
          <p:cNvSpPr>
            <a:spLocks noGrp="1"/>
          </p:cNvSpPr>
          <p:nvPr>
            <p:ph type="dt" sz="half" idx="10"/>
          </p:nvPr>
        </p:nvSpPr>
        <p:spPr/>
        <p:txBody>
          <a:bodyPr/>
          <a:lstStyle>
            <a:lvl1pPr>
              <a:defRPr sz="1600"/>
            </a:lvl1pPr>
          </a:lstStyle>
          <a:p>
            <a:fld id="{A131A5CF-817D-314C-B15B-6D5F0E6CAFE4}" type="datetime1">
              <a:rPr lang="en-CA" smtClean="0"/>
              <a:t>2020-11-16</a:t>
            </a:fld>
            <a:endParaRPr lang="ar-LY"/>
          </a:p>
        </p:txBody>
      </p:sp>
      <p:sp>
        <p:nvSpPr>
          <p:cNvPr id="4" name="Footer Placeholder 3">
            <a:extLst>
              <a:ext uri="{FF2B5EF4-FFF2-40B4-BE49-F238E27FC236}">
                <a16:creationId xmlns:a16="http://schemas.microsoft.com/office/drawing/2014/main" id="{119B9A27-5DA5-4BB0-A567-275F82A0F989}"/>
              </a:ext>
            </a:extLst>
          </p:cNvPr>
          <p:cNvSpPr>
            <a:spLocks noGrp="1"/>
          </p:cNvSpPr>
          <p:nvPr>
            <p:ph type="ftr" sz="quarter" idx="11"/>
          </p:nvPr>
        </p:nvSpPr>
        <p:spPr/>
        <p:txBody>
          <a:bodyPr/>
          <a:lstStyle>
            <a:lvl1pPr>
              <a:defRPr sz="1600"/>
            </a:lvl1pPr>
          </a:lstStyle>
          <a:p>
            <a:endParaRPr lang="ar-LY" sz="1600"/>
          </a:p>
        </p:txBody>
      </p:sp>
      <p:sp>
        <p:nvSpPr>
          <p:cNvPr id="6" name="Slide Number Placeholder 5">
            <a:extLst>
              <a:ext uri="{FF2B5EF4-FFF2-40B4-BE49-F238E27FC236}">
                <a16:creationId xmlns:a16="http://schemas.microsoft.com/office/drawing/2014/main" id="{DF9F2702-A686-3444-A7C2-C7424DD4DA7E}"/>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4CEF7-7F83-4E12-A932-FC45DBA5622B}"/>
              </a:ext>
            </a:extLst>
          </p:cNvPr>
          <p:cNvSpPr>
            <a:spLocks noGrp="1"/>
          </p:cNvSpPr>
          <p:nvPr>
            <p:ph type="dt" sz="half" idx="10"/>
          </p:nvPr>
        </p:nvSpPr>
        <p:spPr/>
        <p:txBody>
          <a:bodyPr/>
          <a:lstStyle/>
          <a:p>
            <a:fld id="{319FD17B-18D6-8447-B9D8-B57D07AD6FD7}" type="datetime1">
              <a:rPr lang="en-CA" smtClean="0"/>
              <a:t>2020-11-16</a:t>
            </a:fld>
            <a:endParaRPr lang="ar-LY"/>
          </a:p>
        </p:txBody>
      </p:sp>
      <p:sp>
        <p:nvSpPr>
          <p:cNvPr id="3" name="Footer Placeholder 2">
            <a:extLst>
              <a:ext uri="{FF2B5EF4-FFF2-40B4-BE49-F238E27FC236}">
                <a16:creationId xmlns:a16="http://schemas.microsoft.com/office/drawing/2014/main" id="{3519D36F-29DE-4CFE-8462-7F7720A72D9D}"/>
              </a:ext>
            </a:extLst>
          </p:cNvPr>
          <p:cNvSpPr>
            <a:spLocks noGrp="1"/>
          </p:cNvSpPr>
          <p:nvPr>
            <p:ph type="ftr" sz="quarter" idx="11"/>
          </p:nvPr>
        </p:nvSpPr>
        <p:spPr/>
        <p:txBody>
          <a:bodyPr/>
          <a:lstStyle/>
          <a:p>
            <a:endParaRPr lang="ar-LY"/>
          </a:p>
        </p:txBody>
      </p:sp>
      <p:sp>
        <p:nvSpPr>
          <p:cNvPr id="5" name="Slide Number Placeholder 5">
            <a:extLst>
              <a:ext uri="{FF2B5EF4-FFF2-40B4-BE49-F238E27FC236}">
                <a16:creationId xmlns:a16="http://schemas.microsoft.com/office/drawing/2014/main" id="{E0AC5333-3DD9-5E48-837C-3569DC2D1DA3}"/>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D2A266A-5972-4C18-901A-C1D0B8EC99A5}"/>
              </a:ext>
            </a:extLst>
          </p:cNvPr>
          <p:cNvSpPr>
            <a:spLocks noGrp="1"/>
          </p:cNvSpPr>
          <p:nvPr>
            <p:ph type="pic" sz="quarter" idx="13"/>
          </p:nvPr>
        </p:nvSpPr>
        <p:spPr>
          <a:xfrm>
            <a:off x="230982" y="225266"/>
            <a:ext cx="11730039" cy="4457700"/>
          </a:xfrm>
          <a:custGeom>
            <a:avLst/>
            <a:gdLst>
              <a:gd name="connsiteX0" fmla="*/ 168590 w 11730038"/>
              <a:gd name="connsiteY0" fmla="*/ 0 h 4457700"/>
              <a:gd name="connsiteX1" fmla="*/ 11561448 w 11730038"/>
              <a:gd name="connsiteY1" fmla="*/ 0 h 4457700"/>
              <a:gd name="connsiteX2" fmla="*/ 11730038 w 11730038"/>
              <a:gd name="connsiteY2" fmla="*/ 168590 h 4457700"/>
              <a:gd name="connsiteX3" fmla="*/ 11730038 w 11730038"/>
              <a:gd name="connsiteY3" fmla="*/ 4289110 h 4457700"/>
              <a:gd name="connsiteX4" fmla="*/ 11561448 w 11730038"/>
              <a:gd name="connsiteY4" fmla="*/ 4457700 h 4457700"/>
              <a:gd name="connsiteX5" fmla="*/ 168590 w 11730038"/>
              <a:gd name="connsiteY5" fmla="*/ 4457700 h 4457700"/>
              <a:gd name="connsiteX6" fmla="*/ 0 w 11730038"/>
              <a:gd name="connsiteY6" fmla="*/ 4289110 h 4457700"/>
              <a:gd name="connsiteX7" fmla="*/ 0 w 11730038"/>
              <a:gd name="connsiteY7" fmla="*/ 168590 h 4457700"/>
              <a:gd name="connsiteX8" fmla="*/ 168590 w 11730038"/>
              <a:gd name="connsiteY8" fmla="*/ 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30038" h="4457700">
                <a:moveTo>
                  <a:pt x="168590" y="0"/>
                </a:moveTo>
                <a:lnTo>
                  <a:pt x="11561448" y="0"/>
                </a:lnTo>
                <a:cubicBezTo>
                  <a:pt x="11654558" y="0"/>
                  <a:pt x="11730038" y="75480"/>
                  <a:pt x="11730038" y="168590"/>
                </a:cubicBezTo>
                <a:lnTo>
                  <a:pt x="11730038" y="4289110"/>
                </a:lnTo>
                <a:cubicBezTo>
                  <a:pt x="11730038" y="4382220"/>
                  <a:pt x="11654558" y="4457700"/>
                  <a:pt x="11561448" y="4457700"/>
                </a:cubicBezTo>
                <a:lnTo>
                  <a:pt x="168590" y="4457700"/>
                </a:lnTo>
                <a:cubicBezTo>
                  <a:pt x="75480" y="4457700"/>
                  <a:pt x="0" y="4382220"/>
                  <a:pt x="0" y="4289110"/>
                </a:cubicBezTo>
                <a:lnTo>
                  <a:pt x="0" y="168590"/>
                </a:lnTo>
                <a:cubicBezTo>
                  <a:pt x="0" y="75480"/>
                  <a:pt x="75480" y="0"/>
                  <a:pt x="168590" y="0"/>
                </a:cubicBezTo>
                <a:close/>
              </a:path>
            </a:pathLst>
          </a:custGeom>
        </p:spPr>
        <p:txBody>
          <a:bodyPr wrap="square">
            <a:noAutofit/>
          </a:bodyPr>
          <a:lstStyle/>
          <a:p>
            <a:endParaRPr lang="ar-LY"/>
          </a:p>
        </p:txBody>
      </p:sp>
      <p:sp>
        <p:nvSpPr>
          <p:cNvPr id="3" name="Date Placeholder 2">
            <a:extLst>
              <a:ext uri="{FF2B5EF4-FFF2-40B4-BE49-F238E27FC236}">
                <a16:creationId xmlns:a16="http://schemas.microsoft.com/office/drawing/2014/main" id="{7A3B84D1-C2D4-4004-8EAD-3970484C33FF}"/>
              </a:ext>
            </a:extLst>
          </p:cNvPr>
          <p:cNvSpPr>
            <a:spLocks noGrp="1"/>
          </p:cNvSpPr>
          <p:nvPr>
            <p:ph type="dt" sz="half" idx="10"/>
          </p:nvPr>
        </p:nvSpPr>
        <p:spPr/>
        <p:txBody>
          <a:bodyPr/>
          <a:lstStyle/>
          <a:p>
            <a:fld id="{581680C4-E63E-6140-B717-F96AB8E06DDD}" type="datetime1">
              <a:rPr lang="en-CA" smtClean="0"/>
              <a:t>2020-11-16</a:t>
            </a:fld>
            <a:endParaRPr lang="ar-LY"/>
          </a:p>
        </p:txBody>
      </p:sp>
      <p:sp>
        <p:nvSpPr>
          <p:cNvPr id="4" name="Footer Placeholder 3">
            <a:extLst>
              <a:ext uri="{FF2B5EF4-FFF2-40B4-BE49-F238E27FC236}">
                <a16:creationId xmlns:a16="http://schemas.microsoft.com/office/drawing/2014/main" id="{1B6E5858-4362-4FAD-AA92-04CB0F3E1DCA}"/>
              </a:ext>
            </a:extLst>
          </p:cNvPr>
          <p:cNvSpPr>
            <a:spLocks noGrp="1"/>
          </p:cNvSpPr>
          <p:nvPr>
            <p:ph type="ftr" sz="quarter" idx="11"/>
          </p:nvPr>
        </p:nvSpPr>
        <p:spPr/>
        <p:txBody>
          <a:bodyPr/>
          <a:lstStyle/>
          <a:p>
            <a:endParaRPr lang="ar-LY"/>
          </a:p>
        </p:txBody>
      </p:sp>
      <p:sp>
        <p:nvSpPr>
          <p:cNvPr id="17" name="Picture Placeholder 16">
            <a:extLst>
              <a:ext uri="{FF2B5EF4-FFF2-40B4-BE49-F238E27FC236}">
                <a16:creationId xmlns:a16="http://schemas.microsoft.com/office/drawing/2014/main" id="{1B70762B-372E-42AB-8316-6708DF8F05BB}"/>
              </a:ext>
            </a:extLst>
          </p:cNvPr>
          <p:cNvSpPr>
            <a:spLocks noGrp="1"/>
          </p:cNvSpPr>
          <p:nvPr>
            <p:ph type="pic" sz="quarter" idx="14"/>
          </p:nvPr>
        </p:nvSpPr>
        <p:spPr>
          <a:xfrm>
            <a:off x="1455421" y="1046528"/>
            <a:ext cx="5605435" cy="3550110"/>
          </a:xfrm>
          <a:custGeom>
            <a:avLst/>
            <a:gdLst>
              <a:gd name="connsiteX0" fmla="*/ 109549 w 6305551"/>
              <a:gd name="connsiteY0" fmla="*/ 0 h 3829050"/>
              <a:gd name="connsiteX1" fmla="*/ 6196002 w 6305551"/>
              <a:gd name="connsiteY1" fmla="*/ 0 h 3829050"/>
              <a:gd name="connsiteX2" fmla="*/ 6305551 w 6305551"/>
              <a:gd name="connsiteY2" fmla="*/ 109549 h 3829050"/>
              <a:gd name="connsiteX3" fmla="*/ 6305551 w 6305551"/>
              <a:gd name="connsiteY3" fmla="*/ 3719501 h 3829050"/>
              <a:gd name="connsiteX4" fmla="*/ 6196002 w 6305551"/>
              <a:gd name="connsiteY4" fmla="*/ 3829050 h 3829050"/>
              <a:gd name="connsiteX5" fmla="*/ 109549 w 6305551"/>
              <a:gd name="connsiteY5" fmla="*/ 3829050 h 3829050"/>
              <a:gd name="connsiteX6" fmla="*/ 0 w 6305551"/>
              <a:gd name="connsiteY6" fmla="*/ 3719501 h 3829050"/>
              <a:gd name="connsiteX7" fmla="*/ 0 w 6305551"/>
              <a:gd name="connsiteY7" fmla="*/ 109549 h 3829050"/>
              <a:gd name="connsiteX8" fmla="*/ 109549 w 6305551"/>
              <a:gd name="connsiteY8" fmla="*/ 0 h 382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5551" h="3829050">
                <a:moveTo>
                  <a:pt x="109549" y="0"/>
                </a:moveTo>
                <a:lnTo>
                  <a:pt x="6196002" y="0"/>
                </a:lnTo>
                <a:cubicBezTo>
                  <a:pt x="6256504" y="0"/>
                  <a:pt x="6305551" y="49047"/>
                  <a:pt x="6305551" y="109549"/>
                </a:cubicBezTo>
                <a:lnTo>
                  <a:pt x="6305551" y="3719501"/>
                </a:lnTo>
                <a:cubicBezTo>
                  <a:pt x="6305551" y="3780003"/>
                  <a:pt x="6256504" y="3829050"/>
                  <a:pt x="6196002" y="3829050"/>
                </a:cubicBezTo>
                <a:lnTo>
                  <a:pt x="109549" y="3829050"/>
                </a:lnTo>
                <a:cubicBezTo>
                  <a:pt x="49047" y="3829050"/>
                  <a:pt x="0" y="3780003"/>
                  <a:pt x="0" y="3719501"/>
                </a:cubicBezTo>
                <a:lnTo>
                  <a:pt x="0" y="109549"/>
                </a:lnTo>
                <a:cubicBezTo>
                  <a:pt x="0" y="49047"/>
                  <a:pt x="49047" y="0"/>
                  <a:pt x="109549" y="0"/>
                </a:cubicBezTo>
                <a:close/>
              </a:path>
            </a:pathLst>
          </a:custGeom>
        </p:spPr>
        <p:txBody>
          <a:bodyPr wrap="square">
            <a:noAutofit/>
          </a:bodyPr>
          <a:lstStyle/>
          <a:p>
            <a:endParaRPr lang="ar-LY" dirty="0"/>
          </a:p>
        </p:txBody>
      </p:sp>
      <p:sp>
        <p:nvSpPr>
          <p:cNvPr id="7" name="Slide Number Placeholder 5">
            <a:extLst>
              <a:ext uri="{FF2B5EF4-FFF2-40B4-BE49-F238E27FC236}">
                <a16:creationId xmlns:a16="http://schemas.microsoft.com/office/drawing/2014/main" id="{DFDF05FE-1110-1C4B-B0E8-46C695766FA5}"/>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785029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34"/>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690A9F1-7A61-F449-8DDD-D046EF699062}"/>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831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70" lvl="0" indent="-457178">
              <a:spcBef>
                <a:spcPts val="0"/>
              </a:spcBef>
              <a:spcAft>
                <a:spcPts val="0"/>
              </a:spcAft>
              <a:buSzPts val="1800"/>
              <a:buChar char="●"/>
              <a:defRPr/>
            </a:lvl1pPr>
            <a:lvl2pPr marL="1219140" lvl="1" indent="-423312">
              <a:spcBef>
                <a:spcPts val="2133"/>
              </a:spcBef>
              <a:spcAft>
                <a:spcPts val="0"/>
              </a:spcAft>
              <a:buSzPts val="1400"/>
              <a:buChar char="○"/>
              <a:defRPr/>
            </a:lvl2pPr>
            <a:lvl3pPr marL="1828709" lvl="2" indent="-423312">
              <a:spcBef>
                <a:spcPts val="2133"/>
              </a:spcBef>
              <a:spcAft>
                <a:spcPts val="0"/>
              </a:spcAft>
              <a:buSzPts val="1400"/>
              <a:buChar char="■"/>
              <a:defRPr/>
            </a:lvl3pPr>
            <a:lvl4pPr marL="2438278" lvl="3" indent="-423312">
              <a:spcBef>
                <a:spcPts val="2133"/>
              </a:spcBef>
              <a:spcAft>
                <a:spcPts val="0"/>
              </a:spcAft>
              <a:buSzPts val="1400"/>
              <a:buChar char="●"/>
              <a:defRPr/>
            </a:lvl4pPr>
            <a:lvl5pPr marL="3047848" lvl="4" indent="-423312">
              <a:spcBef>
                <a:spcPts val="2133"/>
              </a:spcBef>
              <a:spcAft>
                <a:spcPts val="0"/>
              </a:spcAft>
              <a:buSzPts val="1400"/>
              <a:buChar char="○"/>
              <a:defRPr/>
            </a:lvl5pPr>
            <a:lvl6pPr marL="3657418" lvl="5" indent="-423312">
              <a:spcBef>
                <a:spcPts val="2133"/>
              </a:spcBef>
              <a:spcAft>
                <a:spcPts val="0"/>
              </a:spcAft>
              <a:buSzPts val="1400"/>
              <a:buChar char="■"/>
              <a:defRPr/>
            </a:lvl6pPr>
            <a:lvl7pPr marL="4266987" lvl="6" indent="-423312">
              <a:spcBef>
                <a:spcPts val="2133"/>
              </a:spcBef>
              <a:spcAft>
                <a:spcPts val="0"/>
              </a:spcAft>
              <a:buSzPts val="1400"/>
              <a:buChar char="●"/>
              <a:defRPr/>
            </a:lvl7pPr>
            <a:lvl8pPr marL="4876557" lvl="7" indent="-423312">
              <a:spcBef>
                <a:spcPts val="2133"/>
              </a:spcBef>
              <a:spcAft>
                <a:spcPts val="0"/>
              </a:spcAft>
              <a:buSzPts val="1400"/>
              <a:buChar char="○"/>
              <a:defRPr/>
            </a:lvl8pPr>
            <a:lvl9pPr marL="5486126" lvl="8" indent="-423312">
              <a:spcBef>
                <a:spcPts val="2133"/>
              </a:spcBef>
              <a:spcAft>
                <a:spcPts val="2133"/>
              </a:spcAft>
              <a:buSzPts val="1400"/>
              <a:buChar char="■"/>
              <a:defRPr/>
            </a:lvl9pPr>
          </a:lstStyle>
          <a:p>
            <a:endParaRPr/>
          </a:p>
        </p:txBody>
      </p:sp>
      <p:sp>
        <p:nvSpPr>
          <p:cNvPr id="5" name="Slide Number Placeholder 5">
            <a:extLst>
              <a:ext uri="{FF2B5EF4-FFF2-40B4-BE49-F238E27FC236}">
                <a16:creationId xmlns:a16="http://schemas.microsoft.com/office/drawing/2014/main" id="{C7824AAF-AC5A-004C-8E5A-5878A332C45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1658584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5_Custom Layou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4611AC0-3CA0-014A-AA0C-39BC4AE9816A}"/>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8_Custom Layout">
    <p:spTree>
      <p:nvGrpSpPr>
        <p:cNvPr id="1" name=""/>
        <p:cNvGrpSpPr/>
        <p:nvPr/>
      </p:nvGrpSpPr>
      <p:grpSpPr>
        <a:xfrm>
          <a:off x="0" y="0"/>
          <a:ext cx="0" cy="0"/>
          <a:chOff x="0" y="0"/>
          <a:chExt cx="0" cy="0"/>
        </a:xfrm>
      </p:grpSpPr>
      <p:sp>
        <p:nvSpPr>
          <p:cNvPr id="2" name="Rectangle 1"/>
          <p:cNvSpPr/>
          <p:nvPr userDrawn="1"/>
        </p:nvSpPr>
        <p:spPr>
          <a:xfrm flipH="1">
            <a:off x="6045200" y="0"/>
            <a:ext cx="61468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3" name="Picture Placeholder 8"/>
          <p:cNvSpPr>
            <a:spLocks noGrp="1"/>
          </p:cNvSpPr>
          <p:nvPr>
            <p:ph type="pic" sz="quarter" idx="10"/>
          </p:nvPr>
        </p:nvSpPr>
        <p:spPr>
          <a:xfrm>
            <a:off x="965200" y="835025"/>
            <a:ext cx="4495800" cy="518795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p:spPr>
        <p:txBody>
          <a:bodyPr wrap="square">
            <a:noAutofit/>
          </a:bodyPr>
          <a:lstStyle/>
          <a:p>
            <a:endParaRPr lang="id-ID"/>
          </a:p>
        </p:txBody>
      </p:sp>
    </p:spTree>
    <p:extLst>
      <p:ext uri="{BB962C8B-B14F-4D97-AF65-F5344CB8AC3E}">
        <p14:creationId xmlns:p14="http://schemas.microsoft.com/office/powerpoint/2010/main" val="[redacted]"/>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8">
  <p:cSld name="Layout-8">
    <p:spTree>
      <p:nvGrpSpPr>
        <p:cNvPr id="1" name="Shape 52"/>
        <p:cNvGrpSpPr/>
        <p:nvPr/>
      </p:nvGrpSpPr>
      <p:grpSpPr>
        <a:xfrm>
          <a:off x="0" y="0"/>
          <a:ext cx="0" cy="0"/>
          <a:chOff x="0" y="0"/>
          <a:chExt cx="0" cy="0"/>
        </a:xfrm>
      </p:grpSpPr>
    </p:spTree>
    <p:extLst>
      <p:ext uri="{BB962C8B-B14F-4D97-AF65-F5344CB8AC3E}">
        <p14:creationId xmlns:p14="http://schemas.microsoft.com/office/powerpoint/2010/main" val="218052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99DB1C-FC23-413E-8743-D7E0ABA35573}"/>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ar-LY"/>
          </a:p>
        </p:txBody>
      </p:sp>
      <p:sp>
        <p:nvSpPr>
          <p:cNvPr id="3" name="Text Placeholder 2">
            <a:extLst>
              <a:ext uri="{FF2B5EF4-FFF2-40B4-BE49-F238E27FC236}">
                <a16:creationId xmlns:a16="http://schemas.microsoft.com/office/drawing/2014/main" id="{703C863E-4EF3-4C2B-8FAC-E4E70EDCD8F3}"/>
              </a:ext>
            </a:extLst>
          </p:cNvPr>
          <p:cNvSpPr>
            <a:spLocks noGrp="1"/>
          </p:cNvSpPr>
          <p:nvPr>
            <p:ph type="body" idx="1"/>
          </p:nvPr>
        </p:nvSpPr>
        <p:spPr>
          <a:xfrm>
            <a:off x="838200" y="1825625"/>
            <a:ext cx="10515600" cy="42847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4" name="Date Placeholder 3">
            <a:extLst>
              <a:ext uri="{FF2B5EF4-FFF2-40B4-BE49-F238E27FC236}">
                <a16:creationId xmlns:a16="http://schemas.microsoft.com/office/drawing/2014/main" id="{C0ACA65B-2F43-46D1-8D43-850C8F62D8B8}"/>
              </a:ext>
            </a:extLst>
          </p:cNvPr>
          <p:cNvSpPr>
            <a:spLocks noGrp="1"/>
          </p:cNvSpPr>
          <p:nvPr>
            <p:ph type="dt" sz="half" idx="2"/>
          </p:nvPr>
        </p:nvSpPr>
        <p:spPr>
          <a:xfrm>
            <a:off x="838200" y="6316011"/>
            <a:ext cx="2743200" cy="365125"/>
          </a:xfrm>
          <a:prstGeom prst="rect">
            <a:avLst/>
          </a:prstGeom>
        </p:spPr>
        <p:txBody>
          <a:bodyPr vert="horz" lIns="91440" tIns="45720" rIns="91440" bIns="45720" rtlCol="0" anchor="ctr"/>
          <a:lstStyle>
            <a:lvl1pPr algn="r">
              <a:defRPr sz="1600" b="1">
                <a:solidFill>
                  <a:schemeClr val="bg1"/>
                </a:solidFill>
              </a:defRPr>
            </a:lvl1pPr>
          </a:lstStyle>
          <a:p>
            <a:fld id="{52781E9E-6EA8-9D49-B2D6-93F46CAA3402}" type="datetime1">
              <a:rPr lang="en-CA" smtClean="0"/>
              <a:pPr/>
              <a:t>2020-11-16</a:t>
            </a:fld>
            <a:endParaRPr lang="ar-LY" b="1"/>
          </a:p>
        </p:txBody>
      </p:sp>
      <p:sp>
        <p:nvSpPr>
          <p:cNvPr id="5" name="Footer Placeholder 4">
            <a:extLst>
              <a:ext uri="{FF2B5EF4-FFF2-40B4-BE49-F238E27FC236}">
                <a16:creationId xmlns:a16="http://schemas.microsoft.com/office/drawing/2014/main" id="{0E07D30D-B5B1-40D4-A056-30060BBBB7C5}"/>
              </a:ext>
            </a:extLst>
          </p:cNvPr>
          <p:cNvSpPr>
            <a:spLocks noGrp="1"/>
          </p:cNvSpPr>
          <p:nvPr>
            <p:ph type="ftr" sz="quarter" idx="3"/>
          </p:nvPr>
        </p:nvSpPr>
        <p:spPr>
          <a:xfrm>
            <a:off x="4038600" y="6316011"/>
            <a:ext cx="4114800" cy="365125"/>
          </a:xfrm>
          <a:prstGeom prst="rect">
            <a:avLst/>
          </a:prstGeom>
        </p:spPr>
        <p:txBody>
          <a:bodyPr vert="horz" lIns="91440" tIns="45720" rIns="91440" bIns="45720" rtlCol="0" anchor="ctr"/>
          <a:lstStyle>
            <a:lvl1pPr algn="ctr">
              <a:defRPr sz="1600" b="1">
                <a:solidFill>
                  <a:schemeClr val="bg1"/>
                </a:solidFill>
              </a:defRPr>
            </a:lvl1pPr>
          </a:lstStyle>
          <a:p>
            <a:endParaRPr lang="ar-LY" b="1"/>
          </a:p>
        </p:txBody>
      </p:sp>
      <p:sp>
        <p:nvSpPr>
          <p:cNvPr id="6" name="Slide Number Placeholder 5">
            <a:extLst>
              <a:ext uri="{FF2B5EF4-FFF2-40B4-BE49-F238E27FC236}">
                <a16:creationId xmlns:a16="http://schemas.microsoft.com/office/drawing/2014/main" id="{17E3D8C2-4B34-4DC5-94B5-E417F9F44833}"/>
              </a:ext>
            </a:extLst>
          </p:cNvPr>
          <p:cNvSpPr>
            <a:spLocks noGrp="1"/>
          </p:cNvSpPr>
          <p:nvPr>
            <p:ph type="sldNum" sz="quarter" idx="4"/>
          </p:nvPr>
        </p:nvSpPr>
        <p:spPr>
          <a:xfrm>
            <a:off x="8610600" y="6316011"/>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grpSp>
        <p:nvGrpSpPr>
          <p:cNvPr id="111" name="Group 110">
            <a:extLst>
              <a:ext uri="{FF2B5EF4-FFF2-40B4-BE49-F238E27FC236}">
                <a16:creationId xmlns:a16="http://schemas.microsoft.com/office/drawing/2014/main" id="{3D559FAB-F08D-4645-AD80-445EC39893FF}"/>
              </a:ext>
            </a:extLst>
          </p:cNvPr>
          <p:cNvGrpSpPr/>
          <p:nvPr userDrawn="1"/>
        </p:nvGrpSpPr>
        <p:grpSpPr>
          <a:xfrm>
            <a:off x="123923" y="-84241"/>
            <a:ext cx="11131011" cy="6805716"/>
            <a:chOff x="123922" y="-84241"/>
            <a:chExt cx="11131011" cy="6805716"/>
          </a:xfrm>
          <a:solidFill>
            <a:schemeClr val="accent1">
              <a:alpha val="2000"/>
            </a:schemeClr>
          </a:solidFill>
        </p:grpSpPr>
        <p:grpSp>
          <p:nvGrpSpPr>
            <p:cNvPr id="7" name="Group 6">
              <a:extLst>
                <a:ext uri="{FF2B5EF4-FFF2-40B4-BE49-F238E27FC236}">
                  <a16:creationId xmlns:a16="http://schemas.microsoft.com/office/drawing/2014/main" id="{9086A151-A16D-40BF-8F51-27F385B69089}"/>
                </a:ext>
              </a:extLst>
            </p:cNvPr>
            <p:cNvGrpSpPr/>
            <p:nvPr userDrawn="1"/>
          </p:nvGrpSpPr>
          <p:grpSpPr>
            <a:xfrm>
              <a:off x="123922" y="-84241"/>
              <a:ext cx="9414316" cy="6805716"/>
              <a:chOff x="1328207" y="548798"/>
              <a:chExt cx="8085901" cy="5845390"/>
            </a:xfrm>
            <a:grpFill/>
          </p:grpSpPr>
          <p:grpSp>
            <p:nvGrpSpPr>
              <p:cNvPr id="8" name="Group 7">
                <a:extLst>
                  <a:ext uri="{FF2B5EF4-FFF2-40B4-BE49-F238E27FC236}">
                    <a16:creationId xmlns:a16="http://schemas.microsoft.com/office/drawing/2014/main" id="{C3BD2EC3-05A6-48B8-A683-[redacted]B9}"/>
                  </a:ext>
                </a:extLst>
              </p:cNvPr>
              <p:cNvGrpSpPr/>
              <p:nvPr/>
            </p:nvGrpSpPr>
            <p:grpSpPr>
              <a:xfrm>
                <a:off x="7784513" y="1615870"/>
                <a:ext cx="411196" cy="411196"/>
                <a:chOff x="6059156" y="973740"/>
                <a:chExt cx="411196" cy="411196"/>
              </a:xfrm>
              <a:grpFill/>
            </p:grpSpPr>
            <p:sp>
              <p:nvSpPr>
                <p:cNvPr id="54" name="Oval 53">
                  <a:extLst>
                    <a:ext uri="{FF2B5EF4-FFF2-40B4-BE49-F238E27FC236}">
                      <a16:creationId xmlns:a16="http://schemas.microsoft.com/office/drawing/2014/main" id="{F3A0A2CC-86F6-4F44-942E-3F7EA0FDBF49}"/>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55" name="Oval 54">
                  <a:extLst>
                    <a:ext uri="{FF2B5EF4-FFF2-40B4-BE49-F238E27FC236}">
                      <a16:creationId xmlns:a16="http://schemas.microsoft.com/office/drawing/2014/main" id="{87F31D15-1E68-4632-ADDF-FCD73B8AC94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6" name="Oval 55">
                  <a:extLst>
                    <a:ext uri="{FF2B5EF4-FFF2-40B4-BE49-F238E27FC236}">
                      <a16:creationId xmlns:a16="http://schemas.microsoft.com/office/drawing/2014/main" id="{986E7C42-DB94-4098-AFEC-32B00B8D1C30}"/>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7" name="Oval 56">
                  <a:extLst>
                    <a:ext uri="{FF2B5EF4-FFF2-40B4-BE49-F238E27FC236}">
                      <a16:creationId xmlns:a16="http://schemas.microsoft.com/office/drawing/2014/main" id="{99670FBB-C88E-4922-AD97-9D0D6604181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9" name="Group 8">
                <a:extLst>
                  <a:ext uri="{FF2B5EF4-FFF2-40B4-BE49-F238E27FC236}">
                    <a16:creationId xmlns:a16="http://schemas.microsoft.com/office/drawing/2014/main" id="{AA679880-7B05-4D9D-B3C1-A87F8BDD5EBF}"/>
                  </a:ext>
                </a:extLst>
              </p:cNvPr>
              <p:cNvGrpSpPr/>
              <p:nvPr/>
            </p:nvGrpSpPr>
            <p:grpSpPr>
              <a:xfrm>
                <a:off x="5625005" y="1223965"/>
                <a:ext cx="411196" cy="411196"/>
                <a:chOff x="6059156" y="973740"/>
                <a:chExt cx="411196" cy="411196"/>
              </a:xfrm>
              <a:grpFill/>
            </p:grpSpPr>
            <p:sp>
              <p:nvSpPr>
                <p:cNvPr id="50" name="Oval 49">
                  <a:extLst>
                    <a:ext uri="{FF2B5EF4-FFF2-40B4-BE49-F238E27FC236}">
                      <a16:creationId xmlns:a16="http://schemas.microsoft.com/office/drawing/2014/main" id="{B8528931-C518-4C0D-B987-928057FD0B2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51" name="Oval 50">
                  <a:extLst>
                    <a:ext uri="{FF2B5EF4-FFF2-40B4-BE49-F238E27FC236}">
                      <a16:creationId xmlns:a16="http://schemas.microsoft.com/office/drawing/2014/main" id="{F0739537-1EAF-46E1-9111-5BAA5513704B}"/>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2" name="Oval 51">
                  <a:extLst>
                    <a:ext uri="{FF2B5EF4-FFF2-40B4-BE49-F238E27FC236}">
                      <a16:creationId xmlns:a16="http://schemas.microsoft.com/office/drawing/2014/main" id="{ED69CFAF-7806-42CF-95B7-5400E171C12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3" name="Oval 52">
                  <a:extLst>
                    <a:ext uri="{FF2B5EF4-FFF2-40B4-BE49-F238E27FC236}">
                      <a16:creationId xmlns:a16="http://schemas.microsoft.com/office/drawing/2014/main" id="{97CB6B00-3AFE-4CD1-B5EA-517A5BF6287F}"/>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0" name="Group 9">
                <a:extLst>
                  <a:ext uri="{FF2B5EF4-FFF2-40B4-BE49-F238E27FC236}">
                    <a16:creationId xmlns:a16="http://schemas.microsoft.com/office/drawing/2014/main" id="{3932C612-DA17-4609-81EE-E646A7BC0B80}"/>
                  </a:ext>
                </a:extLst>
              </p:cNvPr>
              <p:cNvGrpSpPr/>
              <p:nvPr/>
            </p:nvGrpSpPr>
            <p:grpSpPr>
              <a:xfrm>
                <a:off x="3361463" y="4666790"/>
                <a:ext cx="411196" cy="411196"/>
                <a:chOff x="6059156" y="973740"/>
                <a:chExt cx="411196" cy="411196"/>
              </a:xfrm>
              <a:grpFill/>
            </p:grpSpPr>
            <p:sp>
              <p:nvSpPr>
                <p:cNvPr id="46" name="Oval 45">
                  <a:extLst>
                    <a:ext uri="{FF2B5EF4-FFF2-40B4-BE49-F238E27FC236}">
                      <a16:creationId xmlns:a16="http://schemas.microsoft.com/office/drawing/2014/main" id="{EE2C54BB-991C-4918-8728-CADCF728218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47" name="Oval 46">
                  <a:extLst>
                    <a:ext uri="{FF2B5EF4-FFF2-40B4-BE49-F238E27FC236}">
                      <a16:creationId xmlns:a16="http://schemas.microsoft.com/office/drawing/2014/main" id="{C275593E-7B55-4AA5-ACBB-95EA9E407B7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8" name="Oval 47">
                  <a:extLst>
                    <a:ext uri="{FF2B5EF4-FFF2-40B4-BE49-F238E27FC236}">
                      <a16:creationId xmlns:a16="http://schemas.microsoft.com/office/drawing/2014/main" id="{52E0A10E-2F6F-4AB5-9FCE-FBE966F394CF}"/>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9" name="Oval 48">
                  <a:extLst>
                    <a:ext uri="{FF2B5EF4-FFF2-40B4-BE49-F238E27FC236}">
                      <a16:creationId xmlns:a16="http://schemas.microsoft.com/office/drawing/2014/main" id="{45957082-9F8F-4C32-BBF1-1FF6083EEF9B}"/>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1" name="Group 10">
                <a:extLst>
                  <a:ext uri="{FF2B5EF4-FFF2-40B4-BE49-F238E27FC236}">
                    <a16:creationId xmlns:a16="http://schemas.microsoft.com/office/drawing/2014/main" id="{9A185AE8-C17D-47B5-99F6-A7147DBA682A}"/>
                  </a:ext>
                </a:extLst>
              </p:cNvPr>
              <p:cNvGrpSpPr/>
              <p:nvPr/>
            </p:nvGrpSpPr>
            <p:grpSpPr>
              <a:xfrm>
                <a:off x="6792914" y="5804395"/>
                <a:ext cx="411196" cy="411196"/>
                <a:chOff x="6059156" y="973740"/>
                <a:chExt cx="411196" cy="411196"/>
              </a:xfrm>
              <a:grpFill/>
            </p:grpSpPr>
            <p:sp>
              <p:nvSpPr>
                <p:cNvPr id="42" name="Oval 41">
                  <a:extLst>
                    <a:ext uri="{FF2B5EF4-FFF2-40B4-BE49-F238E27FC236}">
                      <a16:creationId xmlns:a16="http://schemas.microsoft.com/office/drawing/2014/main" id="{5D7A1280-DD8B-402D-ACC2-B6D872867EC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43" name="Oval 42">
                  <a:extLst>
                    <a:ext uri="{FF2B5EF4-FFF2-40B4-BE49-F238E27FC236}">
                      <a16:creationId xmlns:a16="http://schemas.microsoft.com/office/drawing/2014/main" id="{E3DC474A-9A49-47C6-B7C7-7C57469FDF1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4" name="Oval 43">
                  <a:extLst>
                    <a:ext uri="{FF2B5EF4-FFF2-40B4-BE49-F238E27FC236}">
                      <a16:creationId xmlns:a16="http://schemas.microsoft.com/office/drawing/2014/main" id="{136460F8-2821-469A-BFE7-B6192CCC379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5" name="Oval 44">
                  <a:extLst>
                    <a:ext uri="{FF2B5EF4-FFF2-40B4-BE49-F238E27FC236}">
                      <a16:creationId xmlns:a16="http://schemas.microsoft.com/office/drawing/2014/main" id="{E04491EA-7DDD-4A57-AFEC-29EF162D108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2" name="Group 11">
                <a:extLst>
                  <a:ext uri="{FF2B5EF4-FFF2-40B4-BE49-F238E27FC236}">
                    <a16:creationId xmlns:a16="http://schemas.microsoft.com/office/drawing/2014/main" id="{2E96863E-32C1-4C71-9590-83D6DD867D9F}"/>
                  </a:ext>
                </a:extLst>
              </p:cNvPr>
              <p:cNvGrpSpPr/>
              <p:nvPr/>
            </p:nvGrpSpPr>
            <p:grpSpPr>
              <a:xfrm>
                <a:off x="9097945" y="5239979"/>
                <a:ext cx="252166" cy="252166"/>
                <a:chOff x="6059156" y="973740"/>
                <a:chExt cx="411196" cy="411196"/>
              </a:xfrm>
              <a:grpFill/>
            </p:grpSpPr>
            <p:sp>
              <p:nvSpPr>
                <p:cNvPr id="38" name="Oval 37">
                  <a:extLst>
                    <a:ext uri="{FF2B5EF4-FFF2-40B4-BE49-F238E27FC236}">
                      <a16:creationId xmlns:a16="http://schemas.microsoft.com/office/drawing/2014/main" id="{2CDEC96C-9A7C-4EEE-AC6D-AAC3F7A323D1}"/>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9" name="Oval 38">
                  <a:extLst>
                    <a:ext uri="{FF2B5EF4-FFF2-40B4-BE49-F238E27FC236}">
                      <a16:creationId xmlns:a16="http://schemas.microsoft.com/office/drawing/2014/main" id="{EE0CC441-3F71-4C1C-B9A2-FDB787351E2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0" name="Oval 39">
                  <a:extLst>
                    <a:ext uri="{FF2B5EF4-FFF2-40B4-BE49-F238E27FC236}">
                      <a16:creationId xmlns:a16="http://schemas.microsoft.com/office/drawing/2014/main" id="{D803FBCB-2791-4362-91D6-B2B2DDB6CEF1}"/>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1" name="Oval 40">
                  <a:extLst>
                    <a:ext uri="{FF2B5EF4-FFF2-40B4-BE49-F238E27FC236}">
                      <a16:creationId xmlns:a16="http://schemas.microsoft.com/office/drawing/2014/main" id="{E65B033E-A002-4124-BF85-AB34D4327ED8}"/>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3" name="Group 12">
                <a:extLst>
                  <a:ext uri="{FF2B5EF4-FFF2-40B4-BE49-F238E27FC236}">
                    <a16:creationId xmlns:a16="http://schemas.microsoft.com/office/drawing/2014/main" id="{19473EEF-1425-43AA-B5A9-DDF2AFA38B1E}"/>
                  </a:ext>
                </a:extLst>
              </p:cNvPr>
              <p:cNvGrpSpPr/>
              <p:nvPr/>
            </p:nvGrpSpPr>
            <p:grpSpPr>
              <a:xfrm>
                <a:off x="5563787" y="4619479"/>
                <a:ext cx="252166" cy="252166"/>
                <a:chOff x="6059156" y="973740"/>
                <a:chExt cx="411196" cy="411196"/>
              </a:xfrm>
              <a:grpFill/>
            </p:grpSpPr>
            <p:sp>
              <p:nvSpPr>
                <p:cNvPr id="34" name="Oval 33">
                  <a:extLst>
                    <a:ext uri="{FF2B5EF4-FFF2-40B4-BE49-F238E27FC236}">
                      <a16:creationId xmlns:a16="http://schemas.microsoft.com/office/drawing/2014/main" id="{C1DC9492-BA14-44F2-B21E-154AF54A301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5" name="Oval 34">
                  <a:extLst>
                    <a:ext uri="{FF2B5EF4-FFF2-40B4-BE49-F238E27FC236}">
                      <a16:creationId xmlns:a16="http://schemas.microsoft.com/office/drawing/2014/main" id="{38211917-F988-4176-AD43-C9CE80F88BC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6" name="Oval 35">
                  <a:extLst>
                    <a:ext uri="{FF2B5EF4-FFF2-40B4-BE49-F238E27FC236}">
                      <a16:creationId xmlns:a16="http://schemas.microsoft.com/office/drawing/2014/main" id="{1849CB2C-AF33-4F6C-B068-E0C8AB92FBBB}"/>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7" name="Oval 36">
                  <a:extLst>
                    <a:ext uri="{FF2B5EF4-FFF2-40B4-BE49-F238E27FC236}">
                      <a16:creationId xmlns:a16="http://schemas.microsoft.com/office/drawing/2014/main" id="{465CA28A-6176-4862-8532-D10B4A42D08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4" name="Group 13">
                <a:extLst>
                  <a:ext uri="{FF2B5EF4-FFF2-40B4-BE49-F238E27FC236}">
                    <a16:creationId xmlns:a16="http://schemas.microsoft.com/office/drawing/2014/main" id="{C3E2A638-8567-4E61-A9C2-853B33768EA3}"/>
                  </a:ext>
                </a:extLst>
              </p:cNvPr>
              <p:cNvGrpSpPr/>
              <p:nvPr/>
            </p:nvGrpSpPr>
            <p:grpSpPr>
              <a:xfrm>
                <a:off x="9161942" y="548798"/>
                <a:ext cx="252166" cy="252166"/>
                <a:chOff x="6059156" y="973740"/>
                <a:chExt cx="411196" cy="411196"/>
              </a:xfrm>
              <a:grpFill/>
            </p:grpSpPr>
            <p:sp>
              <p:nvSpPr>
                <p:cNvPr id="30" name="Oval 29">
                  <a:extLst>
                    <a:ext uri="{FF2B5EF4-FFF2-40B4-BE49-F238E27FC236}">
                      <a16:creationId xmlns:a16="http://schemas.microsoft.com/office/drawing/2014/main" id="{226DA764-8F56-4E87-88DC-4EE41028741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1" name="Oval 30">
                  <a:extLst>
                    <a:ext uri="{FF2B5EF4-FFF2-40B4-BE49-F238E27FC236}">
                      <a16:creationId xmlns:a16="http://schemas.microsoft.com/office/drawing/2014/main" id="{5362BA3D-7754-42BB-8E1A-E220DC52B643}"/>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2" name="Oval 31">
                  <a:extLst>
                    <a:ext uri="{FF2B5EF4-FFF2-40B4-BE49-F238E27FC236}">
                      <a16:creationId xmlns:a16="http://schemas.microsoft.com/office/drawing/2014/main" id="{3BBC99C0-51CB-4929-8668-87F4541426A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3" name="Oval 32">
                  <a:extLst>
                    <a:ext uri="{FF2B5EF4-FFF2-40B4-BE49-F238E27FC236}">
                      <a16:creationId xmlns:a16="http://schemas.microsoft.com/office/drawing/2014/main" id="{C487F56A-E67F-4A83-A7B7-B85F8ED0881E}"/>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5" name="Group 14">
                <a:extLst>
                  <a:ext uri="{FF2B5EF4-FFF2-40B4-BE49-F238E27FC236}">
                    <a16:creationId xmlns:a16="http://schemas.microsoft.com/office/drawing/2014/main" id="{3F95006D-E0F4-42B3-8471-808A7759AECB}"/>
                  </a:ext>
                </a:extLst>
              </p:cNvPr>
              <p:cNvGrpSpPr/>
              <p:nvPr/>
            </p:nvGrpSpPr>
            <p:grpSpPr>
              <a:xfrm>
                <a:off x="4532064" y="2042773"/>
                <a:ext cx="252166" cy="252166"/>
                <a:chOff x="6059156" y="973740"/>
                <a:chExt cx="411196" cy="411196"/>
              </a:xfrm>
              <a:grpFill/>
            </p:grpSpPr>
            <p:sp>
              <p:nvSpPr>
                <p:cNvPr id="26" name="Oval 25">
                  <a:extLst>
                    <a:ext uri="{FF2B5EF4-FFF2-40B4-BE49-F238E27FC236}">
                      <a16:creationId xmlns:a16="http://schemas.microsoft.com/office/drawing/2014/main" id="{03B1344B-E671-45B0-AE22-BC4FFBF3DF5B}"/>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27" name="Oval 26">
                  <a:extLst>
                    <a:ext uri="{FF2B5EF4-FFF2-40B4-BE49-F238E27FC236}">
                      <a16:creationId xmlns:a16="http://schemas.microsoft.com/office/drawing/2014/main" id="{A1EC59C0-EDA2-4C3F-A2A0-922328356DC5}"/>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8" name="Oval 27">
                  <a:extLst>
                    <a:ext uri="{FF2B5EF4-FFF2-40B4-BE49-F238E27FC236}">
                      <a16:creationId xmlns:a16="http://schemas.microsoft.com/office/drawing/2014/main" id="{41BF7E37-4FBB-4C9F-9FAE-26062C9813C4}"/>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9" name="Oval 28">
                  <a:extLst>
                    <a:ext uri="{FF2B5EF4-FFF2-40B4-BE49-F238E27FC236}">
                      <a16:creationId xmlns:a16="http://schemas.microsoft.com/office/drawing/2014/main" id="{3B3EF867-2744-40F4-A620-DFC8ADE4252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6" name="Group 15">
                <a:extLst>
                  <a:ext uri="{FF2B5EF4-FFF2-40B4-BE49-F238E27FC236}">
                    <a16:creationId xmlns:a16="http://schemas.microsoft.com/office/drawing/2014/main" id="{CEC0BDC8-2BFA-434C-A611-75D0341F94E9}"/>
                  </a:ext>
                </a:extLst>
              </p:cNvPr>
              <p:cNvGrpSpPr/>
              <p:nvPr/>
            </p:nvGrpSpPr>
            <p:grpSpPr>
              <a:xfrm>
                <a:off x="1328207" y="2484239"/>
                <a:ext cx="252166" cy="252166"/>
                <a:chOff x="6059156" y="973740"/>
                <a:chExt cx="411196" cy="411196"/>
              </a:xfrm>
              <a:grpFill/>
            </p:grpSpPr>
            <p:sp>
              <p:nvSpPr>
                <p:cNvPr id="22" name="Oval 21">
                  <a:extLst>
                    <a:ext uri="{FF2B5EF4-FFF2-40B4-BE49-F238E27FC236}">
                      <a16:creationId xmlns:a16="http://schemas.microsoft.com/office/drawing/2014/main" id="{4D5B4FE1-E832-44F0-B422-BA8A7FDDCC8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23" name="Oval 22">
                  <a:extLst>
                    <a:ext uri="{FF2B5EF4-FFF2-40B4-BE49-F238E27FC236}">
                      <a16:creationId xmlns:a16="http://schemas.microsoft.com/office/drawing/2014/main" id="{8EAC12B8-A98E-4599-9861-569B4CBB647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4" name="Oval 23">
                  <a:extLst>
                    <a:ext uri="{FF2B5EF4-FFF2-40B4-BE49-F238E27FC236}">
                      <a16:creationId xmlns:a16="http://schemas.microsoft.com/office/drawing/2014/main" id="{E36E53A4-747F-4BF3-9E0B-AC4C82B5ADC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5" name="Oval 24">
                  <a:extLst>
                    <a:ext uri="{FF2B5EF4-FFF2-40B4-BE49-F238E27FC236}">
                      <a16:creationId xmlns:a16="http://schemas.microsoft.com/office/drawing/2014/main" id="{AC9FF9C6-A3B2-45BE-B080-F011C39428B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7" name="Group 16">
                <a:extLst>
                  <a:ext uri="{FF2B5EF4-FFF2-40B4-BE49-F238E27FC236}">
                    <a16:creationId xmlns:a16="http://schemas.microsoft.com/office/drawing/2014/main" id="{0BFB0F11-9E50-4F44-A5CC-B67FBC900CCD}"/>
                  </a:ext>
                </a:extLst>
              </p:cNvPr>
              <p:cNvGrpSpPr/>
              <p:nvPr/>
            </p:nvGrpSpPr>
            <p:grpSpPr>
              <a:xfrm>
                <a:off x="2898356" y="6142022"/>
                <a:ext cx="252166" cy="252166"/>
                <a:chOff x="6059156" y="973740"/>
                <a:chExt cx="411196" cy="411196"/>
              </a:xfrm>
              <a:grpFill/>
            </p:grpSpPr>
            <p:sp>
              <p:nvSpPr>
                <p:cNvPr id="18" name="Oval 17">
                  <a:extLst>
                    <a:ext uri="{FF2B5EF4-FFF2-40B4-BE49-F238E27FC236}">
                      <a16:creationId xmlns:a16="http://schemas.microsoft.com/office/drawing/2014/main" id="{8433B32D-D073-4329-8F3E-569DA09C1396}"/>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19" name="Oval 18">
                  <a:extLst>
                    <a:ext uri="{FF2B5EF4-FFF2-40B4-BE49-F238E27FC236}">
                      <a16:creationId xmlns:a16="http://schemas.microsoft.com/office/drawing/2014/main" id="{00D9B052-7DB6-4B15-B6FF-545F135B32E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0" name="Oval 19">
                  <a:extLst>
                    <a:ext uri="{FF2B5EF4-FFF2-40B4-BE49-F238E27FC236}">
                      <a16:creationId xmlns:a16="http://schemas.microsoft.com/office/drawing/2014/main" id="{12F7481D-3D5E-4C9C-B4E6-089A4B3CD0FE}"/>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1" name="Oval 20">
                  <a:extLst>
                    <a:ext uri="{FF2B5EF4-FFF2-40B4-BE49-F238E27FC236}">
                      <a16:creationId xmlns:a16="http://schemas.microsoft.com/office/drawing/2014/main" id="{4C74C814-2B5F-41D1-81D6-2EE12046CE89}"/>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grpSp>
          <p:nvGrpSpPr>
            <p:cNvPr id="110" name="Group 109">
              <a:extLst>
                <a:ext uri="{FF2B5EF4-FFF2-40B4-BE49-F238E27FC236}">
                  <a16:creationId xmlns:a16="http://schemas.microsoft.com/office/drawing/2014/main" id="{92704286-E96E-4FDD-ADBF-C9520D237664}"/>
                </a:ext>
              </a:extLst>
            </p:cNvPr>
            <p:cNvGrpSpPr/>
            <p:nvPr userDrawn="1"/>
          </p:nvGrpSpPr>
          <p:grpSpPr>
            <a:xfrm>
              <a:off x="9188661" y="820564"/>
              <a:ext cx="2066272" cy="5013137"/>
              <a:chOff x="9188661" y="820564"/>
              <a:chExt cx="2066272" cy="5013137"/>
            </a:xfrm>
            <a:grpFill/>
          </p:grpSpPr>
          <p:grpSp>
            <p:nvGrpSpPr>
              <p:cNvPr id="61" name="Group 60">
                <a:extLst>
                  <a:ext uri="{FF2B5EF4-FFF2-40B4-BE49-F238E27FC236}">
                    <a16:creationId xmlns:a16="http://schemas.microsoft.com/office/drawing/2014/main" id="{36103CD8-A825-4257-BCB6-9EB35CB4C9B3}"/>
                  </a:ext>
                </a:extLst>
              </p:cNvPr>
              <p:cNvGrpSpPr/>
              <p:nvPr/>
            </p:nvGrpSpPr>
            <p:grpSpPr>
              <a:xfrm rot="5400000">
                <a:off x="10721099" y="1359754"/>
                <a:ext cx="478750" cy="478750"/>
                <a:chOff x="6059156" y="973740"/>
                <a:chExt cx="411196" cy="411196"/>
              </a:xfrm>
              <a:grpFill/>
            </p:grpSpPr>
            <p:sp>
              <p:nvSpPr>
                <p:cNvPr id="97" name="Oval 96">
                  <a:extLst>
                    <a:ext uri="{FF2B5EF4-FFF2-40B4-BE49-F238E27FC236}">
                      <a16:creationId xmlns:a16="http://schemas.microsoft.com/office/drawing/2014/main" id="{7894A9B3-FC9B-4EF6-8A92-CBECA7516E3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98" name="Oval 97">
                  <a:extLst>
                    <a:ext uri="{FF2B5EF4-FFF2-40B4-BE49-F238E27FC236}">
                      <a16:creationId xmlns:a16="http://schemas.microsoft.com/office/drawing/2014/main" id="{462A726C-209E-433D-A8E8-F413E779AA6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9" name="Oval 98">
                  <a:extLst>
                    <a:ext uri="{FF2B5EF4-FFF2-40B4-BE49-F238E27FC236}">
                      <a16:creationId xmlns:a16="http://schemas.microsoft.com/office/drawing/2014/main" id="{798FF3CB-D8AC-4EAD-8451-B7536545CEF7}"/>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100" name="Oval 99">
                  <a:extLst>
                    <a:ext uri="{FF2B5EF4-FFF2-40B4-BE49-F238E27FC236}">
                      <a16:creationId xmlns:a16="http://schemas.microsoft.com/office/drawing/2014/main" id="{F2ED5173-A5E0-4331-B389-7BDE3EC4EEE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2" name="Group 61">
                <a:extLst>
                  <a:ext uri="{FF2B5EF4-FFF2-40B4-BE49-F238E27FC236}">
                    <a16:creationId xmlns:a16="http://schemas.microsoft.com/office/drawing/2014/main" id="{15818CFD-CA1E-4FF9-A1FC-3D557A125C51}"/>
                  </a:ext>
                </a:extLst>
              </p:cNvPr>
              <p:cNvGrpSpPr/>
              <p:nvPr/>
            </p:nvGrpSpPr>
            <p:grpSpPr>
              <a:xfrm rot="5400000">
                <a:off x="9396599" y="5354951"/>
                <a:ext cx="478750" cy="478750"/>
                <a:chOff x="6059156" y="973740"/>
                <a:chExt cx="411196" cy="411196"/>
              </a:xfrm>
              <a:grpFill/>
            </p:grpSpPr>
            <p:sp>
              <p:nvSpPr>
                <p:cNvPr id="93" name="Oval 92">
                  <a:extLst>
                    <a:ext uri="{FF2B5EF4-FFF2-40B4-BE49-F238E27FC236}">
                      <a16:creationId xmlns:a16="http://schemas.microsoft.com/office/drawing/2014/main" id="{AD0FC914-6908-4C97-948A-2A51B189E397}"/>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94" name="Oval 93">
                  <a:extLst>
                    <a:ext uri="{FF2B5EF4-FFF2-40B4-BE49-F238E27FC236}">
                      <a16:creationId xmlns:a16="http://schemas.microsoft.com/office/drawing/2014/main" id="{70006442-1A25-47EB-9BC5-7FAA6CF9A90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5" name="Oval 94">
                  <a:extLst>
                    <a:ext uri="{FF2B5EF4-FFF2-40B4-BE49-F238E27FC236}">
                      <a16:creationId xmlns:a16="http://schemas.microsoft.com/office/drawing/2014/main" id="{D4BD0E7A-2FE0-46B3-9977-CEC7A3AA573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6" name="Oval 95">
                  <a:extLst>
                    <a:ext uri="{FF2B5EF4-FFF2-40B4-BE49-F238E27FC236}">
                      <a16:creationId xmlns:a16="http://schemas.microsoft.com/office/drawing/2014/main" id="{5BE5941F-FEDC-4AA8-93C7-213B6CDCA476}"/>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4" name="Group 63">
                <a:extLst>
                  <a:ext uri="{FF2B5EF4-FFF2-40B4-BE49-F238E27FC236}">
                    <a16:creationId xmlns:a16="http://schemas.microsoft.com/office/drawing/2014/main" id="{0C1E6909-F266-48F7-BC5C-34269685D131}"/>
                  </a:ext>
                </a:extLst>
              </p:cNvPr>
              <p:cNvGrpSpPr/>
              <p:nvPr/>
            </p:nvGrpSpPr>
            <p:grpSpPr>
              <a:xfrm rot="5400000">
                <a:off x="10961339" y="3923893"/>
                <a:ext cx="293594" cy="293594"/>
                <a:chOff x="6059156" y="973740"/>
                <a:chExt cx="411196" cy="411196"/>
              </a:xfrm>
              <a:grpFill/>
            </p:grpSpPr>
            <p:sp>
              <p:nvSpPr>
                <p:cNvPr id="85" name="Oval 84">
                  <a:extLst>
                    <a:ext uri="{FF2B5EF4-FFF2-40B4-BE49-F238E27FC236}">
                      <a16:creationId xmlns:a16="http://schemas.microsoft.com/office/drawing/2014/main" id="{26EDFF16-191F-4587-8265-C8E331C9220D}"/>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86" name="Oval 85">
                  <a:extLst>
                    <a:ext uri="{FF2B5EF4-FFF2-40B4-BE49-F238E27FC236}">
                      <a16:creationId xmlns:a16="http://schemas.microsoft.com/office/drawing/2014/main" id="{E2B3D077-D8AE-466F-A54E-DE929ECD147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87" name="Oval 86">
                  <a:extLst>
                    <a:ext uri="{FF2B5EF4-FFF2-40B4-BE49-F238E27FC236}">
                      <a16:creationId xmlns:a16="http://schemas.microsoft.com/office/drawing/2014/main" id="{70A1A91A-E13E-4129-B82C-30076AFE52F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88" name="Oval 87">
                  <a:extLst>
                    <a:ext uri="{FF2B5EF4-FFF2-40B4-BE49-F238E27FC236}">
                      <a16:creationId xmlns:a16="http://schemas.microsoft.com/office/drawing/2014/main" id="{9611691E-15DC-4AEA-B0BB-EE53DB5203D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8" name="Group 67">
                <a:extLst>
                  <a:ext uri="{FF2B5EF4-FFF2-40B4-BE49-F238E27FC236}">
                    <a16:creationId xmlns:a16="http://schemas.microsoft.com/office/drawing/2014/main" id="{78708743-B43A-4F50-8DED-F5D7082FA4D3}"/>
                  </a:ext>
                </a:extLst>
              </p:cNvPr>
              <p:cNvGrpSpPr/>
              <p:nvPr/>
            </p:nvGrpSpPr>
            <p:grpSpPr>
              <a:xfrm rot="5400000">
                <a:off x="9188661" y="820564"/>
                <a:ext cx="293594" cy="293594"/>
                <a:chOff x="6059156" y="973740"/>
                <a:chExt cx="411196" cy="411196"/>
              </a:xfrm>
              <a:grpFill/>
            </p:grpSpPr>
            <p:sp>
              <p:nvSpPr>
                <p:cNvPr id="69" name="Oval 68">
                  <a:extLst>
                    <a:ext uri="{FF2B5EF4-FFF2-40B4-BE49-F238E27FC236}">
                      <a16:creationId xmlns:a16="http://schemas.microsoft.com/office/drawing/2014/main" id="{F8F96BB0-68AC-4EAF-BACF-9660DCEEC29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70" name="Oval 69">
                  <a:extLst>
                    <a:ext uri="{FF2B5EF4-FFF2-40B4-BE49-F238E27FC236}">
                      <a16:creationId xmlns:a16="http://schemas.microsoft.com/office/drawing/2014/main" id="{D72857F7-68E2-4E17-8682-1B8892E94180}"/>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71" name="Oval 70">
                  <a:extLst>
                    <a:ext uri="{FF2B5EF4-FFF2-40B4-BE49-F238E27FC236}">
                      <a16:creationId xmlns:a16="http://schemas.microsoft.com/office/drawing/2014/main" id="{8C3A1236-314D-479B-A3CD-FB3181ADAA73}"/>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72" name="Oval 71">
                  <a:extLst>
                    <a:ext uri="{FF2B5EF4-FFF2-40B4-BE49-F238E27FC236}">
                      <a16:creationId xmlns:a16="http://schemas.microsoft.com/office/drawing/2014/main" id="{C0F20A6E-645F-4A6C-9B37-8D50CAB105F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grpSp>
      <p:grpSp>
        <p:nvGrpSpPr>
          <p:cNvPr id="112" name="Graphic 272">
            <a:extLst>
              <a:ext uri="{FF2B5EF4-FFF2-40B4-BE49-F238E27FC236}">
                <a16:creationId xmlns:a16="http://schemas.microsoft.com/office/drawing/2014/main" id="{85444219-219C-41CF-A405-2B827C330CE9}"/>
              </a:ext>
            </a:extLst>
          </p:cNvPr>
          <p:cNvGrpSpPr/>
          <p:nvPr userDrawn="1"/>
        </p:nvGrpSpPr>
        <p:grpSpPr>
          <a:xfrm>
            <a:off x="5501640" y="580759"/>
            <a:ext cx="6553203" cy="5579701"/>
            <a:chOff x="5353521" y="2543090"/>
            <a:chExt cx="4569705" cy="3890860"/>
          </a:xfrm>
          <a:solidFill>
            <a:schemeClr val="accent1">
              <a:alpha val="5000"/>
            </a:schemeClr>
          </a:solidFill>
        </p:grpSpPr>
        <p:sp>
          <p:nvSpPr>
            <p:cNvPr id="113" name="Freeform: Shape 112">
              <a:extLst>
                <a:ext uri="{FF2B5EF4-FFF2-40B4-BE49-F238E27FC236}">
                  <a16:creationId xmlns:a16="http://schemas.microsoft.com/office/drawing/2014/main" id="{FEE619D9-4D39-4B9E-BAD9-D95354A1DAE5}"/>
                </a:ext>
              </a:extLst>
            </p:cNvPr>
            <p:cNvSpPr/>
            <p:nvPr/>
          </p:nvSpPr>
          <p:spPr>
            <a:xfrm>
              <a:off x="6618438" y="3172501"/>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9 h 2533650"/>
                <a:gd name="connsiteX6" fmla="*/ 6953 w 2533650"/>
                <a:gd name="connsiteY6" fmla="*/ 1270826 h 2533650"/>
                <a:gd name="connsiteX7" fmla="*/ 1270730 w 2533650"/>
                <a:gd name="connsiteY7" fmla="*/ 2534603 h 2533650"/>
                <a:gd name="connsiteX8" fmla="*/ 2534508 w 2533650"/>
                <a:gd name="connsiteY8" fmla="*/ 1270826 h 2533650"/>
                <a:gd name="connsiteX9" fmla="*/ 1270730 w 2533650"/>
                <a:gd name="connsiteY9" fmla="*/ 7049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90" y="0"/>
                    <a:pt x="2541461" y="570071"/>
                    <a:pt x="2541461" y="1270730"/>
                  </a:cubicBezTo>
                  <a:cubicBezTo>
                    <a:pt x="2541461" y="1971485"/>
                    <a:pt x="1971390" y="2541461"/>
                    <a:pt x="1270730" y="2541461"/>
                  </a:cubicBezTo>
                  <a:close/>
                  <a:moveTo>
                    <a:pt x="1270730" y="7049"/>
                  </a:moveTo>
                  <a:cubicBezTo>
                    <a:pt x="573881" y="7049"/>
                    <a:pt x="6953" y="573977"/>
                    <a:pt x="6953" y="1270826"/>
                  </a:cubicBezTo>
                  <a:cubicBezTo>
                    <a:pt x="6953" y="1967675"/>
                    <a:pt x="573881" y="2534603"/>
                    <a:pt x="1270730" y="2534603"/>
                  </a:cubicBezTo>
                  <a:cubicBezTo>
                    <a:pt x="1967579" y="2534603"/>
                    <a:pt x="2534508" y="1967675"/>
                    <a:pt x="2534508" y="1270826"/>
                  </a:cubicBezTo>
                  <a:cubicBezTo>
                    <a:pt x="2534508" y="573977"/>
                    <a:pt x="1967579" y="7049"/>
                    <a:pt x="1270730" y="7049"/>
                  </a:cubicBezTo>
                  <a:close/>
                </a:path>
              </a:pathLst>
            </a:custGeom>
            <a:grpFill/>
            <a:ln w="9525" cap="flat">
              <a:noFill/>
              <a:prstDash val="solid"/>
              <a:miter/>
            </a:ln>
          </p:spPr>
          <p:txBody>
            <a:bodyPr rtlCol="1" anchor="ctr"/>
            <a:lstStyle/>
            <a:p>
              <a:endParaRPr lang="ar-LY" sz="1800"/>
            </a:p>
          </p:txBody>
        </p:sp>
        <p:sp>
          <p:nvSpPr>
            <p:cNvPr id="114" name="Freeform: Shape 113">
              <a:extLst>
                <a:ext uri="{FF2B5EF4-FFF2-40B4-BE49-F238E27FC236}">
                  <a16:creationId xmlns:a16="http://schemas.microsoft.com/office/drawing/2014/main" id="{93B7FB8E-9C4D-41C6-8025-FC2D675BCF83}"/>
                </a:ext>
              </a:extLst>
            </p:cNvPr>
            <p:cNvSpPr/>
            <p:nvPr/>
          </p:nvSpPr>
          <p:spPr>
            <a:xfrm>
              <a:off x="6084753" y="2784739"/>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9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5" y="172498"/>
                    <a:pt x="2831402" y="485775"/>
                  </a:cubicBezTo>
                  <a:cubicBezTo>
                    <a:pt x="3144679" y="799052"/>
                    <a:pt x="3317177" y="1215581"/>
                    <a:pt x="3317177" y="1658588"/>
                  </a:cubicBezTo>
                  <a:cubicBezTo>
                    <a:pt x="3317177" y="2101596"/>
                    <a:pt x="3144679" y="2518124"/>
                    <a:pt x="2831402" y="2831402"/>
                  </a:cubicBezTo>
                  <a:cubicBezTo>
                    <a:pt x="2518220" y="3144679"/>
                    <a:pt x="2101692"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9" y="2569369"/>
                    <a:pt x="3310319" y="1658588"/>
                  </a:cubicBezTo>
                  <a:cubicBezTo>
                    <a:pt x="3310319" y="747808"/>
                    <a:pt x="2569369" y="6858"/>
                    <a:pt x="1658588" y="6858"/>
                  </a:cubicBezTo>
                  <a:close/>
                </a:path>
              </a:pathLst>
            </a:custGeom>
            <a:grpFill/>
            <a:ln w="9525" cap="flat">
              <a:noFill/>
              <a:prstDash val="solid"/>
              <a:miter/>
            </a:ln>
          </p:spPr>
          <p:txBody>
            <a:bodyPr rtlCol="1" anchor="ctr"/>
            <a:lstStyle/>
            <a:p>
              <a:endParaRPr lang="ar-LY" sz="1800"/>
            </a:p>
          </p:txBody>
        </p:sp>
        <p:sp>
          <p:nvSpPr>
            <p:cNvPr id="115" name="Freeform: Shape 114">
              <a:extLst>
                <a:ext uri="{FF2B5EF4-FFF2-40B4-BE49-F238E27FC236}">
                  <a16:creationId xmlns:a16="http://schemas.microsoft.com/office/drawing/2014/main" id="{10D3E6E4-C2E2-4BBF-9BD7-5E65BCFAB36D}"/>
                </a:ext>
              </a:extLst>
            </p:cNvPr>
            <p:cNvSpPr/>
            <p:nvPr/>
          </p:nvSpPr>
          <p:spPr>
            <a:xfrm>
              <a:off x="5887111" y="2930852"/>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8 h 2533650"/>
                <a:gd name="connsiteX6" fmla="*/ 6953 w 2533650"/>
                <a:gd name="connsiteY6" fmla="*/ 1270826 h 2533650"/>
                <a:gd name="connsiteX7" fmla="*/ 1270730 w 2533650"/>
                <a:gd name="connsiteY7" fmla="*/ 2534603 h 2533650"/>
                <a:gd name="connsiteX8" fmla="*/ 2534507 w 2533650"/>
                <a:gd name="connsiteY8" fmla="*/ 1270826 h 2533650"/>
                <a:gd name="connsiteX9" fmla="*/ 1270730 w 2533650"/>
                <a:gd name="connsiteY9" fmla="*/ 7048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89" y="0"/>
                    <a:pt x="2541461" y="570071"/>
                    <a:pt x="2541461" y="1270730"/>
                  </a:cubicBezTo>
                  <a:cubicBezTo>
                    <a:pt x="2541461" y="1971485"/>
                    <a:pt x="1971389" y="2541461"/>
                    <a:pt x="1270730" y="2541461"/>
                  </a:cubicBezTo>
                  <a:close/>
                  <a:moveTo>
                    <a:pt x="1270730" y="7048"/>
                  </a:moveTo>
                  <a:cubicBezTo>
                    <a:pt x="573881" y="7048"/>
                    <a:pt x="6953" y="573977"/>
                    <a:pt x="6953" y="1270826"/>
                  </a:cubicBezTo>
                  <a:cubicBezTo>
                    <a:pt x="6953" y="1967675"/>
                    <a:pt x="573881" y="2534603"/>
                    <a:pt x="1270730" y="2534603"/>
                  </a:cubicBezTo>
                  <a:cubicBezTo>
                    <a:pt x="1967579" y="2534603"/>
                    <a:pt x="2534507" y="1967675"/>
                    <a:pt x="2534507" y="1270826"/>
                  </a:cubicBezTo>
                  <a:cubicBezTo>
                    <a:pt x="2534507" y="573977"/>
                    <a:pt x="1967579" y="7048"/>
                    <a:pt x="1270730" y="7048"/>
                  </a:cubicBezTo>
                  <a:close/>
                </a:path>
              </a:pathLst>
            </a:custGeom>
            <a:grpFill/>
            <a:ln w="9525" cap="flat">
              <a:noFill/>
              <a:prstDash val="solid"/>
              <a:miter/>
            </a:ln>
          </p:spPr>
          <p:txBody>
            <a:bodyPr rtlCol="1" anchor="ctr"/>
            <a:lstStyle/>
            <a:p>
              <a:endParaRPr lang="ar-LY" sz="1800"/>
            </a:p>
          </p:txBody>
        </p:sp>
        <p:sp>
          <p:nvSpPr>
            <p:cNvPr id="116" name="Freeform: Shape 115">
              <a:extLst>
                <a:ext uri="{FF2B5EF4-FFF2-40B4-BE49-F238E27FC236}">
                  <a16:creationId xmlns:a16="http://schemas.microsoft.com/office/drawing/2014/main" id="{4C808A1F-4DDE-476E-91F3-4E4239829CF6}"/>
                </a:ext>
              </a:extLst>
            </p:cNvPr>
            <p:cNvSpPr/>
            <p:nvPr/>
          </p:nvSpPr>
          <p:spPr>
            <a:xfrm>
              <a:off x="5353521" y="2543090"/>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8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4" y="172498"/>
                    <a:pt x="2831402" y="485775"/>
                  </a:cubicBezTo>
                  <a:cubicBezTo>
                    <a:pt x="3144679" y="799052"/>
                    <a:pt x="3317177" y="1215581"/>
                    <a:pt x="3317177" y="1658588"/>
                  </a:cubicBezTo>
                  <a:cubicBezTo>
                    <a:pt x="3317177" y="2101596"/>
                    <a:pt x="3144679" y="2518124"/>
                    <a:pt x="2831402" y="2831402"/>
                  </a:cubicBezTo>
                  <a:cubicBezTo>
                    <a:pt x="2518124" y="3144679"/>
                    <a:pt x="2101596"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8" y="2569369"/>
                    <a:pt x="3310318" y="1658588"/>
                  </a:cubicBezTo>
                  <a:cubicBezTo>
                    <a:pt x="3310318" y="747808"/>
                    <a:pt x="2569274" y="6858"/>
                    <a:pt x="1658588" y="6858"/>
                  </a:cubicBezTo>
                  <a:close/>
                </a:path>
              </a:pathLst>
            </a:custGeom>
            <a:grpFill/>
            <a:ln w="9525" cap="flat">
              <a:noFill/>
              <a:prstDash val="solid"/>
              <a:miter/>
            </a:ln>
          </p:spPr>
          <p:txBody>
            <a:bodyPr rtlCol="1" anchor="ctr"/>
            <a:lstStyle/>
            <a:p>
              <a:endParaRPr lang="ar-LY" sz="1800"/>
            </a:p>
          </p:txBody>
        </p:sp>
        <p:sp>
          <p:nvSpPr>
            <p:cNvPr id="117" name="Freeform: Shape 116">
              <a:extLst>
                <a:ext uri="{FF2B5EF4-FFF2-40B4-BE49-F238E27FC236}">
                  <a16:creationId xmlns:a16="http://schemas.microsoft.com/office/drawing/2014/main" id="{98AD7B4A-E065-45FD-A4AC-752A5D56CA0B}"/>
                </a:ext>
              </a:extLst>
            </p:cNvPr>
            <p:cNvSpPr/>
            <p:nvPr/>
          </p:nvSpPr>
          <p:spPr>
            <a:xfrm>
              <a:off x="8046805" y="4557528"/>
              <a:ext cx="1876421" cy="1876422"/>
            </a:xfrm>
            <a:custGeom>
              <a:avLst/>
              <a:gdLst>
                <a:gd name="connsiteX0" fmla="*/ 941546 w 1876425"/>
                <a:gd name="connsiteY0" fmla="*/ 1883093 h 1876425"/>
                <a:gd name="connsiteX1" fmla="*/ 0 w 1876425"/>
                <a:gd name="connsiteY1" fmla="*/ 941546 h 1876425"/>
                <a:gd name="connsiteX2" fmla="*/ 941546 w 1876425"/>
                <a:gd name="connsiteY2" fmla="*/ 0 h 1876425"/>
                <a:gd name="connsiteX3" fmla="*/ 1883093 w 1876425"/>
                <a:gd name="connsiteY3" fmla="*/ 941546 h 1876425"/>
                <a:gd name="connsiteX4" fmla="*/ 941546 w 1876425"/>
                <a:gd name="connsiteY4" fmla="*/ 1883093 h 1876425"/>
                <a:gd name="connsiteX5" fmla="*/ 941546 w 1876425"/>
                <a:gd name="connsiteY5" fmla="*/ 6858 h 1876425"/>
                <a:gd name="connsiteX6" fmla="*/ 6953 w 1876425"/>
                <a:gd name="connsiteY6" fmla="*/ 941451 h 1876425"/>
                <a:gd name="connsiteX7" fmla="*/ 941546 w 1876425"/>
                <a:gd name="connsiteY7" fmla="*/ 1876044 h 1876425"/>
                <a:gd name="connsiteX8" fmla="*/ 1876139 w 1876425"/>
                <a:gd name="connsiteY8" fmla="*/ 941451 h 1876425"/>
                <a:gd name="connsiteX9" fmla="*/ 941546 w 1876425"/>
                <a:gd name="connsiteY9" fmla="*/ 6858 h 187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425" h="1876425">
                  <a:moveTo>
                    <a:pt x="941546" y="1883093"/>
                  </a:moveTo>
                  <a:cubicBezTo>
                    <a:pt x="422338" y="1883093"/>
                    <a:pt x="0" y="1460754"/>
                    <a:pt x="0" y="941546"/>
                  </a:cubicBezTo>
                  <a:cubicBezTo>
                    <a:pt x="0" y="422338"/>
                    <a:pt x="422338" y="0"/>
                    <a:pt x="941546" y="0"/>
                  </a:cubicBezTo>
                  <a:cubicBezTo>
                    <a:pt x="1460754" y="0"/>
                    <a:pt x="1883093" y="422338"/>
                    <a:pt x="1883093" y="941546"/>
                  </a:cubicBezTo>
                  <a:cubicBezTo>
                    <a:pt x="1883187" y="1460659"/>
                    <a:pt x="1460754" y="1883093"/>
                    <a:pt x="941546" y="1883093"/>
                  </a:cubicBezTo>
                  <a:close/>
                  <a:moveTo>
                    <a:pt x="941546" y="6858"/>
                  </a:moveTo>
                  <a:cubicBezTo>
                    <a:pt x="426148" y="6858"/>
                    <a:pt x="6953" y="426148"/>
                    <a:pt x="6953" y="941451"/>
                  </a:cubicBezTo>
                  <a:cubicBezTo>
                    <a:pt x="6953" y="1456754"/>
                    <a:pt x="426244" y="1876044"/>
                    <a:pt x="941546" y="1876044"/>
                  </a:cubicBezTo>
                  <a:cubicBezTo>
                    <a:pt x="1456849" y="1876044"/>
                    <a:pt x="1876139" y="1456754"/>
                    <a:pt x="1876139" y="941451"/>
                  </a:cubicBezTo>
                  <a:cubicBezTo>
                    <a:pt x="1876234" y="426148"/>
                    <a:pt x="1456944" y="6858"/>
                    <a:pt x="941546" y="6858"/>
                  </a:cubicBezTo>
                  <a:close/>
                </a:path>
              </a:pathLst>
            </a:custGeom>
            <a:grpFill/>
            <a:ln w="9525" cap="flat">
              <a:noFill/>
              <a:prstDash val="solid"/>
              <a:miter/>
            </a:ln>
          </p:spPr>
          <p:txBody>
            <a:bodyPr rtlCol="1" anchor="ctr"/>
            <a:lstStyle/>
            <a:p>
              <a:endParaRPr lang="ar-LY" sz="1800"/>
            </a:p>
          </p:txBody>
        </p:sp>
        <p:sp>
          <p:nvSpPr>
            <p:cNvPr id="118" name="Freeform: Shape 117">
              <a:extLst>
                <a:ext uri="{FF2B5EF4-FFF2-40B4-BE49-F238E27FC236}">
                  <a16:creationId xmlns:a16="http://schemas.microsoft.com/office/drawing/2014/main" id="{9A81721C-345A-43C6-9596-F3E7011B553F}"/>
                </a:ext>
              </a:extLst>
            </p:cNvPr>
            <p:cNvSpPr/>
            <p:nvPr/>
          </p:nvSpPr>
          <p:spPr>
            <a:xfrm>
              <a:off x="6580720" y="4483233"/>
              <a:ext cx="85725" cy="85725"/>
            </a:xfrm>
            <a:custGeom>
              <a:avLst/>
              <a:gdLst>
                <a:gd name="connsiteX0" fmla="*/ 89535 w 85725"/>
                <a:gd name="connsiteY0" fmla="*/ 44768 h 85725"/>
                <a:gd name="connsiteX1" fmla="*/ 44768 w 85725"/>
                <a:gd name="connsiteY1" fmla="*/ 89535 h 85725"/>
                <a:gd name="connsiteX2" fmla="*/ 0 w 85725"/>
                <a:gd name="connsiteY2" fmla="*/ 44768 h 85725"/>
                <a:gd name="connsiteX3" fmla="*/ 44768 w 85725"/>
                <a:gd name="connsiteY3" fmla="*/ 0 h 85725"/>
                <a:gd name="connsiteX4" fmla="*/ 89535 w 85725"/>
                <a:gd name="connsiteY4" fmla="*/ 44768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9535" y="44768"/>
                  </a:moveTo>
                  <a:cubicBezTo>
                    <a:pt x="89535" y="69533"/>
                    <a:pt x="69437" y="89535"/>
                    <a:pt x="44768" y="89535"/>
                  </a:cubicBezTo>
                  <a:cubicBezTo>
                    <a:pt x="20003" y="89535"/>
                    <a:pt x="0" y="69438"/>
                    <a:pt x="0" y="44768"/>
                  </a:cubicBezTo>
                  <a:cubicBezTo>
                    <a:pt x="0" y="20003"/>
                    <a:pt x="20098" y="0"/>
                    <a:pt x="44768" y="0"/>
                  </a:cubicBezTo>
                  <a:cubicBezTo>
                    <a:pt x="69437" y="-95"/>
                    <a:pt x="89535" y="20003"/>
                    <a:pt x="89535" y="44768"/>
                  </a:cubicBezTo>
                  <a:close/>
                </a:path>
              </a:pathLst>
            </a:custGeom>
            <a:grpFill/>
            <a:ln w="9525" cap="flat">
              <a:noFill/>
              <a:prstDash val="solid"/>
              <a:miter/>
            </a:ln>
          </p:spPr>
          <p:txBody>
            <a:bodyPr rtlCol="1" anchor="ctr"/>
            <a:lstStyle/>
            <a:p>
              <a:endParaRPr lang="ar-LY" sz="1800"/>
            </a:p>
          </p:txBody>
        </p:sp>
        <p:sp>
          <p:nvSpPr>
            <p:cNvPr id="119" name="Freeform: Shape 118">
              <a:extLst>
                <a:ext uri="{FF2B5EF4-FFF2-40B4-BE49-F238E27FC236}">
                  <a16:creationId xmlns:a16="http://schemas.microsoft.com/office/drawing/2014/main" id="{FD19CA89-95D3-47AC-AEC7-7CEF1C02AD2D}"/>
                </a:ext>
              </a:extLst>
            </p:cNvPr>
            <p:cNvSpPr/>
            <p:nvPr/>
          </p:nvSpPr>
          <p:spPr>
            <a:xfrm>
              <a:off x="6510616" y="4413225"/>
              <a:ext cx="228600" cy="228600"/>
            </a:xfrm>
            <a:custGeom>
              <a:avLst/>
              <a:gdLst>
                <a:gd name="connsiteX0" fmla="*/ 229552 w 228600"/>
                <a:gd name="connsiteY0" fmla="*/ 114776 h 228600"/>
                <a:gd name="connsiteX1" fmla="*/ 114776 w 228600"/>
                <a:gd name="connsiteY1" fmla="*/ 229552 h 228600"/>
                <a:gd name="connsiteX2" fmla="*/ 0 w 228600"/>
                <a:gd name="connsiteY2" fmla="*/ 114776 h 228600"/>
                <a:gd name="connsiteX3" fmla="*/ 114776 w 228600"/>
                <a:gd name="connsiteY3" fmla="*/ 0 h 228600"/>
                <a:gd name="connsiteX4" fmla="*/ 229552 w 228600"/>
                <a:gd name="connsiteY4" fmla="*/ 114776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9552" y="114776"/>
                  </a:moveTo>
                  <a:cubicBezTo>
                    <a:pt x="229552" y="178165"/>
                    <a:pt x="178165" y="229552"/>
                    <a:pt x="114776" y="229552"/>
                  </a:cubicBezTo>
                  <a:cubicBezTo>
                    <a:pt x="51387" y="229552"/>
                    <a:pt x="0" y="178165"/>
                    <a:pt x="0" y="114776"/>
                  </a:cubicBezTo>
                  <a:cubicBezTo>
                    <a:pt x="0" y="51387"/>
                    <a:pt x="51387" y="0"/>
                    <a:pt x="114776" y="0"/>
                  </a:cubicBezTo>
                  <a:cubicBezTo>
                    <a:pt x="178165" y="0"/>
                    <a:pt x="229552" y="51387"/>
                    <a:pt x="229552" y="114776"/>
                  </a:cubicBezTo>
                  <a:close/>
                </a:path>
              </a:pathLst>
            </a:custGeom>
            <a:grpFill/>
            <a:ln w="9525" cap="flat">
              <a:noFill/>
              <a:prstDash val="solid"/>
              <a:miter/>
            </a:ln>
          </p:spPr>
          <p:txBody>
            <a:bodyPr rtlCol="1" anchor="ctr"/>
            <a:lstStyle/>
            <a:p>
              <a:endParaRPr lang="ar-LY" sz="1800"/>
            </a:p>
          </p:txBody>
        </p:sp>
        <p:sp>
          <p:nvSpPr>
            <p:cNvPr id="120" name="Freeform: Shape 119">
              <a:extLst>
                <a:ext uri="{FF2B5EF4-FFF2-40B4-BE49-F238E27FC236}">
                  <a16:creationId xmlns:a16="http://schemas.microsoft.com/office/drawing/2014/main" id="{B0D504A2-A3E5-4157-BE64-E485AB4DFBB1}"/>
                </a:ext>
              </a:extLst>
            </p:cNvPr>
            <p:cNvSpPr/>
            <p:nvPr/>
          </p:nvSpPr>
          <p:spPr>
            <a:xfrm>
              <a:off x="6365075" y="3134400"/>
              <a:ext cx="85725" cy="85725"/>
            </a:xfrm>
            <a:custGeom>
              <a:avLst/>
              <a:gdLst>
                <a:gd name="connsiteX0" fmla="*/ 90297 w 85725"/>
                <a:gd name="connsiteY0" fmla="*/ 45149 h 85725"/>
                <a:gd name="connsiteX1" fmla="*/ 45148 w 85725"/>
                <a:gd name="connsiteY1" fmla="*/ 90297 h 85725"/>
                <a:gd name="connsiteX2" fmla="*/ 0 w 85725"/>
                <a:gd name="connsiteY2" fmla="*/ 45149 h 85725"/>
                <a:gd name="connsiteX3" fmla="*/ 45148 w 85725"/>
                <a:gd name="connsiteY3" fmla="*/ 0 h 85725"/>
                <a:gd name="connsiteX4" fmla="*/ 90297 w 85725"/>
                <a:gd name="connsiteY4" fmla="*/ 45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90297" y="45149"/>
                  </a:moveTo>
                  <a:cubicBezTo>
                    <a:pt x="90297" y="70104"/>
                    <a:pt x="70104" y="90297"/>
                    <a:pt x="45148" y="90297"/>
                  </a:cubicBezTo>
                  <a:cubicBezTo>
                    <a:pt x="20193" y="90297"/>
                    <a:pt x="0" y="70104"/>
                    <a:pt x="0" y="45149"/>
                  </a:cubicBezTo>
                  <a:cubicBezTo>
                    <a:pt x="0" y="20193"/>
                    <a:pt x="20193" y="0"/>
                    <a:pt x="45148" y="0"/>
                  </a:cubicBezTo>
                  <a:cubicBezTo>
                    <a:pt x="70104" y="0"/>
                    <a:pt x="90297" y="20193"/>
                    <a:pt x="90297" y="45149"/>
                  </a:cubicBezTo>
                  <a:close/>
                </a:path>
              </a:pathLst>
            </a:custGeom>
            <a:grpFill/>
            <a:ln w="9525" cap="flat">
              <a:noFill/>
              <a:prstDash val="solid"/>
              <a:miter/>
            </a:ln>
          </p:spPr>
          <p:txBody>
            <a:bodyPr rtlCol="1" anchor="ctr"/>
            <a:lstStyle/>
            <a:p>
              <a:endParaRPr lang="ar-LY" sz="1800"/>
            </a:p>
          </p:txBody>
        </p:sp>
        <p:sp>
          <p:nvSpPr>
            <p:cNvPr id="121" name="Freeform: Shape 120">
              <a:extLst>
                <a:ext uri="{FF2B5EF4-FFF2-40B4-BE49-F238E27FC236}">
                  <a16:creationId xmlns:a16="http://schemas.microsoft.com/office/drawing/2014/main" id="{8EE7778B-653E-450F-978F-7E925E87D391}"/>
                </a:ext>
              </a:extLst>
            </p:cNvPr>
            <p:cNvSpPr/>
            <p:nvPr/>
          </p:nvSpPr>
          <p:spPr>
            <a:xfrm>
              <a:off x="6287827" y="3057058"/>
              <a:ext cx="238124" cy="238124"/>
            </a:xfrm>
            <a:custGeom>
              <a:avLst/>
              <a:gdLst>
                <a:gd name="connsiteX0" fmla="*/ 244983 w 238125"/>
                <a:gd name="connsiteY0" fmla="*/ 122492 h 238125"/>
                <a:gd name="connsiteX1" fmla="*/ 122492 w 238125"/>
                <a:gd name="connsiteY1" fmla="*/ 244983 h 238125"/>
                <a:gd name="connsiteX2" fmla="*/ 0 w 238125"/>
                <a:gd name="connsiteY2" fmla="*/ 122492 h 238125"/>
                <a:gd name="connsiteX3" fmla="*/ 122492 w 238125"/>
                <a:gd name="connsiteY3" fmla="*/ 0 h 238125"/>
                <a:gd name="connsiteX4" fmla="*/ 244983 w 238125"/>
                <a:gd name="connsiteY4" fmla="*/ 122492 h 23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5" h="238125">
                  <a:moveTo>
                    <a:pt x="244983" y="122492"/>
                  </a:moveTo>
                  <a:cubicBezTo>
                    <a:pt x="244983" y="190142"/>
                    <a:pt x="190142" y="244983"/>
                    <a:pt x="122492" y="244983"/>
                  </a:cubicBezTo>
                  <a:cubicBezTo>
                    <a:pt x="54841" y="244983"/>
                    <a:pt x="0" y="190142"/>
                    <a:pt x="0" y="122492"/>
                  </a:cubicBezTo>
                  <a:cubicBezTo>
                    <a:pt x="0" y="54841"/>
                    <a:pt x="54842" y="0"/>
                    <a:pt x="122492" y="0"/>
                  </a:cubicBezTo>
                  <a:cubicBezTo>
                    <a:pt x="190142" y="0"/>
                    <a:pt x="244983" y="54841"/>
                    <a:pt x="244983" y="122492"/>
                  </a:cubicBezTo>
                  <a:close/>
                </a:path>
              </a:pathLst>
            </a:custGeom>
            <a:grpFill/>
            <a:ln w="9525" cap="flat">
              <a:noFill/>
              <a:prstDash val="solid"/>
              <a:miter/>
            </a:ln>
          </p:spPr>
          <p:txBody>
            <a:bodyPr rtlCol="1" anchor="ctr"/>
            <a:lstStyle/>
            <a:p>
              <a:endParaRPr lang="ar-LY" sz="1800"/>
            </a:p>
          </p:txBody>
        </p:sp>
        <p:sp>
          <p:nvSpPr>
            <p:cNvPr id="122" name="Freeform: Shape 121">
              <a:extLst>
                <a:ext uri="{FF2B5EF4-FFF2-40B4-BE49-F238E27FC236}">
                  <a16:creationId xmlns:a16="http://schemas.microsoft.com/office/drawing/2014/main" id="{6E0ED142-A91B-4655-9613-58C5826EE2A2}"/>
                </a:ext>
              </a:extLst>
            </p:cNvPr>
            <p:cNvSpPr/>
            <p:nvPr/>
          </p:nvSpPr>
          <p:spPr>
            <a:xfrm>
              <a:off x="9208186" y="3732188"/>
              <a:ext cx="95250" cy="95250"/>
            </a:xfrm>
            <a:custGeom>
              <a:avLst/>
              <a:gdLst>
                <a:gd name="connsiteX0" fmla="*/ 96964 w 95250"/>
                <a:gd name="connsiteY0" fmla="*/ 48482 h 95250"/>
                <a:gd name="connsiteX1" fmla="*/ 48483 w 95250"/>
                <a:gd name="connsiteY1" fmla="*/ 96965 h 95250"/>
                <a:gd name="connsiteX2" fmla="*/ 0 w 95250"/>
                <a:gd name="connsiteY2" fmla="*/ 48482 h 95250"/>
                <a:gd name="connsiteX3" fmla="*/ 48483 w 95250"/>
                <a:gd name="connsiteY3" fmla="*/ 0 h 95250"/>
                <a:gd name="connsiteX4" fmla="*/ 96964 w 95250"/>
                <a:gd name="connsiteY4" fmla="*/ 48482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964" y="48482"/>
                  </a:moveTo>
                  <a:cubicBezTo>
                    <a:pt x="96964" y="75248"/>
                    <a:pt x="75248" y="96965"/>
                    <a:pt x="48483" y="96965"/>
                  </a:cubicBezTo>
                  <a:cubicBezTo>
                    <a:pt x="21717" y="96965"/>
                    <a:pt x="0" y="75248"/>
                    <a:pt x="0" y="48482"/>
                  </a:cubicBezTo>
                  <a:cubicBezTo>
                    <a:pt x="0" y="21717"/>
                    <a:pt x="21717" y="0"/>
                    <a:pt x="48483" y="0"/>
                  </a:cubicBezTo>
                  <a:cubicBezTo>
                    <a:pt x="75248" y="0"/>
                    <a:pt x="96964" y="21717"/>
                    <a:pt x="96964" y="48482"/>
                  </a:cubicBezTo>
                  <a:close/>
                </a:path>
              </a:pathLst>
            </a:custGeom>
            <a:grpFill/>
            <a:ln w="9525" cap="flat">
              <a:noFill/>
              <a:prstDash val="solid"/>
              <a:miter/>
            </a:ln>
          </p:spPr>
          <p:txBody>
            <a:bodyPr rtlCol="1" anchor="ctr"/>
            <a:lstStyle/>
            <a:p>
              <a:endParaRPr lang="ar-LY" sz="1800"/>
            </a:p>
          </p:txBody>
        </p:sp>
        <p:sp>
          <p:nvSpPr>
            <p:cNvPr id="123" name="Freeform: Shape 122">
              <a:extLst>
                <a:ext uri="{FF2B5EF4-FFF2-40B4-BE49-F238E27FC236}">
                  <a16:creationId xmlns:a16="http://schemas.microsoft.com/office/drawing/2014/main" id="{A5C1FEEE-2E7D-4CA6-880C-953D7AAC9EE7}"/>
                </a:ext>
              </a:extLst>
            </p:cNvPr>
            <p:cNvSpPr/>
            <p:nvPr/>
          </p:nvSpPr>
          <p:spPr>
            <a:xfrm>
              <a:off x="9147607" y="3671610"/>
              <a:ext cx="209549" cy="209549"/>
            </a:xfrm>
            <a:custGeom>
              <a:avLst/>
              <a:gdLst>
                <a:gd name="connsiteX0" fmla="*/ 218122 w 209550"/>
                <a:gd name="connsiteY0" fmla="*/ 109061 h 209550"/>
                <a:gd name="connsiteX1" fmla="*/ 109061 w 209550"/>
                <a:gd name="connsiteY1" fmla="*/ 218123 h 209550"/>
                <a:gd name="connsiteX2" fmla="*/ 0 w 209550"/>
                <a:gd name="connsiteY2" fmla="*/ 109061 h 209550"/>
                <a:gd name="connsiteX3" fmla="*/ 109061 w 209550"/>
                <a:gd name="connsiteY3" fmla="*/ 0 h 209550"/>
                <a:gd name="connsiteX4" fmla="*/ 218122 w 209550"/>
                <a:gd name="connsiteY4" fmla="*/ 109061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18122" y="109061"/>
                  </a:moveTo>
                  <a:cubicBezTo>
                    <a:pt x="218122" y="169294"/>
                    <a:pt x="169294" y="218123"/>
                    <a:pt x="109061" y="218123"/>
                  </a:cubicBezTo>
                  <a:cubicBezTo>
                    <a:pt x="48828" y="218123"/>
                    <a:pt x="0" y="169294"/>
                    <a:pt x="0" y="109061"/>
                  </a:cubicBezTo>
                  <a:cubicBezTo>
                    <a:pt x="0" y="48828"/>
                    <a:pt x="48828" y="0"/>
                    <a:pt x="109061" y="0"/>
                  </a:cubicBezTo>
                  <a:cubicBezTo>
                    <a:pt x="169294" y="0"/>
                    <a:pt x="218122" y="48828"/>
                    <a:pt x="218122" y="109061"/>
                  </a:cubicBezTo>
                  <a:close/>
                </a:path>
              </a:pathLst>
            </a:custGeom>
            <a:grpFill/>
            <a:ln w="9525" cap="flat">
              <a:noFill/>
              <a:prstDash val="solid"/>
              <a:miter/>
            </a:ln>
          </p:spPr>
          <p:txBody>
            <a:bodyPr rtlCol="1" anchor="ctr"/>
            <a:lstStyle/>
            <a:p>
              <a:endParaRPr lang="ar-LY" sz="1800"/>
            </a:p>
          </p:txBody>
        </p:sp>
        <p:sp>
          <p:nvSpPr>
            <p:cNvPr id="124" name="Freeform: Shape 123">
              <a:extLst>
                <a:ext uri="{FF2B5EF4-FFF2-40B4-BE49-F238E27FC236}">
                  <a16:creationId xmlns:a16="http://schemas.microsoft.com/office/drawing/2014/main" id="{701DF13E-798F-4729-9EA1-17DE99DF83F4}"/>
                </a:ext>
              </a:extLst>
            </p:cNvPr>
            <p:cNvSpPr/>
            <p:nvPr/>
          </p:nvSpPr>
          <p:spPr>
            <a:xfrm>
              <a:off x="8059951" y="5750056"/>
              <a:ext cx="85725" cy="85725"/>
            </a:xfrm>
            <a:custGeom>
              <a:avLst/>
              <a:gdLst>
                <a:gd name="connsiteX0" fmla="*/ 88582 w 85725"/>
                <a:gd name="connsiteY0" fmla="*/ 44291 h 85725"/>
                <a:gd name="connsiteX1" fmla="*/ 44291 w 85725"/>
                <a:gd name="connsiteY1" fmla="*/ 88582 h 85725"/>
                <a:gd name="connsiteX2" fmla="*/ 0 w 85725"/>
                <a:gd name="connsiteY2" fmla="*/ 44291 h 85725"/>
                <a:gd name="connsiteX3" fmla="*/ 44291 w 85725"/>
                <a:gd name="connsiteY3" fmla="*/ 0 h 85725"/>
                <a:gd name="connsiteX4" fmla="*/ 88582 w 85725"/>
                <a:gd name="connsiteY4" fmla="*/ 44291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8582" y="44291"/>
                  </a:moveTo>
                  <a:cubicBezTo>
                    <a:pt x="88582" y="68771"/>
                    <a:pt x="68770" y="88582"/>
                    <a:pt x="44291" y="88582"/>
                  </a:cubicBezTo>
                  <a:cubicBezTo>
                    <a:pt x="19812" y="88582"/>
                    <a:pt x="0" y="68771"/>
                    <a:pt x="0" y="44291"/>
                  </a:cubicBezTo>
                  <a:cubicBezTo>
                    <a:pt x="0" y="19812"/>
                    <a:pt x="19812" y="0"/>
                    <a:pt x="44291" y="0"/>
                  </a:cubicBezTo>
                  <a:cubicBezTo>
                    <a:pt x="68770" y="0"/>
                    <a:pt x="88582" y="19812"/>
                    <a:pt x="88582" y="44291"/>
                  </a:cubicBezTo>
                  <a:close/>
                </a:path>
              </a:pathLst>
            </a:custGeom>
            <a:grpFill/>
            <a:ln w="9525" cap="flat">
              <a:noFill/>
              <a:prstDash val="solid"/>
              <a:miter/>
            </a:ln>
          </p:spPr>
          <p:txBody>
            <a:bodyPr rtlCol="1" anchor="ctr"/>
            <a:lstStyle/>
            <a:p>
              <a:endParaRPr lang="ar-LY" sz="1800"/>
            </a:p>
          </p:txBody>
        </p:sp>
        <p:sp>
          <p:nvSpPr>
            <p:cNvPr id="125" name="Freeform: Shape 124">
              <a:extLst>
                <a:ext uri="{FF2B5EF4-FFF2-40B4-BE49-F238E27FC236}">
                  <a16:creationId xmlns:a16="http://schemas.microsoft.com/office/drawing/2014/main" id="{289DADEF-0121-4312-8834-FDDE9C9B8AD7}"/>
                </a:ext>
              </a:extLst>
            </p:cNvPr>
            <p:cNvSpPr/>
            <p:nvPr/>
          </p:nvSpPr>
          <p:spPr>
            <a:xfrm>
              <a:off x="7999371" y="5689382"/>
              <a:ext cx="209549" cy="209549"/>
            </a:xfrm>
            <a:custGeom>
              <a:avLst/>
              <a:gdLst>
                <a:gd name="connsiteX0" fmla="*/ 209931 w 209550"/>
                <a:gd name="connsiteY0" fmla="*/ 104966 h 209550"/>
                <a:gd name="connsiteX1" fmla="*/ 104966 w 209550"/>
                <a:gd name="connsiteY1" fmla="*/ 209931 h 209550"/>
                <a:gd name="connsiteX2" fmla="*/ 0 w 209550"/>
                <a:gd name="connsiteY2" fmla="*/ 104966 h 209550"/>
                <a:gd name="connsiteX3" fmla="*/ 104966 w 209550"/>
                <a:gd name="connsiteY3" fmla="*/ 0 h 209550"/>
                <a:gd name="connsiteX4" fmla="*/ 209931 w 209550"/>
                <a:gd name="connsiteY4" fmla="*/ 104966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09931" y="104966"/>
                  </a:moveTo>
                  <a:cubicBezTo>
                    <a:pt x="209931" y="162936"/>
                    <a:pt x="162937" y="209931"/>
                    <a:pt x="104966" y="209931"/>
                  </a:cubicBezTo>
                  <a:cubicBezTo>
                    <a:pt x="46995" y="209931"/>
                    <a:pt x="0" y="162936"/>
                    <a:pt x="0" y="104966"/>
                  </a:cubicBezTo>
                  <a:cubicBezTo>
                    <a:pt x="0" y="46995"/>
                    <a:pt x="46995" y="0"/>
                    <a:pt x="104966" y="0"/>
                  </a:cubicBezTo>
                  <a:cubicBezTo>
                    <a:pt x="162937" y="0"/>
                    <a:pt x="209931" y="46995"/>
                    <a:pt x="209931" y="104966"/>
                  </a:cubicBezTo>
                  <a:close/>
                </a:path>
              </a:pathLst>
            </a:custGeom>
            <a:grpFill/>
            <a:ln w="9525" cap="flat">
              <a:noFill/>
              <a:prstDash val="solid"/>
              <a:miter/>
            </a:ln>
          </p:spPr>
          <p:txBody>
            <a:bodyPr rtlCol="1" anchor="ctr"/>
            <a:lstStyle/>
            <a:p>
              <a:endParaRPr lang="ar-LY" sz="1800"/>
            </a:p>
          </p:txBody>
        </p:sp>
        <p:sp>
          <p:nvSpPr>
            <p:cNvPr id="126" name="Freeform: Shape 125">
              <a:extLst>
                <a:ext uri="{FF2B5EF4-FFF2-40B4-BE49-F238E27FC236}">
                  <a16:creationId xmlns:a16="http://schemas.microsoft.com/office/drawing/2014/main" id="{96CAE51E-2807-41A4-8E40-AB804DCC63A8}"/>
                </a:ext>
              </a:extLst>
            </p:cNvPr>
            <p:cNvSpPr/>
            <p:nvPr/>
          </p:nvSpPr>
          <p:spPr>
            <a:xfrm>
              <a:off x="6062086" y="4302163"/>
              <a:ext cx="57150" cy="57150"/>
            </a:xfrm>
            <a:custGeom>
              <a:avLst/>
              <a:gdLst>
                <a:gd name="connsiteX0" fmla="*/ 59055 w 57150"/>
                <a:gd name="connsiteY0" fmla="*/ 29527 h 57150"/>
                <a:gd name="connsiteX1" fmla="*/ 29527 w 57150"/>
                <a:gd name="connsiteY1" fmla="*/ 59055 h 57150"/>
                <a:gd name="connsiteX2" fmla="*/ 0 w 57150"/>
                <a:gd name="connsiteY2" fmla="*/ 29527 h 57150"/>
                <a:gd name="connsiteX3" fmla="*/ 29527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35"/>
                    <a:pt x="45835" y="59055"/>
                    <a:pt x="29527" y="59055"/>
                  </a:cubicBezTo>
                  <a:cubicBezTo>
                    <a:pt x="13220" y="59055"/>
                    <a:pt x="0" y="45835"/>
                    <a:pt x="0" y="29527"/>
                  </a:cubicBezTo>
                  <a:cubicBezTo>
                    <a:pt x="0" y="13220"/>
                    <a:pt x="13220" y="0"/>
                    <a:pt x="29527" y="0"/>
                  </a:cubicBezTo>
                  <a:cubicBezTo>
                    <a:pt x="45835" y="0"/>
                    <a:pt x="59055" y="13220"/>
                    <a:pt x="59055" y="29527"/>
                  </a:cubicBezTo>
                  <a:close/>
                </a:path>
              </a:pathLst>
            </a:custGeom>
            <a:grpFill/>
            <a:ln w="9525" cap="flat">
              <a:noFill/>
              <a:prstDash val="solid"/>
              <a:miter/>
            </a:ln>
          </p:spPr>
          <p:txBody>
            <a:bodyPr rtlCol="1" anchor="ctr"/>
            <a:lstStyle/>
            <a:p>
              <a:endParaRPr lang="ar-LY" sz="1800"/>
            </a:p>
          </p:txBody>
        </p:sp>
        <p:sp>
          <p:nvSpPr>
            <p:cNvPr id="127" name="Freeform: Shape 126">
              <a:extLst>
                <a:ext uri="{FF2B5EF4-FFF2-40B4-BE49-F238E27FC236}">
                  <a16:creationId xmlns:a16="http://schemas.microsoft.com/office/drawing/2014/main" id="{4AC318D9-09A3-47AD-9AA3-AC30AB82F2C8}"/>
                </a:ext>
              </a:extLst>
            </p:cNvPr>
            <p:cNvSpPr/>
            <p:nvPr/>
          </p:nvSpPr>
          <p:spPr>
            <a:xfrm>
              <a:off x="6022081" y="4262158"/>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8013" y="0"/>
                    <a:pt x="139065" y="31147"/>
                    <a:pt x="139065" y="69532"/>
                  </a:cubicBezTo>
                  <a:close/>
                </a:path>
              </a:pathLst>
            </a:custGeom>
            <a:grpFill/>
            <a:ln w="9525" cap="flat">
              <a:noFill/>
              <a:prstDash val="solid"/>
              <a:miter/>
            </a:ln>
          </p:spPr>
          <p:txBody>
            <a:bodyPr rtlCol="1" anchor="ctr"/>
            <a:lstStyle/>
            <a:p>
              <a:endParaRPr lang="ar-LY" sz="1800"/>
            </a:p>
          </p:txBody>
        </p:sp>
        <p:sp>
          <p:nvSpPr>
            <p:cNvPr id="128" name="Freeform: Shape 127">
              <a:extLst>
                <a:ext uri="{FF2B5EF4-FFF2-40B4-BE49-F238E27FC236}">
                  <a16:creationId xmlns:a16="http://schemas.microsoft.com/office/drawing/2014/main" id="{681F6B32-3912-446E-827B-5B3BE0AE76F9}"/>
                </a:ext>
              </a:extLst>
            </p:cNvPr>
            <p:cNvSpPr/>
            <p:nvPr/>
          </p:nvSpPr>
          <p:spPr>
            <a:xfrm>
              <a:off x="7614752" y="3005622"/>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911" y="0"/>
                    <a:pt x="59055" y="13240"/>
                    <a:pt x="59055" y="29527"/>
                  </a:cubicBezTo>
                  <a:close/>
                </a:path>
              </a:pathLst>
            </a:custGeom>
            <a:grpFill/>
            <a:ln w="9525" cap="flat">
              <a:noFill/>
              <a:prstDash val="solid"/>
              <a:miter/>
            </a:ln>
          </p:spPr>
          <p:txBody>
            <a:bodyPr rtlCol="1" anchor="ctr"/>
            <a:lstStyle/>
            <a:p>
              <a:endParaRPr lang="ar-LY" sz="1800"/>
            </a:p>
          </p:txBody>
        </p:sp>
        <p:sp>
          <p:nvSpPr>
            <p:cNvPr id="129" name="Freeform: Shape 128">
              <a:extLst>
                <a:ext uri="{FF2B5EF4-FFF2-40B4-BE49-F238E27FC236}">
                  <a16:creationId xmlns:a16="http://schemas.microsoft.com/office/drawing/2014/main" id="{428475CA-7275-4981-8594-14953EF4EB15}"/>
                </a:ext>
              </a:extLst>
            </p:cNvPr>
            <p:cNvSpPr/>
            <p:nvPr/>
          </p:nvSpPr>
          <p:spPr>
            <a:xfrm>
              <a:off x="7574842" y="2965617"/>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34"/>
                    <a:pt x="107934" y="139065"/>
                    <a:pt x="69533" y="139065"/>
                  </a:cubicBezTo>
                  <a:cubicBezTo>
                    <a:pt x="31131" y="139065"/>
                    <a:pt x="0" y="107934"/>
                    <a:pt x="0" y="69532"/>
                  </a:cubicBezTo>
                  <a:cubicBezTo>
                    <a:pt x="0" y="31131"/>
                    <a:pt x="31131" y="0"/>
                    <a:pt x="69533" y="0"/>
                  </a:cubicBezTo>
                  <a:cubicBezTo>
                    <a:pt x="107934" y="0"/>
                    <a:pt x="139065" y="31131"/>
                    <a:pt x="139065" y="69532"/>
                  </a:cubicBezTo>
                  <a:close/>
                </a:path>
              </a:pathLst>
            </a:custGeom>
            <a:grpFill/>
            <a:ln w="9525" cap="flat">
              <a:noFill/>
              <a:prstDash val="solid"/>
              <a:miter/>
            </a:ln>
          </p:spPr>
          <p:txBody>
            <a:bodyPr rtlCol="1" anchor="ctr"/>
            <a:lstStyle/>
            <a:p>
              <a:endParaRPr lang="ar-LY" sz="1800"/>
            </a:p>
          </p:txBody>
        </p:sp>
        <p:sp>
          <p:nvSpPr>
            <p:cNvPr id="130" name="Freeform: Shape 129">
              <a:extLst>
                <a:ext uri="{FF2B5EF4-FFF2-40B4-BE49-F238E27FC236}">
                  <a16:creationId xmlns:a16="http://schemas.microsoft.com/office/drawing/2014/main" id="{7718CADC-792B-4F8B-87D2-B9728CA55A05}"/>
                </a:ext>
              </a:extLst>
            </p:cNvPr>
            <p:cNvSpPr/>
            <p:nvPr/>
          </p:nvSpPr>
          <p:spPr>
            <a:xfrm>
              <a:off x="6266682" y="5218561"/>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sz="1800"/>
            </a:p>
          </p:txBody>
        </p:sp>
        <p:sp>
          <p:nvSpPr>
            <p:cNvPr id="131" name="Freeform: Shape 130">
              <a:extLst>
                <a:ext uri="{FF2B5EF4-FFF2-40B4-BE49-F238E27FC236}">
                  <a16:creationId xmlns:a16="http://schemas.microsoft.com/office/drawing/2014/main" id="{9E4BCBDD-1D0B-4522-87B8-00D6B54FCC74}"/>
                </a:ext>
              </a:extLst>
            </p:cNvPr>
            <p:cNvSpPr/>
            <p:nvPr/>
          </p:nvSpPr>
          <p:spPr>
            <a:xfrm>
              <a:off x="6226677" y="5178557"/>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sp>
          <p:nvSpPr>
            <p:cNvPr id="132" name="Freeform: Shape 131">
              <a:extLst>
                <a:ext uri="{FF2B5EF4-FFF2-40B4-BE49-F238E27FC236}">
                  <a16:creationId xmlns:a16="http://schemas.microsoft.com/office/drawing/2014/main" id="{C6DAD548-F79E-475D-A3FD-430855A8D4CD}"/>
                </a:ext>
              </a:extLst>
            </p:cNvPr>
            <p:cNvSpPr/>
            <p:nvPr/>
          </p:nvSpPr>
          <p:spPr>
            <a:xfrm>
              <a:off x="6710641" y="5362674"/>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35"/>
                    <a:pt x="45835" y="59055"/>
                    <a:pt x="29527" y="59055"/>
                  </a:cubicBezTo>
                  <a:cubicBezTo>
                    <a:pt x="13220" y="59055"/>
                    <a:pt x="0" y="45835"/>
                    <a:pt x="0" y="29528"/>
                  </a:cubicBezTo>
                  <a:cubicBezTo>
                    <a:pt x="0" y="13220"/>
                    <a:pt x="13220" y="0"/>
                    <a:pt x="29527" y="0"/>
                  </a:cubicBezTo>
                  <a:cubicBezTo>
                    <a:pt x="45835" y="0"/>
                    <a:pt x="59055" y="13220"/>
                    <a:pt x="59055" y="29528"/>
                  </a:cubicBezTo>
                  <a:close/>
                </a:path>
              </a:pathLst>
            </a:custGeom>
            <a:grpFill/>
            <a:ln w="9525" cap="flat">
              <a:noFill/>
              <a:prstDash val="solid"/>
              <a:miter/>
            </a:ln>
          </p:spPr>
          <p:txBody>
            <a:bodyPr rtlCol="1" anchor="ctr"/>
            <a:lstStyle/>
            <a:p>
              <a:endParaRPr lang="ar-LY" sz="1800"/>
            </a:p>
          </p:txBody>
        </p:sp>
        <p:sp>
          <p:nvSpPr>
            <p:cNvPr id="133" name="Freeform: Shape 132">
              <a:extLst>
                <a:ext uri="{FF2B5EF4-FFF2-40B4-BE49-F238E27FC236}">
                  <a16:creationId xmlns:a16="http://schemas.microsoft.com/office/drawing/2014/main" id="{596A69F1-20DD-48CB-AE5E-DFBE8C519BF0}"/>
                </a:ext>
              </a:extLst>
            </p:cNvPr>
            <p:cNvSpPr/>
            <p:nvPr/>
          </p:nvSpPr>
          <p:spPr>
            <a:xfrm>
              <a:off x="6670636" y="532266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34" name="Freeform: Shape 133">
              <a:extLst>
                <a:ext uri="{FF2B5EF4-FFF2-40B4-BE49-F238E27FC236}">
                  <a16:creationId xmlns:a16="http://schemas.microsoft.com/office/drawing/2014/main" id="{9B1CD320-2DA3-48D5-84C1-D9244253B593}"/>
                </a:ext>
              </a:extLst>
            </p:cNvPr>
            <p:cNvSpPr/>
            <p:nvPr/>
          </p:nvSpPr>
          <p:spPr>
            <a:xfrm>
              <a:off x="5947975" y="5469449"/>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sz="1800"/>
            </a:p>
          </p:txBody>
        </p:sp>
        <p:sp>
          <p:nvSpPr>
            <p:cNvPr id="135" name="Freeform: Shape 134">
              <a:extLst>
                <a:ext uri="{FF2B5EF4-FFF2-40B4-BE49-F238E27FC236}">
                  <a16:creationId xmlns:a16="http://schemas.microsoft.com/office/drawing/2014/main" id="{D55BF967-B83B-4F8C-B401-364087ABDB10}"/>
                </a:ext>
              </a:extLst>
            </p:cNvPr>
            <p:cNvSpPr/>
            <p:nvPr/>
          </p:nvSpPr>
          <p:spPr>
            <a:xfrm>
              <a:off x="5907970" y="5429445"/>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95"/>
                    <a:pt x="139065" y="31147"/>
                    <a:pt x="139065" y="69532"/>
                  </a:cubicBezTo>
                  <a:close/>
                </a:path>
              </a:pathLst>
            </a:custGeom>
            <a:grpFill/>
            <a:ln w="9525" cap="flat">
              <a:noFill/>
              <a:prstDash val="solid"/>
              <a:miter/>
            </a:ln>
          </p:spPr>
          <p:txBody>
            <a:bodyPr rtlCol="1" anchor="ctr"/>
            <a:lstStyle/>
            <a:p>
              <a:endParaRPr lang="ar-LY" sz="1800"/>
            </a:p>
          </p:txBody>
        </p:sp>
        <p:sp>
          <p:nvSpPr>
            <p:cNvPr id="136" name="Freeform: Shape 135">
              <a:extLst>
                <a:ext uri="{FF2B5EF4-FFF2-40B4-BE49-F238E27FC236}">
                  <a16:creationId xmlns:a16="http://schemas.microsoft.com/office/drawing/2014/main" id="{7BE9792D-086A-4AF8-A630-840582407577}"/>
                </a:ext>
              </a:extLst>
            </p:cNvPr>
            <p:cNvSpPr/>
            <p:nvPr/>
          </p:nvSpPr>
          <p:spPr>
            <a:xfrm>
              <a:off x="8883574" y="3671514"/>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815" y="0"/>
                    <a:pt x="59055" y="13240"/>
                    <a:pt x="59055" y="29527"/>
                  </a:cubicBezTo>
                  <a:close/>
                </a:path>
              </a:pathLst>
            </a:custGeom>
            <a:grpFill/>
            <a:ln w="9525" cap="flat">
              <a:noFill/>
              <a:prstDash val="solid"/>
              <a:miter/>
            </a:ln>
          </p:spPr>
          <p:txBody>
            <a:bodyPr rtlCol="1" anchor="ctr"/>
            <a:lstStyle/>
            <a:p>
              <a:endParaRPr lang="ar-LY" sz="1800"/>
            </a:p>
          </p:txBody>
        </p:sp>
        <p:sp>
          <p:nvSpPr>
            <p:cNvPr id="137" name="Freeform: Shape 136">
              <a:extLst>
                <a:ext uri="{FF2B5EF4-FFF2-40B4-BE49-F238E27FC236}">
                  <a16:creationId xmlns:a16="http://schemas.microsoft.com/office/drawing/2014/main" id="{0B5C730C-FDE5-413D-B8DB-3D2EF8DA8220}"/>
                </a:ext>
              </a:extLst>
            </p:cNvPr>
            <p:cNvSpPr/>
            <p:nvPr/>
          </p:nvSpPr>
          <p:spPr>
            <a:xfrm>
              <a:off x="8843569" y="363150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38" name="Freeform: Shape 137">
              <a:extLst>
                <a:ext uri="{FF2B5EF4-FFF2-40B4-BE49-F238E27FC236}">
                  <a16:creationId xmlns:a16="http://schemas.microsoft.com/office/drawing/2014/main" id="{23B92F83-F1CF-46E8-B5DB-C09C74DBD5E8}"/>
                </a:ext>
              </a:extLst>
            </p:cNvPr>
            <p:cNvSpPr/>
            <p:nvPr/>
          </p:nvSpPr>
          <p:spPr>
            <a:xfrm>
              <a:off x="9123318" y="4543526"/>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7" y="59055"/>
                  </a:cubicBezTo>
                  <a:cubicBezTo>
                    <a:pt x="13239" y="59055"/>
                    <a:pt x="0" y="45815"/>
                    <a:pt x="0" y="29528"/>
                  </a:cubicBezTo>
                  <a:cubicBezTo>
                    <a:pt x="0" y="13240"/>
                    <a:pt x="13239" y="0"/>
                    <a:pt x="29527" y="0"/>
                  </a:cubicBezTo>
                  <a:cubicBezTo>
                    <a:pt x="45910" y="95"/>
                    <a:pt x="59055" y="13240"/>
                    <a:pt x="59055" y="29528"/>
                  </a:cubicBezTo>
                  <a:close/>
                </a:path>
              </a:pathLst>
            </a:custGeom>
            <a:grpFill/>
            <a:ln w="9525" cap="flat">
              <a:noFill/>
              <a:prstDash val="solid"/>
              <a:miter/>
            </a:ln>
          </p:spPr>
          <p:txBody>
            <a:bodyPr rtlCol="1" anchor="ctr"/>
            <a:lstStyle/>
            <a:p>
              <a:endParaRPr lang="ar-LY" sz="1800"/>
            </a:p>
          </p:txBody>
        </p:sp>
        <p:sp>
          <p:nvSpPr>
            <p:cNvPr id="139" name="Freeform: Shape 138">
              <a:extLst>
                <a:ext uri="{FF2B5EF4-FFF2-40B4-BE49-F238E27FC236}">
                  <a16:creationId xmlns:a16="http://schemas.microsoft.com/office/drawing/2014/main" id="{0446919C-B6A9-4394-ACBE-2A07A507DBAB}"/>
                </a:ext>
              </a:extLst>
            </p:cNvPr>
            <p:cNvSpPr/>
            <p:nvPr/>
          </p:nvSpPr>
          <p:spPr>
            <a:xfrm>
              <a:off x="9083408" y="4503235"/>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40" name="Freeform: Shape 139">
              <a:extLst>
                <a:ext uri="{FF2B5EF4-FFF2-40B4-BE49-F238E27FC236}">
                  <a16:creationId xmlns:a16="http://schemas.microsoft.com/office/drawing/2014/main" id="{F85861B1-DF83-4CFB-AECB-159E868CEAD9}"/>
                </a:ext>
              </a:extLst>
            </p:cNvPr>
            <p:cNvSpPr/>
            <p:nvPr/>
          </p:nvSpPr>
          <p:spPr>
            <a:xfrm>
              <a:off x="9227140" y="5087307"/>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sz="1800"/>
            </a:p>
          </p:txBody>
        </p:sp>
        <p:sp>
          <p:nvSpPr>
            <p:cNvPr id="141" name="Freeform: Shape 140">
              <a:extLst>
                <a:ext uri="{FF2B5EF4-FFF2-40B4-BE49-F238E27FC236}">
                  <a16:creationId xmlns:a16="http://schemas.microsoft.com/office/drawing/2014/main" id="{08F42432-F2AE-4F37-8263-177E4B42F934}"/>
                </a:ext>
              </a:extLst>
            </p:cNvPr>
            <p:cNvSpPr/>
            <p:nvPr/>
          </p:nvSpPr>
          <p:spPr>
            <a:xfrm>
              <a:off x="9187136" y="5047304"/>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sp>
          <p:nvSpPr>
            <p:cNvPr id="142" name="Freeform: Shape 141">
              <a:extLst>
                <a:ext uri="{FF2B5EF4-FFF2-40B4-BE49-F238E27FC236}">
                  <a16:creationId xmlns:a16="http://schemas.microsoft.com/office/drawing/2014/main" id="{C6CD409E-8A15-4A92-9D13-7DF760D4A7E5}"/>
                </a:ext>
              </a:extLst>
            </p:cNvPr>
            <p:cNvSpPr/>
            <p:nvPr/>
          </p:nvSpPr>
          <p:spPr>
            <a:xfrm>
              <a:off x="6714071" y="3097063"/>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sz="1800"/>
            </a:p>
          </p:txBody>
        </p:sp>
        <p:sp>
          <p:nvSpPr>
            <p:cNvPr id="143" name="Freeform: Shape 142">
              <a:extLst>
                <a:ext uri="{FF2B5EF4-FFF2-40B4-BE49-F238E27FC236}">
                  <a16:creationId xmlns:a16="http://schemas.microsoft.com/office/drawing/2014/main" id="{CCABC29B-5A52-4654-847A-BD11CD88F20B}"/>
                </a:ext>
              </a:extLst>
            </p:cNvPr>
            <p:cNvSpPr/>
            <p:nvPr/>
          </p:nvSpPr>
          <p:spPr>
            <a:xfrm>
              <a:off x="6674079" y="3057063"/>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grpSp>
    </p:spTree>
    <p:extLst>
      <p:ext uri="{BB962C8B-B14F-4D97-AF65-F5344CB8AC3E}">
        <p14:creationId xmlns:p14="http://schemas.microsoft.com/office/powerpoint/2010/main" val="1082210236"/>
      </p:ext>
    </p:extLst>
  </p:cSld>
  <p:clrMap bg1="lt1" tx1="dk1" bg2="lt2" tx2="dk2" accent1="accent1" accent2="accent2" accent3="accent3" accent4="accent4" accent5="accent5" accent6="accent6" hlink="hlink" folHlink="folHlink"/>
  <p:sldLayoutIdLst>
    <p:sldLayoutId id="[redacted]" r:id="rId1"/>
    <p:sldLayoutId id="[redacted]" r:id="rId2"/>
    <p:sldLayoutId id="[redacted]" r:id="rId3"/>
    <p:sldLayoutId id="[redacted]" r:id="rId4"/>
    <p:sldLayoutId id="[redacted]" r:id="rId5"/>
    <p:sldLayoutId id="[redacted]" r:id="rId6"/>
    <p:sldLayoutId id="[redacted]" r:id="rId7"/>
    <p:sldLayoutId id="[redacted]" r:id="rId8"/>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LY"/>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10.png"/><Relationship Id="rId5" Type="http://schemas.openxmlformats.org/officeDocument/2006/relationships/image" Target="../media/image8.emf"/><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tif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extBox 308">
            <a:extLst>
              <a:ext uri="{FF2B5EF4-FFF2-40B4-BE49-F238E27FC236}">
                <a16:creationId xmlns:a16="http://schemas.microsoft.com/office/drawing/2014/main" id="{D5FC8BB6-F6FB-476D-B484-6B5D63DE65D3}"/>
              </a:ext>
            </a:extLst>
          </p:cNvPr>
          <p:cNvSpPr txBox="1"/>
          <p:nvPr/>
        </p:nvSpPr>
        <p:spPr>
          <a:xfrm>
            <a:off x="4721779" y="2611449"/>
            <a:ext cx="5027339" cy="1107996"/>
          </a:xfrm>
          <a:prstGeom prst="rect">
            <a:avLst/>
          </a:prstGeom>
          <a:noFill/>
        </p:spPr>
        <p:txBody>
          <a:bodyPr wrap="square" rtlCol="1">
            <a:spAutoFit/>
          </a:bodyPr>
          <a:lstStyle/>
          <a:p>
            <a:r>
              <a:rPr lang="en-US" sz="4800" dirty="0">
                <a:solidFill>
                  <a:schemeClr val="bg1"/>
                </a:solidFill>
                <a:latin typeface="Poppins" panose="00000500000000000000" pitchFamily="2" charset="0"/>
                <a:cs typeface="Poppins" panose="00000500000000000000" pitchFamily="2" charset="0"/>
              </a:rPr>
              <a:t>Ambient Systems</a:t>
            </a:r>
          </a:p>
          <a:p>
            <a:r>
              <a:rPr lang="en-CA" dirty="0">
                <a:solidFill>
                  <a:schemeClr val="bg1"/>
                </a:solidFill>
              </a:rPr>
              <a:t>Climate Management for Cities of Tomorrow</a:t>
            </a:r>
            <a:endParaRPr lang="en-CA" sz="2400" dirty="0">
              <a:solidFill>
                <a:schemeClr val="bg1"/>
              </a:solidFill>
            </a:endParaRPr>
          </a:p>
        </p:txBody>
      </p:sp>
      <p:grpSp>
        <p:nvGrpSpPr>
          <p:cNvPr id="4" name="Group 3">
            <a:extLst>
              <a:ext uri="{FF2B5EF4-FFF2-40B4-BE49-F238E27FC236}">
                <a16:creationId xmlns:a16="http://schemas.microsoft.com/office/drawing/2014/main" id="{DCC86869-144C-4362-8835-D83D20FAD15C}"/>
              </a:ext>
            </a:extLst>
          </p:cNvPr>
          <p:cNvGrpSpPr/>
          <p:nvPr/>
        </p:nvGrpSpPr>
        <p:grpSpPr>
          <a:xfrm>
            <a:off x="0" y="4868033"/>
            <a:ext cx="2362200" cy="2025452"/>
            <a:chOff x="0" y="4868032"/>
            <a:chExt cx="2362200" cy="2025452"/>
          </a:xfrm>
        </p:grpSpPr>
        <p:sp>
          <p:nvSpPr>
            <p:cNvPr id="108" name="Freeform: Shape 107">
              <a:extLst>
                <a:ext uri="{FF2B5EF4-FFF2-40B4-BE49-F238E27FC236}">
                  <a16:creationId xmlns:a16="http://schemas.microsoft.com/office/drawing/2014/main" id="{7ACC092D-78DF-43A4-A6FD-9333EE17D3AB}"/>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109" name="Freeform: Shape 108">
              <a:extLst>
                <a:ext uri="{FF2B5EF4-FFF2-40B4-BE49-F238E27FC236}">
                  <a16:creationId xmlns:a16="http://schemas.microsoft.com/office/drawing/2014/main" id="{380BCF0F-69DE-4BB7-9095-FBC6E0843EFE}"/>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110" name="Freeform: Shape 109">
              <a:extLst>
                <a:ext uri="{FF2B5EF4-FFF2-40B4-BE49-F238E27FC236}">
                  <a16:creationId xmlns:a16="http://schemas.microsoft.com/office/drawing/2014/main" id="{6B579CB2-7678-49F4-88A7-4999A20A95CE}"/>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111" name="Freeform: Shape 110">
              <a:extLst>
                <a:ext uri="{FF2B5EF4-FFF2-40B4-BE49-F238E27FC236}">
                  <a16:creationId xmlns:a16="http://schemas.microsoft.com/office/drawing/2014/main" id="{18CAAF9A-FB00-4319-B3BB-3C400040CB09}"/>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12" name="Freeform: Shape 111">
              <a:extLst>
                <a:ext uri="{FF2B5EF4-FFF2-40B4-BE49-F238E27FC236}">
                  <a16:creationId xmlns:a16="http://schemas.microsoft.com/office/drawing/2014/main" id="{A7EF2380-4836-42E9-AFD0-6A2BFF259481}"/>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3" name="Freeform: Shape 112">
              <a:extLst>
                <a:ext uri="{FF2B5EF4-FFF2-40B4-BE49-F238E27FC236}">
                  <a16:creationId xmlns:a16="http://schemas.microsoft.com/office/drawing/2014/main" id="{4F340D06-58A4-4370-A1F7-8F744B68750F}"/>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14" name="Freeform: Shape 113">
              <a:extLst>
                <a:ext uri="{FF2B5EF4-FFF2-40B4-BE49-F238E27FC236}">
                  <a16:creationId xmlns:a16="http://schemas.microsoft.com/office/drawing/2014/main" id="{5CFD9798-531C-4A05-998B-5C6D65916ECC}"/>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15" name="Freeform: Shape 114">
              <a:extLst>
                <a:ext uri="{FF2B5EF4-FFF2-40B4-BE49-F238E27FC236}">
                  <a16:creationId xmlns:a16="http://schemas.microsoft.com/office/drawing/2014/main" id="{7AA26C9D-42AB-46CF-80C1-C70767C9E73D}"/>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116" name="Freeform: Shape 115">
              <a:extLst>
                <a:ext uri="{FF2B5EF4-FFF2-40B4-BE49-F238E27FC236}">
                  <a16:creationId xmlns:a16="http://schemas.microsoft.com/office/drawing/2014/main" id="{E72CB72B-FD85-4DC3-8F3B-C107D1D8265B}"/>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17" name="Freeform: Shape 116">
              <a:extLst>
                <a:ext uri="{FF2B5EF4-FFF2-40B4-BE49-F238E27FC236}">
                  <a16:creationId xmlns:a16="http://schemas.microsoft.com/office/drawing/2014/main" id="{B9151E3B-F894-4AB0-AA0E-EEC36F29EFF1}"/>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18" name="Freeform: Shape 117">
              <a:extLst>
                <a:ext uri="{FF2B5EF4-FFF2-40B4-BE49-F238E27FC236}">
                  <a16:creationId xmlns:a16="http://schemas.microsoft.com/office/drawing/2014/main" id="{B0752B23-2A48-45EA-8029-E73055306DBE}"/>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9" name="Freeform: Shape 118">
              <a:extLst>
                <a:ext uri="{FF2B5EF4-FFF2-40B4-BE49-F238E27FC236}">
                  <a16:creationId xmlns:a16="http://schemas.microsoft.com/office/drawing/2014/main" id="{638608FF-F4D3-4A4C-88BF-AB40047AEBAF}"/>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0" name="Freeform: Shape 119">
              <a:extLst>
                <a:ext uri="{FF2B5EF4-FFF2-40B4-BE49-F238E27FC236}">
                  <a16:creationId xmlns:a16="http://schemas.microsoft.com/office/drawing/2014/main" id="{E8C2A47E-5451-469D-9593-BE466AF3261F}"/>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1" name="Freeform: Shape 120">
              <a:extLst>
                <a:ext uri="{FF2B5EF4-FFF2-40B4-BE49-F238E27FC236}">
                  <a16:creationId xmlns:a16="http://schemas.microsoft.com/office/drawing/2014/main" id="{86CE580B-9297-481E-8EFD-111C8EB1DA22}"/>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2" name="Freeform: Shape 121">
              <a:extLst>
                <a:ext uri="{FF2B5EF4-FFF2-40B4-BE49-F238E27FC236}">
                  <a16:creationId xmlns:a16="http://schemas.microsoft.com/office/drawing/2014/main" id="{2474B05D-C381-4F0F-A16F-E35DC5850724}"/>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3" name="Freeform: Shape 122">
              <a:extLst>
                <a:ext uri="{FF2B5EF4-FFF2-40B4-BE49-F238E27FC236}">
                  <a16:creationId xmlns:a16="http://schemas.microsoft.com/office/drawing/2014/main" id="{BD3AF008-5BDE-4A4F-9174-5B51298F6F20}"/>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124" name="Freeform: Shape 123">
              <a:extLst>
                <a:ext uri="{FF2B5EF4-FFF2-40B4-BE49-F238E27FC236}">
                  <a16:creationId xmlns:a16="http://schemas.microsoft.com/office/drawing/2014/main" id="{F57B656B-D254-4308-8FFF-3E5521C28F19}"/>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5" name="Freeform: Shape 124">
              <a:extLst>
                <a:ext uri="{FF2B5EF4-FFF2-40B4-BE49-F238E27FC236}">
                  <a16:creationId xmlns:a16="http://schemas.microsoft.com/office/drawing/2014/main" id="{A8C92B49-0F94-4570-B79E-A18D73B7745C}"/>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126" name="Freeform: Shape 125">
              <a:extLst>
                <a:ext uri="{FF2B5EF4-FFF2-40B4-BE49-F238E27FC236}">
                  <a16:creationId xmlns:a16="http://schemas.microsoft.com/office/drawing/2014/main" id="{8AC761C4-41DA-438E-A81C-7D1D96456964}"/>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127" name="Freeform: Shape 126">
              <a:extLst>
                <a:ext uri="{FF2B5EF4-FFF2-40B4-BE49-F238E27FC236}">
                  <a16:creationId xmlns:a16="http://schemas.microsoft.com/office/drawing/2014/main" id="{FC8B8D8F-A2F4-448D-8077-D07A23B344D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8" name="Freeform: Shape 127">
              <a:extLst>
                <a:ext uri="{FF2B5EF4-FFF2-40B4-BE49-F238E27FC236}">
                  <a16:creationId xmlns:a16="http://schemas.microsoft.com/office/drawing/2014/main" id="{EC505487-3EA0-467C-97AC-0095AD99C644}"/>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129" name="Freeform: Shape 128">
              <a:extLst>
                <a:ext uri="{FF2B5EF4-FFF2-40B4-BE49-F238E27FC236}">
                  <a16:creationId xmlns:a16="http://schemas.microsoft.com/office/drawing/2014/main" id="{3649AF7F-34F7-4872-B653-BF3744860CB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0" name="Freeform: Shape 129">
              <a:extLst>
                <a:ext uri="{FF2B5EF4-FFF2-40B4-BE49-F238E27FC236}">
                  <a16:creationId xmlns:a16="http://schemas.microsoft.com/office/drawing/2014/main" id="{64F37E16-C5C4-4E19-A59A-8D5DD503030F}"/>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1" name="Freeform: Shape 130">
              <a:extLst>
                <a:ext uri="{FF2B5EF4-FFF2-40B4-BE49-F238E27FC236}">
                  <a16:creationId xmlns:a16="http://schemas.microsoft.com/office/drawing/2014/main" id="{50705E66-353C-47B6-9C99-539997795B1B}"/>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2" name="Freeform: Shape 131">
              <a:extLst>
                <a:ext uri="{FF2B5EF4-FFF2-40B4-BE49-F238E27FC236}">
                  <a16:creationId xmlns:a16="http://schemas.microsoft.com/office/drawing/2014/main" id="{1E20D68C-2697-40F0-99FA-491651632149}"/>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3" name="Freeform: Shape 132">
              <a:extLst>
                <a:ext uri="{FF2B5EF4-FFF2-40B4-BE49-F238E27FC236}">
                  <a16:creationId xmlns:a16="http://schemas.microsoft.com/office/drawing/2014/main" id="{373B34EE-9E1B-4B70-848E-0DB23028952F}"/>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4" name="Freeform: Shape 133">
              <a:extLst>
                <a:ext uri="{FF2B5EF4-FFF2-40B4-BE49-F238E27FC236}">
                  <a16:creationId xmlns:a16="http://schemas.microsoft.com/office/drawing/2014/main" id="{2AEE5365-86DF-4FF5-83C5-177544A3439B}"/>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5" name="Freeform: Shape 134">
              <a:extLst>
                <a:ext uri="{FF2B5EF4-FFF2-40B4-BE49-F238E27FC236}">
                  <a16:creationId xmlns:a16="http://schemas.microsoft.com/office/drawing/2014/main" id="{7D5ABBF1-980E-465F-8804-DD999CDEEA67}"/>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9" name="Freeform: Shape 138">
              <a:extLst>
                <a:ext uri="{FF2B5EF4-FFF2-40B4-BE49-F238E27FC236}">
                  <a16:creationId xmlns:a16="http://schemas.microsoft.com/office/drawing/2014/main" id="{7958CCEC-22C6-4C76-B8A4-B33FCED516C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0" name="Freeform: Shape 139">
              <a:extLst>
                <a:ext uri="{FF2B5EF4-FFF2-40B4-BE49-F238E27FC236}">
                  <a16:creationId xmlns:a16="http://schemas.microsoft.com/office/drawing/2014/main" id="{8DC821A8-A0F3-4634-8905-3308E896108F}"/>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1" name="Freeform: Shape 140">
              <a:extLst>
                <a:ext uri="{FF2B5EF4-FFF2-40B4-BE49-F238E27FC236}">
                  <a16:creationId xmlns:a16="http://schemas.microsoft.com/office/drawing/2014/main" id="{037BE0B8-165B-45E4-8F14-58CB4F668298}"/>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2" name="Freeform: Shape 141">
              <a:extLst>
                <a:ext uri="{FF2B5EF4-FFF2-40B4-BE49-F238E27FC236}">
                  <a16:creationId xmlns:a16="http://schemas.microsoft.com/office/drawing/2014/main" id="{2721A00C-E42F-4A86-AEA3-F2C50D7D0AE3}"/>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3" name="Freeform: Shape 142">
              <a:extLst>
                <a:ext uri="{FF2B5EF4-FFF2-40B4-BE49-F238E27FC236}">
                  <a16:creationId xmlns:a16="http://schemas.microsoft.com/office/drawing/2014/main" id="{630AD418-F949-447A-A2EE-907FE44B38D8}"/>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 name="Straight Connector 2">
              <a:extLst>
                <a:ext uri="{FF2B5EF4-FFF2-40B4-BE49-F238E27FC236}">
                  <a16:creationId xmlns:a16="http://schemas.microsoft.com/office/drawing/2014/main" id="{A64E411C-C5F7-40EB-9FB3-2F337BAC6738}"/>
                </a:ext>
              </a:extLst>
            </p:cNvPr>
            <p:cNvCxnSpPr>
              <a:stCxn id="114" idx="0"/>
              <a:endCxn id="11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31595E0A-9E8E-427D-A1A2-40E46D78CDD9}"/>
              </a:ext>
            </a:extLst>
          </p:cNvPr>
          <p:cNvGrpSpPr/>
          <p:nvPr/>
        </p:nvGrpSpPr>
        <p:grpSpPr>
          <a:xfrm>
            <a:off x="9646173" y="-78916"/>
            <a:ext cx="2567428" cy="2201423"/>
            <a:chOff x="9646172" y="-78917"/>
            <a:chExt cx="2567428" cy="2201423"/>
          </a:xfrm>
        </p:grpSpPr>
        <p:sp>
          <p:nvSpPr>
            <p:cNvPr id="32" name="Freeform: Shape 31">
              <a:extLst>
                <a:ext uri="{FF2B5EF4-FFF2-40B4-BE49-F238E27FC236}">
                  <a16:creationId xmlns:a16="http://schemas.microsoft.com/office/drawing/2014/main" id="{9E7A7763-7818-4DDC-BC05-47B0FBF9EDB8}"/>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41" name="Freeform: Shape 40">
              <a:extLst>
                <a:ext uri="{FF2B5EF4-FFF2-40B4-BE49-F238E27FC236}">
                  <a16:creationId xmlns:a16="http://schemas.microsoft.com/office/drawing/2014/main" id="{DDFD568A-8E81-4AB7-BF0D-7FFB45CEE9DB}"/>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95" name="Freeform: Shape 94">
              <a:extLst>
                <a:ext uri="{FF2B5EF4-FFF2-40B4-BE49-F238E27FC236}">
                  <a16:creationId xmlns:a16="http://schemas.microsoft.com/office/drawing/2014/main" id="{39B599B4-A601-4066-891E-478B8C92F598}"/>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94" name="Freeform: Shape 93">
              <a:extLst>
                <a:ext uri="{FF2B5EF4-FFF2-40B4-BE49-F238E27FC236}">
                  <a16:creationId xmlns:a16="http://schemas.microsoft.com/office/drawing/2014/main" id="{42248E57-1982-4C77-B7B6-98067B11D1D0}"/>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79" name="Freeform: Shape 78">
              <a:extLst>
                <a:ext uri="{FF2B5EF4-FFF2-40B4-BE49-F238E27FC236}">
                  <a16:creationId xmlns:a16="http://schemas.microsoft.com/office/drawing/2014/main" id="{34989CAA-40F1-4EFA-A879-220B2D5F2A65}"/>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5" name="Freeform: Shape 64">
              <a:extLst>
                <a:ext uri="{FF2B5EF4-FFF2-40B4-BE49-F238E27FC236}">
                  <a16:creationId xmlns:a16="http://schemas.microsoft.com/office/drawing/2014/main" id="{A1875776-4C74-43F2-AEEC-816CFBAEB717}"/>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4" name="Freeform: Shape 63">
              <a:extLst>
                <a:ext uri="{FF2B5EF4-FFF2-40B4-BE49-F238E27FC236}">
                  <a16:creationId xmlns:a16="http://schemas.microsoft.com/office/drawing/2014/main" id="{E218BE3B-E994-44D2-8724-0F39BEC2B403}"/>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3" name="Freeform: Shape 62">
              <a:extLst>
                <a:ext uri="{FF2B5EF4-FFF2-40B4-BE49-F238E27FC236}">
                  <a16:creationId xmlns:a16="http://schemas.microsoft.com/office/drawing/2014/main" id="{111D1371-80CE-4D92-AD42-1CD94C8B430F}"/>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 name="Freeform: Shape 5">
              <a:extLst>
                <a:ext uri="{FF2B5EF4-FFF2-40B4-BE49-F238E27FC236}">
                  <a16:creationId xmlns:a16="http://schemas.microsoft.com/office/drawing/2014/main" id="{DA0BE4FC-E249-4118-8CDC-104C4F90FA99}"/>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7" name="Freeform: Shape 6">
              <a:extLst>
                <a:ext uri="{FF2B5EF4-FFF2-40B4-BE49-F238E27FC236}">
                  <a16:creationId xmlns:a16="http://schemas.microsoft.com/office/drawing/2014/main" id="{55EB3C09-B204-400D-AE74-F4633E5D1BF6}"/>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8" name="Freeform: Shape 7">
              <a:extLst>
                <a:ext uri="{FF2B5EF4-FFF2-40B4-BE49-F238E27FC236}">
                  <a16:creationId xmlns:a16="http://schemas.microsoft.com/office/drawing/2014/main" id="{5AEDAA89-2EDC-4940-908D-F4F13997DE4D}"/>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9" name="Freeform: Shape 8">
              <a:extLst>
                <a:ext uri="{FF2B5EF4-FFF2-40B4-BE49-F238E27FC236}">
                  <a16:creationId xmlns:a16="http://schemas.microsoft.com/office/drawing/2014/main" id="{A7B952A6-2FF0-4FE4-9335-2E660CAD6F4C}"/>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0" name="Freeform: Shape 9">
              <a:extLst>
                <a:ext uri="{FF2B5EF4-FFF2-40B4-BE49-F238E27FC236}">
                  <a16:creationId xmlns:a16="http://schemas.microsoft.com/office/drawing/2014/main" id="{C1E3601C-F2C6-49E9-89A7-AEAF5213F83A}"/>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 name="Freeform: Shape 10">
              <a:extLst>
                <a:ext uri="{FF2B5EF4-FFF2-40B4-BE49-F238E27FC236}">
                  <a16:creationId xmlns:a16="http://schemas.microsoft.com/office/drawing/2014/main" id="{D78C6FF3-7A07-4CE1-806E-F86A50C1D310}"/>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3" name="Freeform: Shape 12">
              <a:extLst>
                <a:ext uri="{FF2B5EF4-FFF2-40B4-BE49-F238E27FC236}">
                  <a16:creationId xmlns:a16="http://schemas.microsoft.com/office/drawing/2014/main" id="{701A1714-B275-453F-B17D-8C979553C5B2}"/>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4" name="Freeform: Shape 13">
              <a:extLst>
                <a:ext uri="{FF2B5EF4-FFF2-40B4-BE49-F238E27FC236}">
                  <a16:creationId xmlns:a16="http://schemas.microsoft.com/office/drawing/2014/main" id="{7D5FEB2B-C37D-4740-BC67-4BA2C198E7E8}"/>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5" name="Freeform: Shape 14">
              <a:extLst>
                <a:ext uri="{FF2B5EF4-FFF2-40B4-BE49-F238E27FC236}">
                  <a16:creationId xmlns:a16="http://schemas.microsoft.com/office/drawing/2014/main" id="{DF2AEB8D-D654-4621-844C-3C11F5A26A01}"/>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6" name="Freeform: Shape 15">
              <a:extLst>
                <a:ext uri="{FF2B5EF4-FFF2-40B4-BE49-F238E27FC236}">
                  <a16:creationId xmlns:a16="http://schemas.microsoft.com/office/drawing/2014/main" id="{7D8C20A4-77D2-4510-8BF3-A7F865E4AD9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04" name="Freeform: Shape 103">
              <a:extLst>
                <a:ext uri="{FF2B5EF4-FFF2-40B4-BE49-F238E27FC236}">
                  <a16:creationId xmlns:a16="http://schemas.microsoft.com/office/drawing/2014/main" id="{1E5F006B-92DF-4EC3-8936-C7F3F8C6EE7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1" name="Freeform: Shape 100">
              <a:extLst>
                <a:ext uri="{FF2B5EF4-FFF2-40B4-BE49-F238E27FC236}">
                  <a16:creationId xmlns:a16="http://schemas.microsoft.com/office/drawing/2014/main" id="{7F62F606-8377-4849-9C8A-FBF71850764F}"/>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0" name="Freeform: Shape 99">
              <a:extLst>
                <a:ext uri="{FF2B5EF4-FFF2-40B4-BE49-F238E27FC236}">
                  <a16:creationId xmlns:a16="http://schemas.microsoft.com/office/drawing/2014/main" id="{995C44F4-8747-4DF8-9E05-01180D885AC4}"/>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8" name="Freeform: Shape 17">
              <a:extLst>
                <a:ext uri="{FF2B5EF4-FFF2-40B4-BE49-F238E27FC236}">
                  <a16:creationId xmlns:a16="http://schemas.microsoft.com/office/drawing/2014/main" id="{C0522BFE-3F6A-4D00-9354-C9B1640C029A}"/>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9" name="Freeform: Shape 18">
              <a:extLst>
                <a:ext uri="{FF2B5EF4-FFF2-40B4-BE49-F238E27FC236}">
                  <a16:creationId xmlns:a16="http://schemas.microsoft.com/office/drawing/2014/main" id="{D89E3CD7-9086-446F-9391-D2770EB46090}"/>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20" name="Freeform: Shape 19">
              <a:extLst>
                <a:ext uri="{FF2B5EF4-FFF2-40B4-BE49-F238E27FC236}">
                  <a16:creationId xmlns:a16="http://schemas.microsoft.com/office/drawing/2014/main" id="{5F67EBAA-20C0-4BD5-BA48-726EDA4A78D0}"/>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21" name="Freeform: Shape 20">
              <a:extLst>
                <a:ext uri="{FF2B5EF4-FFF2-40B4-BE49-F238E27FC236}">
                  <a16:creationId xmlns:a16="http://schemas.microsoft.com/office/drawing/2014/main" id="{BAD38D0B-BF4A-460F-8411-CE9D51C91629}"/>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22" name="Freeform: Shape 21">
              <a:extLst>
                <a:ext uri="{FF2B5EF4-FFF2-40B4-BE49-F238E27FC236}">
                  <a16:creationId xmlns:a16="http://schemas.microsoft.com/office/drawing/2014/main" id="{58C187B5-B513-4FD6-B2D4-77BB2F8EE81C}"/>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25" name="Freeform: Shape 24">
              <a:extLst>
                <a:ext uri="{FF2B5EF4-FFF2-40B4-BE49-F238E27FC236}">
                  <a16:creationId xmlns:a16="http://schemas.microsoft.com/office/drawing/2014/main" id="{4963B90B-F6AA-47B5-A122-4215B6665540}"/>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26" name="Freeform: Shape 25">
              <a:extLst>
                <a:ext uri="{FF2B5EF4-FFF2-40B4-BE49-F238E27FC236}">
                  <a16:creationId xmlns:a16="http://schemas.microsoft.com/office/drawing/2014/main" id="{22951845-37F1-43F7-85FC-F98449620568}"/>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8" name="Freeform: Shape 47">
              <a:extLst>
                <a:ext uri="{FF2B5EF4-FFF2-40B4-BE49-F238E27FC236}">
                  <a16:creationId xmlns:a16="http://schemas.microsoft.com/office/drawing/2014/main" id="{370E5F52-70E3-48CB-B497-66DD4C96C7D3}"/>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9" name="Freeform: Shape 48">
              <a:extLst>
                <a:ext uri="{FF2B5EF4-FFF2-40B4-BE49-F238E27FC236}">
                  <a16:creationId xmlns:a16="http://schemas.microsoft.com/office/drawing/2014/main" id="{F9DE2464-4D85-4453-B698-75D676F33865}"/>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0" name="Freeform: Shape 49">
              <a:extLst>
                <a:ext uri="{FF2B5EF4-FFF2-40B4-BE49-F238E27FC236}">
                  <a16:creationId xmlns:a16="http://schemas.microsoft.com/office/drawing/2014/main" id="{23FB01A5-728A-4A3C-AB4D-BCA7FC61063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1" name="Freeform: Shape 50">
              <a:extLst>
                <a:ext uri="{FF2B5EF4-FFF2-40B4-BE49-F238E27FC236}">
                  <a16:creationId xmlns:a16="http://schemas.microsoft.com/office/drawing/2014/main" id="{1EACAF30-0929-48B7-8DD1-1190B209BA8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3" name="Freeform: Shape 52">
              <a:extLst>
                <a:ext uri="{FF2B5EF4-FFF2-40B4-BE49-F238E27FC236}">
                  <a16:creationId xmlns:a16="http://schemas.microsoft.com/office/drawing/2014/main" id="{97C99107-C4F8-4C92-9F7A-10DCF9A5ACD2}"/>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4" name="Freeform: Shape 53">
              <a:extLst>
                <a:ext uri="{FF2B5EF4-FFF2-40B4-BE49-F238E27FC236}">
                  <a16:creationId xmlns:a16="http://schemas.microsoft.com/office/drawing/2014/main" id="{B36A5D5D-1212-4972-88F2-ACA4F24ABC0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5" name="Freeform: Shape 54">
              <a:extLst>
                <a:ext uri="{FF2B5EF4-FFF2-40B4-BE49-F238E27FC236}">
                  <a16:creationId xmlns:a16="http://schemas.microsoft.com/office/drawing/2014/main" id="{5813AF68-4B88-49DC-8D5F-19741244B69F}"/>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78" name="Freeform: Shape 77">
              <a:extLst>
                <a:ext uri="{FF2B5EF4-FFF2-40B4-BE49-F238E27FC236}">
                  <a16:creationId xmlns:a16="http://schemas.microsoft.com/office/drawing/2014/main" id="{4020148D-809B-406F-8AE9-6378531A50FF}"/>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57" name="Freeform: Shape 56">
              <a:extLst>
                <a:ext uri="{FF2B5EF4-FFF2-40B4-BE49-F238E27FC236}">
                  <a16:creationId xmlns:a16="http://schemas.microsoft.com/office/drawing/2014/main" id="{9901E08C-E238-4FB9-A622-274942CB80FD}"/>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58" name="Straight Connector 357">
              <a:extLst>
                <a:ext uri="{FF2B5EF4-FFF2-40B4-BE49-F238E27FC236}">
                  <a16:creationId xmlns:a16="http://schemas.microsoft.com/office/drawing/2014/main" id="{FCEBB729-71CD-47ED-986C-1E732F9AAAB1}"/>
                </a:ext>
              </a:extLst>
            </p:cNvPr>
            <p:cNvCxnSpPr>
              <a:cxnSpLocks/>
              <a:endCxn id="13"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61" name="Group 260">
            <a:extLst>
              <a:ext uri="{FF2B5EF4-FFF2-40B4-BE49-F238E27FC236}">
                <a16:creationId xmlns:a16="http://schemas.microsoft.com/office/drawing/2014/main" id="{7D1081D1-3993-492A-A293-1F93C7739B71}"/>
              </a:ext>
            </a:extLst>
          </p:cNvPr>
          <p:cNvGrpSpPr/>
          <p:nvPr/>
        </p:nvGrpSpPr>
        <p:grpSpPr>
          <a:xfrm flipH="1">
            <a:off x="29593" y="-34757"/>
            <a:ext cx="2567428" cy="2201423"/>
            <a:chOff x="9646172" y="-78917"/>
            <a:chExt cx="2567428" cy="2201423"/>
          </a:xfrm>
        </p:grpSpPr>
        <p:sp>
          <p:nvSpPr>
            <p:cNvPr id="262" name="Freeform: Shape 261">
              <a:extLst>
                <a:ext uri="{FF2B5EF4-FFF2-40B4-BE49-F238E27FC236}">
                  <a16:creationId xmlns:a16="http://schemas.microsoft.com/office/drawing/2014/main" id="{21203898-75F5-43AF-8606-3E55A307715E}"/>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263" name="Freeform: Shape 262">
              <a:extLst>
                <a:ext uri="{FF2B5EF4-FFF2-40B4-BE49-F238E27FC236}">
                  <a16:creationId xmlns:a16="http://schemas.microsoft.com/office/drawing/2014/main" id="{560F1574-9085-489D-B747-5B001AD6274F}"/>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264" name="Freeform: Shape 263">
              <a:extLst>
                <a:ext uri="{FF2B5EF4-FFF2-40B4-BE49-F238E27FC236}">
                  <a16:creationId xmlns:a16="http://schemas.microsoft.com/office/drawing/2014/main" id="{1D6C1127-94E0-4957-890F-444F307AB581}"/>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5" name="Freeform: Shape 264">
              <a:extLst>
                <a:ext uri="{FF2B5EF4-FFF2-40B4-BE49-F238E27FC236}">
                  <a16:creationId xmlns:a16="http://schemas.microsoft.com/office/drawing/2014/main" id="{5108B5DD-00AC-480E-BCE3-BA53E825D431}"/>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6" name="Freeform: Shape 265">
              <a:extLst>
                <a:ext uri="{FF2B5EF4-FFF2-40B4-BE49-F238E27FC236}">
                  <a16:creationId xmlns:a16="http://schemas.microsoft.com/office/drawing/2014/main" id="{E8E2DB72-5014-4F57-AE3E-994ACD62AE58}"/>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07" name="Freeform: Shape 306">
              <a:extLst>
                <a:ext uri="{FF2B5EF4-FFF2-40B4-BE49-F238E27FC236}">
                  <a16:creationId xmlns:a16="http://schemas.microsoft.com/office/drawing/2014/main" id="{C1B5F59B-6BBB-4C27-A1C9-D58B234A7661}"/>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10" name="Freeform: Shape 309">
              <a:extLst>
                <a:ext uri="{FF2B5EF4-FFF2-40B4-BE49-F238E27FC236}">
                  <a16:creationId xmlns:a16="http://schemas.microsoft.com/office/drawing/2014/main" id="{5E5F9897-B5BF-45BB-9A97-C7417506C266}"/>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6" name="Freeform: Shape 355">
              <a:extLst>
                <a:ext uri="{FF2B5EF4-FFF2-40B4-BE49-F238E27FC236}">
                  <a16:creationId xmlns:a16="http://schemas.microsoft.com/office/drawing/2014/main" id="{D50EB562-9DF9-4039-9EC8-192CC851C2E8}"/>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7" name="Freeform: Shape 356">
              <a:extLst>
                <a:ext uri="{FF2B5EF4-FFF2-40B4-BE49-F238E27FC236}">
                  <a16:creationId xmlns:a16="http://schemas.microsoft.com/office/drawing/2014/main" id="{5890C0BC-2726-43EE-8B45-A1756CDA5832}"/>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359" name="Freeform: Shape 358">
              <a:extLst>
                <a:ext uri="{FF2B5EF4-FFF2-40B4-BE49-F238E27FC236}">
                  <a16:creationId xmlns:a16="http://schemas.microsoft.com/office/drawing/2014/main" id="{63D069DF-864A-4F67-B185-CF720614D9D8}"/>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360" name="Freeform: Shape 359">
              <a:extLst>
                <a:ext uri="{FF2B5EF4-FFF2-40B4-BE49-F238E27FC236}">
                  <a16:creationId xmlns:a16="http://schemas.microsoft.com/office/drawing/2014/main" id="{33D0529D-C258-4D6C-B202-542EE7BA56E0}"/>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361" name="Freeform: Shape 360">
              <a:extLst>
                <a:ext uri="{FF2B5EF4-FFF2-40B4-BE49-F238E27FC236}">
                  <a16:creationId xmlns:a16="http://schemas.microsoft.com/office/drawing/2014/main" id="{23F21052-C521-4292-929B-D40D675CDD15}"/>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362" name="Freeform: Shape 361">
              <a:extLst>
                <a:ext uri="{FF2B5EF4-FFF2-40B4-BE49-F238E27FC236}">
                  <a16:creationId xmlns:a16="http://schemas.microsoft.com/office/drawing/2014/main" id="{16E1C646-B40F-4688-885F-BCC512D92272}"/>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3" name="Freeform: Shape 362">
              <a:extLst>
                <a:ext uri="{FF2B5EF4-FFF2-40B4-BE49-F238E27FC236}">
                  <a16:creationId xmlns:a16="http://schemas.microsoft.com/office/drawing/2014/main" id="{8A7431CF-1A92-47DC-83C7-5C6299B8B3D3}"/>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364" name="Freeform: Shape 363">
              <a:extLst>
                <a:ext uri="{FF2B5EF4-FFF2-40B4-BE49-F238E27FC236}">
                  <a16:creationId xmlns:a16="http://schemas.microsoft.com/office/drawing/2014/main" id="{33C1A73F-012F-4758-B091-CB6602C945AD}"/>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365" name="Freeform: Shape 364">
              <a:extLst>
                <a:ext uri="{FF2B5EF4-FFF2-40B4-BE49-F238E27FC236}">
                  <a16:creationId xmlns:a16="http://schemas.microsoft.com/office/drawing/2014/main" id="{AB804377-27A8-4CC5-9F61-EF69A7FEDC2D}"/>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66" name="Freeform: Shape 365">
              <a:extLst>
                <a:ext uri="{FF2B5EF4-FFF2-40B4-BE49-F238E27FC236}">
                  <a16:creationId xmlns:a16="http://schemas.microsoft.com/office/drawing/2014/main" id="{8AB7A34F-77E0-4F44-85D5-EC1FCD1C005E}"/>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367" name="Freeform: Shape 366">
              <a:extLst>
                <a:ext uri="{FF2B5EF4-FFF2-40B4-BE49-F238E27FC236}">
                  <a16:creationId xmlns:a16="http://schemas.microsoft.com/office/drawing/2014/main" id="{532FC38E-3D4D-493F-9534-B4E19B1D78D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368" name="Freeform: Shape 367">
              <a:extLst>
                <a:ext uri="{FF2B5EF4-FFF2-40B4-BE49-F238E27FC236}">
                  <a16:creationId xmlns:a16="http://schemas.microsoft.com/office/drawing/2014/main" id="{BB1C3AE0-FDAC-4527-82A3-7F67024E29B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9" name="Freeform: Shape 368">
              <a:extLst>
                <a:ext uri="{FF2B5EF4-FFF2-40B4-BE49-F238E27FC236}">
                  <a16:creationId xmlns:a16="http://schemas.microsoft.com/office/drawing/2014/main" id="{63042967-13E2-4CA9-AD8D-EFE84F48E814}"/>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0" name="Freeform: Shape 369">
              <a:extLst>
                <a:ext uri="{FF2B5EF4-FFF2-40B4-BE49-F238E27FC236}">
                  <a16:creationId xmlns:a16="http://schemas.microsoft.com/office/drawing/2014/main" id="{47D43CB0-3885-4A86-964C-24E518FEB7BA}"/>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1" name="Freeform: Shape 370">
              <a:extLst>
                <a:ext uri="{FF2B5EF4-FFF2-40B4-BE49-F238E27FC236}">
                  <a16:creationId xmlns:a16="http://schemas.microsoft.com/office/drawing/2014/main" id="{64800A95-B7DD-4BB7-BFA6-90438D4074DD}"/>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2" name="Freeform: Shape 371">
              <a:extLst>
                <a:ext uri="{FF2B5EF4-FFF2-40B4-BE49-F238E27FC236}">
                  <a16:creationId xmlns:a16="http://schemas.microsoft.com/office/drawing/2014/main" id="{7E85A836-4772-4DD2-82E6-BC3D5D352188}"/>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3" name="Freeform: Shape 372">
              <a:extLst>
                <a:ext uri="{FF2B5EF4-FFF2-40B4-BE49-F238E27FC236}">
                  <a16:creationId xmlns:a16="http://schemas.microsoft.com/office/drawing/2014/main" id="{73B1AC75-3A44-4E21-B775-2642E72CE53B}"/>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374" name="Freeform: Shape 373">
              <a:extLst>
                <a:ext uri="{FF2B5EF4-FFF2-40B4-BE49-F238E27FC236}">
                  <a16:creationId xmlns:a16="http://schemas.microsoft.com/office/drawing/2014/main" id="{B8C516EA-925C-4BE3-B77D-6C8F9ACFD37E}"/>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5" name="Freeform: Shape 374">
              <a:extLst>
                <a:ext uri="{FF2B5EF4-FFF2-40B4-BE49-F238E27FC236}">
                  <a16:creationId xmlns:a16="http://schemas.microsoft.com/office/drawing/2014/main" id="{FB04E203-3151-47D1-BF21-7E3E8EB60E2A}"/>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376" name="Freeform: Shape 375">
              <a:extLst>
                <a:ext uri="{FF2B5EF4-FFF2-40B4-BE49-F238E27FC236}">
                  <a16:creationId xmlns:a16="http://schemas.microsoft.com/office/drawing/2014/main" id="{258A6CC8-9E30-4B8F-945A-BD18AF5D368C}"/>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377" name="Freeform: Shape 376">
              <a:extLst>
                <a:ext uri="{FF2B5EF4-FFF2-40B4-BE49-F238E27FC236}">
                  <a16:creationId xmlns:a16="http://schemas.microsoft.com/office/drawing/2014/main" id="{D57D8E5C-F9AC-455D-8D4D-FFD0B14EAAD9}"/>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8" name="Freeform: Shape 377">
              <a:extLst>
                <a:ext uri="{FF2B5EF4-FFF2-40B4-BE49-F238E27FC236}">
                  <a16:creationId xmlns:a16="http://schemas.microsoft.com/office/drawing/2014/main" id="{915A31FF-0B2D-40FA-943F-49FFA49A5500}"/>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79" name="Freeform: Shape 378">
              <a:extLst>
                <a:ext uri="{FF2B5EF4-FFF2-40B4-BE49-F238E27FC236}">
                  <a16:creationId xmlns:a16="http://schemas.microsoft.com/office/drawing/2014/main" id="{4EAADF45-6631-4B08-82E4-BFCAE6011DE8}"/>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0" name="Freeform: Shape 379">
              <a:extLst>
                <a:ext uri="{FF2B5EF4-FFF2-40B4-BE49-F238E27FC236}">
                  <a16:creationId xmlns:a16="http://schemas.microsoft.com/office/drawing/2014/main" id="{CDB6778E-4E12-4BC2-8DFB-FFDF9F944B63}"/>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1" name="Freeform: Shape 380">
              <a:extLst>
                <a:ext uri="{FF2B5EF4-FFF2-40B4-BE49-F238E27FC236}">
                  <a16:creationId xmlns:a16="http://schemas.microsoft.com/office/drawing/2014/main" id="{D1475A72-4EF5-4265-A848-B4CE35354D0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2" name="Freeform: Shape 381">
              <a:extLst>
                <a:ext uri="{FF2B5EF4-FFF2-40B4-BE49-F238E27FC236}">
                  <a16:creationId xmlns:a16="http://schemas.microsoft.com/office/drawing/2014/main" id="{4473C88C-90F1-472C-97A0-584345D72B58}"/>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3" name="Freeform: Shape 382">
              <a:extLst>
                <a:ext uri="{FF2B5EF4-FFF2-40B4-BE49-F238E27FC236}">
                  <a16:creationId xmlns:a16="http://schemas.microsoft.com/office/drawing/2014/main" id="{6091FAB6-9F3F-4928-BD4A-57A4DB7FD544}"/>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4" name="Freeform: Shape 383">
              <a:extLst>
                <a:ext uri="{FF2B5EF4-FFF2-40B4-BE49-F238E27FC236}">
                  <a16:creationId xmlns:a16="http://schemas.microsoft.com/office/drawing/2014/main" id="{F178557F-E42E-4AD9-91D2-06FE205260CC}"/>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5" name="Freeform: Shape 384">
              <a:extLst>
                <a:ext uri="{FF2B5EF4-FFF2-40B4-BE49-F238E27FC236}">
                  <a16:creationId xmlns:a16="http://schemas.microsoft.com/office/drawing/2014/main" id="{3A8FA096-1E93-4945-A628-FED1FD8D9EE4}"/>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386" name="Freeform: Shape 385">
              <a:extLst>
                <a:ext uri="{FF2B5EF4-FFF2-40B4-BE49-F238E27FC236}">
                  <a16:creationId xmlns:a16="http://schemas.microsoft.com/office/drawing/2014/main" id="{6F9AEBA0-65A9-4496-99ED-BF82A41D437B}"/>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87" name="Straight Connector 386">
              <a:extLst>
                <a:ext uri="{FF2B5EF4-FFF2-40B4-BE49-F238E27FC236}">
                  <a16:creationId xmlns:a16="http://schemas.microsoft.com/office/drawing/2014/main" id="{F0C32599-B900-4F66-8138-3DB3C3BA4FA0}"/>
                </a:ext>
              </a:extLst>
            </p:cNvPr>
            <p:cNvCxnSpPr>
              <a:cxnSpLocks/>
              <a:endCxn id="364"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427" name="Group 426">
            <a:extLst>
              <a:ext uri="{FF2B5EF4-FFF2-40B4-BE49-F238E27FC236}">
                <a16:creationId xmlns:a16="http://schemas.microsoft.com/office/drawing/2014/main" id="{4243A657-DAF3-4492-97EF-85FC6C802AB0}"/>
              </a:ext>
            </a:extLst>
          </p:cNvPr>
          <p:cNvGrpSpPr/>
          <p:nvPr/>
        </p:nvGrpSpPr>
        <p:grpSpPr>
          <a:xfrm flipH="1">
            <a:off x="9829800" y="4832549"/>
            <a:ext cx="2362200" cy="2025452"/>
            <a:chOff x="0" y="4868032"/>
            <a:chExt cx="2362200" cy="2025452"/>
          </a:xfrm>
        </p:grpSpPr>
        <p:sp>
          <p:nvSpPr>
            <p:cNvPr id="428" name="Freeform: Shape 427">
              <a:extLst>
                <a:ext uri="{FF2B5EF4-FFF2-40B4-BE49-F238E27FC236}">
                  <a16:creationId xmlns:a16="http://schemas.microsoft.com/office/drawing/2014/main" id="{FE06C695-3AF8-4511-A827-397633C49A0A}"/>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429" name="Freeform: Shape 428">
              <a:extLst>
                <a:ext uri="{FF2B5EF4-FFF2-40B4-BE49-F238E27FC236}">
                  <a16:creationId xmlns:a16="http://schemas.microsoft.com/office/drawing/2014/main" id="{77FAC9AF-0C05-4A43-B2CE-CE6C6379F552}"/>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430" name="Freeform: Shape 429">
              <a:extLst>
                <a:ext uri="{FF2B5EF4-FFF2-40B4-BE49-F238E27FC236}">
                  <a16:creationId xmlns:a16="http://schemas.microsoft.com/office/drawing/2014/main" id="{C53AB519-76C2-429D-830D-294354209599}"/>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431" name="Freeform: Shape 430">
              <a:extLst>
                <a:ext uri="{FF2B5EF4-FFF2-40B4-BE49-F238E27FC236}">
                  <a16:creationId xmlns:a16="http://schemas.microsoft.com/office/drawing/2014/main" id="{31D2B566-79E0-4346-BFDD-750BA6C54FD2}"/>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432" name="Freeform: Shape 431">
              <a:extLst>
                <a:ext uri="{FF2B5EF4-FFF2-40B4-BE49-F238E27FC236}">
                  <a16:creationId xmlns:a16="http://schemas.microsoft.com/office/drawing/2014/main" id="{E81A3D89-CE5B-4500-82E4-01F147646262}"/>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3" name="Freeform: Shape 432">
              <a:extLst>
                <a:ext uri="{FF2B5EF4-FFF2-40B4-BE49-F238E27FC236}">
                  <a16:creationId xmlns:a16="http://schemas.microsoft.com/office/drawing/2014/main" id="{3E915323-C1F6-4011-A307-4531A07FE0FD}"/>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434" name="Freeform: Shape 433">
              <a:extLst>
                <a:ext uri="{FF2B5EF4-FFF2-40B4-BE49-F238E27FC236}">
                  <a16:creationId xmlns:a16="http://schemas.microsoft.com/office/drawing/2014/main" id="{97D27A2A-4717-482A-A951-1273C2FA2B5A}"/>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435" name="Freeform: Shape 434">
              <a:extLst>
                <a:ext uri="{FF2B5EF4-FFF2-40B4-BE49-F238E27FC236}">
                  <a16:creationId xmlns:a16="http://schemas.microsoft.com/office/drawing/2014/main" id="{4B230D0B-C07A-4EE2-A0C5-6664EEE0B669}"/>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436" name="Freeform: Shape 435">
              <a:extLst>
                <a:ext uri="{FF2B5EF4-FFF2-40B4-BE49-F238E27FC236}">
                  <a16:creationId xmlns:a16="http://schemas.microsoft.com/office/drawing/2014/main" id="{BB4755D7-C78E-4DA7-84E6-67C1CD7FDFC7}"/>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437" name="Freeform: Shape 436">
              <a:extLst>
                <a:ext uri="{FF2B5EF4-FFF2-40B4-BE49-F238E27FC236}">
                  <a16:creationId xmlns:a16="http://schemas.microsoft.com/office/drawing/2014/main" id="{74F6F84D-936A-4760-ACC4-055B64FF23DE}"/>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438" name="Freeform: Shape 437">
              <a:extLst>
                <a:ext uri="{FF2B5EF4-FFF2-40B4-BE49-F238E27FC236}">
                  <a16:creationId xmlns:a16="http://schemas.microsoft.com/office/drawing/2014/main" id="{89D65E30-885A-457F-9CA3-43FB9528B5BF}"/>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9" name="Freeform: Shape 438">
              <a:extLst>
                <a:ext uri="{FF2B5EF4-FFF2-40B4-BE49-F238E27FC236}">
                  <a16:creationId xmlns:a16="http://schemas.microsoft.com/office/drawing/2014/main" id="{07019A0F-FC42-4D5B-BF57-264B4A9045AC}"/>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0" name="Freeform: Shape 439">
              <a:extLst>
                <a:ext uri="{FF2B5EF4-FFF2-40B4-BE49-F238E27FC236}">
                  <a16:creationId xmlns:a16="http://schemas.microsoft.com/office/drawing/2014/main" id="{EB478AE6-5B32-4669-A7D5-CE7811A77EAE}"/>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1" name="Freeform: Shape 440">
              <a:extLst>
                <a:ext uri="{FF2B5EF4-FFF2-40B4-BE49-F238E27FC236}">
                  <a16:creationId xmlns:a16="http://schemas.microsoft.com/office/drawing/2014/main" id="{10856FB5-71B5-4FCF-9FA6-B2C51CDEABBB}"/>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2" name="Freeform: Shape 441">
              <a:extLst>
                <a:ext uri="{FF2B5EF4-FFF2-40B4-BE49-F238E27FC236}">
                  <a16:creationId xmlns:a16="http://schemas.microsoft.com/office/drawing/2014/main" id="{B36AD7C1-8F87-4CF7-A0E5-1C1D90DE7FF8}"/>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3" name="Freeform: Shape 442">
              <a:extLst>
                <a:ext uri="{FF2B5EF4-FFF2-40B4-BE49-F238E27FC236}">
                  <a16:creationId xmlns:a16="http://schemas.microsoft.com/office/drawing/2014/main" id="{F28DA495-1CCA-4D4A-81EA-28774C725DFA}"/>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444" name="Freeform: Shape 443">
              <a:extLst>
                <a:ext uri="{FF2B5EF4-FFF2-40B4-BE49-F238E27FC236}">
                  <a16:creationId xmlns:a16="http://schemas.microsoft.com/office/drawing/2014/main" id="{071E87B6-45C9-4A0A-93E0-9D006FBA4916}"/>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5" name="Freeform: Shape 444">
              <a:extLst>
                <a:ext uri="{FF2B5EF4-FFF2-40B4-BE49-F238E27FC236}">
                  <a16:creationId xmlns:a16="http://schemas.microsoft.com/office/drawing/2014/main" id="{8822C763-DDF6-458C-9E9C-FC[redacted]}"/>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446" name="Freeform: Shape 445">
              <a:extLst>
                <a:ext uri="{FF2B5EF4-FFF2-40B4-BE49-F238E27FC236}">
                  <a16:creationId xmlns:a16="http://schemas.microsoft.com/office/drawing/2014/main" id="{F1846E64-0F4A-4981-A955-7CE13D26F3E8}"/>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447" name="Freeform: Shape 446">
              <a:extLst>
                <a:ext uri="{FF2B5EF4-FFF2-40B4-BE49-F238E27FC236}">
                  <a16:creationId xmlns:a16="http://schemas.microsoft.com/office/drawing/2014/main" id="{D4F8241A-CA55-4F4E-AED1-1EEEE96AEB5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8" name="Freeform: Shape 447">
              <a:extLst>
                <a:ext uri="{FF2B5EF4-FFF2-40B4-BE49-F238E27FC236}">
                  <a16:creationId xmlns:a16="http://schemas.microsoft.com/office/drawing/2014/main" id="{2BB546F8-8D6F-4E5C-A8E4-C4C5D2AF980C}"/>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449" name="Freeform: Shape 448">
              <a:extLst>
                <a:ext uri="{FF2B5EF4-FFF2-40B4-BE49-F238E27FC236}">
                  <a16:creationId xmlns:a16="http://schemas.microsoft.com/office/drawing/2014/main" id="{4C4597FF-CB53-40D4-A186-8F3E4CE2CF1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0" name="Freeform: Shape 449">
              <a:extLst>
                <a:ext uri="{FF2B5EF4-FFF2-40B4-BE49-F238E27FC236}">
                  <a16:creationId xmlns:a16="http://schemas.microsoft.com/office/drawing/2014/main" id="{51F13E0C-46F2-4215-8356-56C438E9A323}"/>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1" name="Freeform: Shape 450">
              <a:extLst>
                <a:ext uri="{FF2B5EF4-FFF2-40B4-BE49-F238E27FC236}">
                  <a16:creationId xmlns:a16="http://schemas.microsoft.com/office/drawing/2014/main" id="{5625A08C-E1C8-4FA6-9B2B-4F37C1B2E972}"/>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2" name="Freeform: Shape 451">
              <a:extLst>
                <a:ext uri="{FF2B5EF4-FFF2-40B4-BE49-F238E27FC236}">
                  <a16:creationId xmlns:a16="http://schemas.microsoft.com/office/drawing/2014/main" id="{3F781752-D22C-410C-8057-17EE3F28044D}"/>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3" name="Freeform: Shape 452">
              <a:extLst>
                <a:ext uri="{FF2B5EF4-FFF2-40B4-BE49-F238E27FC236}">
                  <a16:creationId xmlns:a16="http://schemas.microsoft.com/office/drawing/2014/main" id="{439B8E36-13E0-49BF-9E8F-99BA6F0D79C4}"/>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4" name="Freeform: Shape 453">
              <a:extLst>
                <a:ext uri="{FF2B5EF4-FFF2-40B4-BE49-F238E27FC236}">
                  <a16:creationId xmlns:a16="http://schemas.microsoft.com/office/drawing/2014/main" id="{3D86812D-B40E-4A3A-B13D-890B13453A21}"/>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5" name="Freeform: Shape 454">
              <a:extLst>
                <a:ext uri="{FF2B5EF4-FFF2-40B4-BE49-F238E27FC236}">
                  <a16:creationId xmlns:a16="http://schemas.microsoft.com/office/drawing/2014/main" id="{95811A06-C330-4DCB-A18B-DB4267A998EC}"/>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6" name="Freeform: Shape 455">
              <a:extLst>
                <a:ext uri="{FF2B5EF4-FFF2-40B4-BE49-F238E27FC236}">
                  <a16:creationId xmlns:a16="http://schemas.microsoft.com/office/drawing/2014/main" id="{A85EE8B6-01A6-46CB-A497-5C65A718FEA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7" name="Freeform: Shape 456">
              <a:extLst>
                <a:ext uri="{FF2B5EF4-FFF2-40B4-BE49-F238E27FC236}">
                  <a16:creationId xmlns:a16="http://schemas.microsoft.com/office/drawing/2014/main" id="{40C86AD7-7590-49E1-BAB4-6E3A20572C26}"/>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8" name="Freeform: Shape 457">
              <a:extLst>
                <a:ext uri="{FF2B5EF4-FFF2-40B4-BE49-F238E27FC236}">
                  <a16:creationId xmlns:a16="http://schemas.microsoft.com/office/drawing/2014/main" id="{05D61590-8F32-4425-A2F0-CBBCEF0A126B}"/>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9" name="Freeform: Shape 458">
              <a:extLst>
                <a:ext uri="{FF2B5EF4-FFF2-40B4-BE49-F238E27FC236}">
                  <a16:creationId xmlns:a16="http://schemas.microsoft.com/office/drawing/2014/main" id="{2B8522D7-AAE5-4079-8552-E082C7398E62}"/>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60" name="Freeform: Shape 459">
              <a:extLst>
                <a:ext uri="{FF2B5EF4-FFF2-40B4-BE49-F238E27FC236}">
                  <a16:creationId xmlns:a16="http://schemas.microsoft.com/office/drawing/2014/main" id="{75855995-316B-4940-AD56-9DE3569549C5}"/>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461" name="Straight Connector 460">
              <a:extLst>
                <a:ext uri="{FF2B5EF4-FFF2-40B4-BE49-F238E27FC236}">
                  <a16:creationId xmlns:a16="http://schemas.microsoft.com/office/drawing/2014/main" id="{7DF5540B-9671-4FF2-A550-DF6A34B616AF}"/>
                </a:ext>
              </a:extLst>
            </p:cNvPr>
            <p:cNvCxnSpPr>
              <a:cxnSpLocks/>
              <a:stCxn id="434" idx="0"/>
              <a:endCxn id="43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pic>
        <p:nvPicPr>
          <p:cNvPr id="17" name="Graphic 16">
            <a:extLst>
              <a:ext uri="{FF2B5EF4-FFF2-40B4-BE49-F238E27FC236}">
                <a16:creationId xmlns:a16="http://schemas.microsoft.com/office/drawing/2014/main" id="{E2F6A26E-E6F5-5D4C-BC24-7FA44DBF668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19338" y="2497257"/>
            <a:ext cx="1602441" cy="1612153"/>
          </a:xfrm>
          <a:prstGeom prst="rect">
            <a:avLst/>
          </a:prstGeom>
        </p:spPr>
      </p:pic>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48ABC3-8E8C-4FDD-AA32-797A4908BA56}"/>
              </a:ext>
            </a:extLst>
          </p:cNvPr>
          <p:cNvSpPr txBox="1"/>
          <p:nvPr/>
        </p:nvSpPr>
        <p:spPr>
          <a:xfrm>
            <a:off x="1119862" y="1516000"/>
            <a:ext cx="4541639" cy="1077218"/>
          </a:xfrm>
          <a:prstGeom prst="rect">
            <a:avLst/>
          </a:prstGeom>
          <a:noFill/>
        </p:spPr>
        <p:txBody>
          <a:bodyPr wrap="square" rtlCol="1">
            <a:spAutoFit/>
          </a:bodyPr>
          <a:lstStyle/>
          <a:p>
            <a:r>
              <a:rPr lang="en-US" sz="3200" b="1" dirty="0">
                <a:solidFill>
                  <a:schemeClr val="accent1"/>
                </a:solidFill>
                <a:latin typeface="Cantarell" panose="02000603000000000000" pitchFamily="2" charset="0"/>
                <a:cs typeface="Poppins Black" panose="00000A00000000000000" pitchFamily="2" charset="0"/>
              </a:rPr>
              <a:t>Modern Buildings</a:t>
            </a:r>
          </a:p>
          <a:p>
            <a:r>
              <a:rPr lang="en-US" sz="3200" b="1" dirty="0">
                <a:solidFill>
                  <a:schemeClr val="bg1"/>
                </a:solidFill>
                <a:latin typeface="Cantarell bold" panose="02000803000000000000" pitchFamily="2" charset="0"/>
                <a:cs typeface="Poppins Black" panose="00000A00000000000000" pitchFamily="2" charset="0"/>
              </a:rPr>
              <a:t>Face Many Challenges</a:t>
            </a:r>
            <a:endParaRPr lang="ar-LY" sz="3200" b="1" dirty="0">
              <a:solidFill>
                <a:schemeClr val="bg1"/>
              </a:solidFill>
              <a:latin typeface="Cantarell bold" panose="02000803000000000000" pitchFamily="2" charset="0"/>
            </a:endParaRPr>
          </a:p>
        </p:txBody>
      </p:sp>
      <p:sp>
        <p:nvSpPr>
          <p:cNvPr id="6" name="TextBox 5">
            <a:extLst>
              <a:ext uri="{FF2B5EF4-FFF2-40B4-BE49-F238E27FC236}">
                <a16:creationId xmlns:a16="http://schemas.microsoft.com/office/drawing/2014/main" id="{48B38AC8-6A13-48D8-A3E9-1B663F3239DA}"/>
              </a:ext>
            </a:extLst>
          </p:cNvPr>
          <p:cNvSpPr txBox="1"/>
          <p:nvPr/>
        </p:nvSpPr>
        <p:spPr>
          <a:xfrm>
            <a:off x="1150341" y="2866524"/>
            <a:ext cx="4258639" cy="1631216"/>
          </a:xfrm>
          <a:prstGeom prst="rect">
            <a:avLst/>
          </a:prstGeom>
          <a:noFill/>
        </p:spPr>
        <p:txBody>
          <a:bodyPr wrap="square" rtlCol="1">
            <a:spAutoFit/>
          </a:bodyPr>
          <a:lstStyle/>
          <a:p>
            <a:pPr marL="228594" indent="-228594">
              <a:buFont typeface="+mj-lt"/>
              <a:buAutoNum type="arabicPeriod"/>
            </a:pPr>
            <a:r>
              <a:rPr lang="en-CA" sz="2000" dirty="0">
                <a:solidFill>
                  <a:schemeClr val="bg1"/>
                </a:solidFill>
                <a:latin typeface="Cantarell bold" panose="02000803000000000000" pitchFamily="2" charset="0"/>
              </a:rPr>
              <a:t>Climate Change</a:t>
            </a:r>
          </a:p>
          <a:p>
            <a:pPr marL="228594" indent="-228594">
              <a:buFont typeface="+mj-lt"/>
              <a:buAutoNum type="arabicPeriod"/>
            </a:pPr>
            <a:r>
              <a:rPr lang="en-CA" sz="2000" dirty="0">
                <a:solidFill>
                  <a:schemeClr val="bg1"/>
                </a:solidFill>
                <a:latin typeface="Cantarell bold" panose="02000803000000000000" pitchFamily="2" charset="0"/>
              </a:rPr>
              <a:t>Urban Pollution</a:t>
            </a:r>
          </a:p>
          <a:p>
            <a:pPr marL="228594" indent="-228594">
              <a:buFont typeface="+mj-lt"/>
              <a:buAutoNum type="arabicPeriod"/>
            </a:pPr>
            <a:r>
              <a:rPr lang="en-CA" sz="2000" dirty="0">
                <a:solidFill>
                  <a:schemeClr val="bg1"/>
                </a:solidFill>
                <a:latin typeface="Cantarell bold" panose="02000803000000000000" pitchFamily="2" charset="0"/>
              </a:rPr>
              <a:t>Indoor Contaminants</a:t>
            </a:r>
          </a:p>
          <a:p>
            <a:pPr marL="228594" indent="-228594">
              <a:buFont typeface="+mj-lt"/>
              <a:buAutoNum type="arabicPeriod"/>
            </a:pPr>
            <a:r>
              <a:rPr lang="en-CA" sz="2000" dirty="0">
                <a:solidFill>
                  <a:schemeClr val="bg1"/>
                </a:solidFill>
                <a:latin typeface="Cantarell bold" panose="02000803000000000000" pitchFamily="2" charset="0"/>
              </a:rPr>
              <a:t>Rising Energy Costs</a:t>
            </a:r>
          </a:p>
          <a:p>
            <a:pPr marL="228594" indent="-228594">
              <a:buFont typeface="+mj-lt"/>
              <a:buAutoNum type="arabicPeriod"/>
            </a:pPr>
            <a:r>
              <a:rPr lang="en-CA" sz="2000" dirty="0">
                <a:solidFill>
                  <a:schemeClr val="bg1"/>
                </a:solidFill>
                <a:latin typeface="Cantarell bold" panose="02000803000000000000" pitchFamily="2" charset="0"/>
              </a:rPr>
              <a:t>Increasing Technological Complexity</a:t>
            </a:r>
          </a:p>
        </p:txBody>
      </p:sp>
      <p:pic>
        <p:nvPicPr>
          <p:cNvPr id="1027" name="Picture 3">
            <a:extLst>
              <a:ext uri="{FF2B5EF4-FFF2-40B4-BE49-F238E27FC236}">
                <a16:creationId xmlns:a16="http://schemas.microsoft.com/office/drawing/2014/main" id="{695A43E0-6D70-DC4D-B04B-E0C23115E0B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100347" y="2470851"/>
            <a:ext cx="3085567" cy="19163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F05CB951-D72E-2E4B-ADBA-DCE50F027083}"/>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100347" y="4394436"/>
            <a:ext cx="3085567" cy="181132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limate change is turning cities into harsh, sweltering hotspots">
            <a:extLst>
              <a:ext uri="{FF2B5EF4-FFF2-40B4-BE49-F238E27FC236}">
                <a16:creationId xmlns:a16="http://schemas.microsoft.com/office/drawing/2014/main" id="{BB9886C1-B585-C542-BEA5-4433035C5BCF}"/>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7100348" y="727935"/>
            <a:ext cx="3085565" cy="1735631"/>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FF3C7AF-9892-2C48-9353-A65E0CD34D60}"/>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1</a:t>
            </a:fld>
            <a:endParaRPr lang="ar-LY" dirty="0"/>
          </a:p>
        </p:txBody>
      </p:sp>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title" idx="[redacted]"/>
          </p:nvPr>
        </p:nvSpPr>
        <p:spPr>
          <a:xfrm>
            <a:off x="668741" y="542925"/>
            <a:ext cx="9689911" cy="4766387"/>
          </a:xfrm>
          <a:prstGeom prst="rect">
            <a:avLst/>
          </a:prstGeom>
        </p:spPr>
        <p:txBody>
          <a:bodyPr spcFirstLastPara="1" vert="horz" wrap="square" lIns="121900" tIns="121900" rIns="121900" bIns="121900" rtlCol="0" anchor="ctr" anchorCtr="0">
            <a:noAutofit/>
          </a:bodyPr>
          <a:lstStyle/>
          <a:p>
            <a:r>
              <a:rPr lang="en-CA" b="1" dirty="0">
                <a:solidFill>
                  <a:schemeClr val="bg1"/>
                </a:solidFill>
              </a:rPr>
              <a:t>Indoor Farming Opportunity</a:t>
            </a:r>
            <a:endParaRPr b="1" dirty="0">
              <a:solidFill>
                <a:schemeClr val="bg1"/>
              </a:solidFill>
            </a:endParaRPr>
          </a:p>
          <a:p>
            <a:endParaRPr sz="3200" dirty="0">
              <a:solidFill>
                <a:schemeClr val="bg2"/>
              </a:solidFill>
            </a:endParaRPr>
          </a:p>
          <a:p>
            <a:pPr marL="609570" indent="-507974">
              <a:buSzPts val="2400"/>
              <a:buAutoNum type="arabicPeriod"/>
            </a:pPr>
            <a:r>
              <a:rPr lang="en-GB" sz="3200" dirty="0">
                <a:solidFill>
                  <a:schemeClr val="bg1"/>
                </a:solidFill>
              </a:rPr>
              <a:t>Vertical Farming is a rapidly growing industry with 24% CAGR*.</a:t>
            </a:r>
            <a:br>
              <a:rPr lang="en-GB" sz="3200" dirty="0">
                <a:solidFill>
                  <a:schemeClr val="bg1"/>
                </a:solidFill>
              </a:rPr>
            </a:br>
            <a:endParaRPr sz="3200" dirty="0">
              <a:solidFill>
                <a:schemeClr val="bg1"/>
              </a:solidFill>
            </a:endParaRPr>
          </a:p>
          <a:p>
            <a:pPr marL="609570" indent="-507974">
              <a:buSzPts val="2400"/>
              <a:buAutoNum type="arabicPeriod"/>
            </a:pPr>
            <a:r>
              <a:rPr lang="en-CA" sz="3200" dirty="0">
                <a:solidFill>
                  <a:schemeClr val="bg1"/>
                </a:solidFill>
              </a:rPr>
              <a:t>Asia-Pacific </a:t>
            </a:r>
            <a:r>
              <a:rPr lang="en-CA" sz="3200">
                <a:solidFill>
                  <a:schemeClr val="bg1"/>
                </a:solidFill>
              </a:rPr>
              <a:t>is a </a:t>
            </a:r>
            <a:r>
              <a:rPr lang="en-CA" sz="3200" dirty="0">
                <a:solidFill>
                  <a:schemeClr val="bg1"/>
                </a:solidFill>
              </a:rPr>
              <a:t>global leader in vertical farming with market value of &gt;$350M.</a:t>
            </a:r>
            <a:endParaRPr sz="3200" dirty="0">
              <a:solidFill>
                <a:schemeClr val="bg1"/>
              </a:solidFill>
            </a:endParaRPr>
          </a:p>
          <a:p>
            <a:pPr marL="1123907" indent="-514338">
              <a:buFont typeface="+mj-lt"/>
              <a:buAutoNum type="arabicPeriod"/>
            </a:pPr>
            <a:endParaRPr sz="3200" dirty="0">
              <a:solidFill>
                <a:schemeClr val="bg2"/>
              </a:solidFill>
            </a:endParaRPr>
          </a:p>
          <a:p>
            <a:pPr marL="609570" indent="-507974">
              <a:buSzPts val="2400"/>
              <a:buAutoNum type="arabicPeriod"/>
            </a:pPr>
            <a:r>
              <a:rPr lang="en-GB" sz="3200" dirty="0">
                <a:solidFill>
                  <a:schemeClr val="bg2"/>
                </a:solidFill>
              </a:rPr>
              <a:t>Clear need from several farm operators in Singapore.</a:t>
            </a:r>
            <a:endParaRPr sz="3200" dirty="0">
              <a:solidFill>
                <a:schemeClr val="bg2"/>
              </a:solidFill>
            </a:endParaRPr>
          </a:p>
        </p:txBody>
      </p:sp>
      <p:sp>
        <p:nvSpPr>
          <p:cNvPr id="3" name="Google Shape;145;p21">
            <a:extLst>
              <a:ext uri="{FF2B5EF4-FFF2-40B4-BE49-F238E27FC236}">
                <a16:creationId xmlns:a16="http://schemas.microsoft.com/office/drawing/2014/main" id="{96C91798-36A7-A745-AFAE-0D471968FB21}"/>
              </a:ext>
            </a:extLst>
          </p:cNvPr>
          <p:cNvSpPr txBox="1"/>
          <p:nvPr/>
        </p:nvSpPr>
        <p:spPr>
          <a:xfrm>
            <a:off x="668740" y="6121785"/>
            <a:ext cx="3412800" cy="435200"/>
          </a:xfrm>
          <a:prstGeom prst="rect">
            <a:avLst/>
          </a:prstGeom>
          <a:noFill/>
          <a:ln>
            <a:noFill/>
          </a:ln>
        </p:spPr>
        <p:txBody>
          <a:bodyPr spcFirstLastPara="1" wrap="square" lIns="121900" tIns="121900" rIns="121900" bIns="121900" anchor="ctr" anchorCtr="0">
            <a:noAutofit/>
          </a:bodyPr>
          <a:lstStyle/>
          <a:p>
            <a:r>
              <a:rPr lang="en-GB" sz="2000" dirty="0">
                <a:solidFill>
                  <a:schemeClr val="bg1"/>
                </a:solidFill>
                <a:latin typeface="Source Sans Pro"/>
                <a:ea typeface="Source Sans Pro"/>
                <a:cs typeface="Source Sans Pro"/>
                <a:sym typeface="Source Sans Pro"/>
              </a:rPr>
              <a:t>*Source: Statista</a:t>
            </a:r>
            <a:endParaRPr sz="2000" dirty="0">
              <a:solidFill>
                <a:schemeClr val="bg1"/>
              </a:solidFill>
              <a:latin typeface="Source Sans Pro"/>
              <a:ea typeface="Source Sans Pro"/>
              <a:cs typeface="Source Sans Pro"/>
              <a:sym typeface="Source Sans Pro"/>
            </a:endParaRPr>
          </a:p>
        </p:txBody>
      </p:sp>
      <p:sp>
        <p:nvSpPr>
          <p:cNvPr id="4" name="Slide Number Placeholder 4">
            <a:extLst>
              <a:ext uri="{FF2B5EF4-FFF2-40B4-BE49-F238E27FC236}">
                <a16:creationId xmlns:a16="http://schemas.microsoft.com/office/drawing/2014/main" id="{F6FAF644-EC05-FE4D-ACA6-4701F3418458}"/>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2</a:t>
            </a:fld>
            <a:endParaRPr lang="ar-LY" dirty="0"/>
          </a:p>
        </p:txBody>
      </p:sp>
    </p:spTree>
    <p:extLst>
      <p:ext uri="{BB962C8B-B14F-4D97-AF65-F5344CB8AC3E}">
        <p14:creationId xmlns:p14="http://schemas.microsoft.com/office/powerpoint/2010/main" val="[redacted]"/>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EC52A0-B39B-CD41-8A84-7440DE4707A2}"/>
              </a:ext>
            </a:extLst>
          </p:cNvPr>
          <p:cNvSpPr>
            <a:spLocks noGrp="1"/>
          </p:cNvSpPr>
          <p:nvPr>
            <p:ph type="title"/>
          </p:nvPr>
        </p:nvSpPr>
        <p:spPr/>
        <p:txBody>
          <a:bodyPr/>
          <a:lstStyle/>
          <a:p>
            <a:r>
              <a:rPr lang="en-US" dirty="0"/>
              <a:t>The Urban Farmer’s Dilemma</a:t>
            </a:r>
          </a:p>
        </p:txBody>
      </p:sp>
      <p:sp>
        <p:nvSpPr>
          <p:cNvPr id="2" name="Slide Number Placeholder 1">
            <a:extLst>
              <a:ext uri="{FF2B5EF4-FFF2-40B4-BE49-F238E27FC236}">
                <a16:creationId xmlns:a16="http://schemas.microsoft.com/office/drawing/2014/main" id="{EE393505-CDE9-DC4C-97B1-4573CEF7E796}"/>
              </a:ext>
            </a:extLst>
          </p:cNvPr>
          <p:cNvSpPr>
            <a:spLocks noGrp="1"/>
          </p:cNvSpPr>
          <p:nvPr>
            <p:ph type="sldNum" sz="quarter" idx="4"/>
          </p:nvPr>
        </p:nvSpPr>
        <p:spPr/>
        <p:txBody>
          <a:bodyPr/>
          <a:lstStyle/>
          <a:p>
            <a:fld id="{9312FC69-CE3E-4598-98C1-B119891192DE}" type="slidenum">
              <a:rPr lang="ar-LY" smtClean="0"/>
              <a:pPr/>
              <a:t>3</a:t>
            </a:fld>
            <a:endParaRPr lang="ar-LY" b="1" dirty="0"/>
          </a:p>
        </p:txBody>
      </p:sp>
      <p:pic>
        <p:nvPicPr>
          <p:cNvPr id="5" name="Graphic 4" descr="Confused person">
            <a:extLst>
              <a:ext uri="{FF2B5EF4-FFF2-40B4-BE49-F238E27FC236}">
                <a16:creationId xmlns:a16="http://schemas.microsoft.com/office/drawing/2014/main" id="{0254257A-8845-0E42-9651-37F42D1BBD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68532" y="3669873"/>
            <a:ext cx="2454936" cy="2454936"/>
          </a:xfrm>
          <a:prstGeom prst="rect">
            <a:avLst/>
          </a:prstGeom>
        </p:spPr>
      </p:pic>
      <p:sp>
        <p:nvSpPr>
          <p:cNvPr id="14" name="Cloud Callout 13">
            <a:extLst>
              <a:ext uri="{FF2B5EF4-FFF2-40B4-BE49-F238E27FC236}">
                <a16:creationId xmlns:a16="http://schemas.microsoft.com/office/drawing/2014/main" id="{0FBA1071-FD05-C542-9CEB-22C4E71E66FE}"/>
              </a:ext>
            </a:extLst>
          </p:cNvPr>
          <p:cNvSpPr/>
          <p:nvPr/>
        </p:nvSpPr>
        <p:spPr>
          <a:xfrm>
            <a:off x="8135671" y="2207762"/>
            <a:ext cx="3218129" cy="1199278"/>
          </a:xfrm>
          <a:prstGeom prst="cloudCallout">
            <a:avLst>
              <a:gd name="adj1" fmla="val -66085"/>
              <a:gd name="adj2" fmla="val 72384"/>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Building environmental data stored on-site</a:t>
            </a:r>
          </a:p>
        </p:txBody>
      </p:sp>
      <p:sp>
        <p:nvSpPr>
          <p:cNvPr id="15" name="Cloud Callout 14">
            <a:extLst>
              <a:ext uri="{FF2B5EF4-FFF2-40B4-BE49-F238E27FC236}">
                <a16:creationId xmlns:a16="http://schemas.microsoft.com/office/drawing/2014/main" id="{AB285D44-9850-0548-8B10-045650F0BC08}"/>
              </a:ext>
            </a:extLst>
          </p:cNvPr>
          <p:cNvSpPr/>
          <p:nvPr/>
        </p:nvSpPr>
        <p:spPr>
          <a:xfrm>
            <a:off x="387747" y="2553661"/>
            <a:ext cx="3661833" cy="1116212"/>
          </a:xfrm>
          <a:prstGeom prst="cloudCallout">
            <a:avLst>
              <a:gd name="adj1" fmla="val 55990"/>
              <a:gd name="adj2" fmla="val 76620"/>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Need to make complex building optimization trade-offs </a:t>
            </a:r>
          </a:p>
        </p:txBody>
      </p:sp>
      <p:sp>
        <p:nvSpPr>
          <p:cNvPr id="16" name="Cloud Callout 15">
            <a:extLst>
              <a:ext uri="{FF2B5EF4-FFF2-40B4-BE49-F238E27FC236}">
                <a16:creationId xmlns:a16="http://schemas.microsoft.com/office/drawing/2014/main" id="{2E8D30B6-C499-2440-A763-60979156EB24}"/>
              </a:ext>
            </a:extLst>
          </p:cNvPr>
          <p:cNvSpPr/>
          <p:nvPr/>
        </p:nvSpPr>
        <p:spPr>
          <a:xfrm>
            <a:off x="7919771" y="4220479"/>
            <a:ext cx="3434029" cy="1188070"/>
          </a:xfrm>
          <a:prstGeom prst="cloudCallout">
            <a:avLst>
              <a:gd name="adj1" fmla="val -68190"/>
              <a:gd name="adj2" fmla="val -30689"/>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Equipment runs only on pre-determined schedules</a:t>
            </a:r>
          </a:p>
        </p:txBody>
      </p:sp>
      <p:sp>
        <p:nvSpPr>
          <p:cNvPr id="17" name="Cloud Callout 16">
            <a:extLst>
              <a:ext uri="{FF2B5EF4-FFF2-40B4-BE49-F238E27FC236}">
                <a16:creationId xmlns:a16="http://schemas.microsoft.com/office/drawing/2014/main" id="{0B09FD90-7FE9-0B44-B48C-BDE645DDFDCD}"/>
              </a:ext>
            </a:extLst>
          </p:cNvPr>
          <p:cNvSpPr/>
          <p:nvPr/>
        </p:nvSpPr>
        <p:spPr>
          <a:xfrm>
            <a:off x="831451" y="4636287"/>
            <a:ext cx="3218129" cy="1199278"/>
          </a:xfrm>
          <a:prstGeom prst="cloudCallout">
            <a:avLst>
              <a:gd name="adj1" fmla="val 80721"/>
              <a:gd name="adj2" fmla="val -19393"/>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Must manually combine many sensor readings</a:t>
            </a:r>
          </a:p>
        </p:txBody>
      </p:sp>
      <p:sp>
        <p:nvSpPr>
          <p:cNvPr id="18" name="Cloud Callout 17">
            <a:extLst>
              <a:ext uri="{FF2B5EF4-FFF2-40B4-BE49-F238E27FC236}">
                <a16:creationId xmlns:a16="http://schemas.microsoft.com/office/drawing/2014/main" id="{3407B411-3530-DD47-B5F2-A9B7E2FE5F81}"/>
              </a:ext>
            </a:extLst>
          </p:cNvPr>
          <p:cNvSpPr/>
          <p:nvPr/>
        </p:nvSpPr>
        <p:spPr>
          <a:xfrm>
            <a:off x="4372238" y="1608123"/>
            <a:ext cx="3218129" cy="1199278"/>
          </a:xfrm>
          <a:prstGeom prst="cloudCallout">
            <a:avLst>
              <a:gd name="adj1" fmla="val 3372"/>
              <a:gd name="adj2" fmla="val 104859"/>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Can’t input climate preferences into building system</a:t>
            </a:r>
          </a:p>
        </p:txBody>
      </p:sp>
    </p:spTree>
    <p:extLst>
      <p:ext uri="{BB962C8B-B14F-4D97-AF65-F5344CB8AC3E}">
        <p14:creationId xmlns:p14="http://schemas.microsoft.com/office/powerpoint/2010/main" val="[redacted]"/>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6D46A63-4E94-4AE9-9D95-AD4304F2FC10}"/>
              </a:ext>
            </a:extLst>
          </p:cNvPr>
          <p:cNvSpPr/>
          <p:nvPr/>
        </p:nvSpPr>
        <p:spPr>
          <a:xfrm>
            <a:off x="230982" y="364010"/>
            <a:ext cx="11730039" cy="4457700"/>
          </a:xfrm>
          <a:prstGeom prst="roundRect">
            <a:avLst>
              <a:gd name="adj" fmla="val 3782"/>
            </a:avLst>
          </a:prstGeom>
          <a:gradFill flip="none" rotWithShape="1">
            <a:gsLst>
              <a:gs pos="0">
                <a:schemeClr val="accent1">
                  <a:alpha val="70000"/>
                </a:schemeClr>
              </a:gs>
              <a:gs pos="100000">
                <a:schemeClr val="accent4">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nvGrpSpPr>
          <p:cNvPr id="27" name="Group 26">
            <a:extLst>
              <a:ext uri="{FF2B5EF4-FFF2-40B4-BE49-F238E27FC236}">
                <a16:creationId xmlns:a16="http://schemas.microsoft.com/office/drawing/2014/main" id="{11222F9B-7526-42EA-B115-B2ACC83773A1}"/>
              </a:ext>
            </a:extLst>
          </p:cNvPr>
          <p:cNvGrpSpPr/>
          <p:nvPr/>
        </p:nvGrpSpPr>
        <p:grpSpPr>
          <a:xfrm>
            <a:off x="7591721" y="1874408"/>
            <a:ext cx="4153407" cy="2095173"/>
            <a:chOff x="700948" y="1573522"/>
            <a:chExt cx="5074819" cy="2095172"/>
          </a:xfrm>
        </p:grpSpPr>
        <p:sp>
          <p:nvSpPr>
            <p:cNvPr id="32" name="TextBox 31">
              <a:extLst>
                <a:ext uri="{FF2B5EF4-FFF2-40B4-BE49-F238E27FC236}">
                  <a16:creationId xmlns:a16="http://schemas.microsoft.com/office/drawing/2014/main" id="{D459B1F3-1225-49D5-8231-1313FEBB7008}"/>
                </a:ext>
              </a:extLst>
            </p:cNvPr>
            <p:cNvSpPr txBox="1"/>
            <p:nvPr/>
          </p:nvSpPr>
          <p:spPr>
            <a:xfrm>
              <a:off x="700948" y="1573522"/>
              <a:ext cx="5074819" cy="584775"/>
            </a:xfrm>
            <a:prstGeom prst="rect">
              <a:avLst/>
            </a:prstGeom>
            <a:noFill/>
          </p:spPr>
          <p:txBody>
            <a:bodyPr wrap="square" rtlCol="1">
              <a:spAutoFit/>
            </a:bodyPr>
            <a:lstStyle/>
            <a:p>
              <a:r>
                <a:rPr lang="en-US" sz="3200" b="1" dirty="0">
                  <a:solidFill>
                    <a:schemeClr val="bg1"/>
                  </a:solidFill>
                  <a:latin typeface="Cantarell" panose="02000603000000000000" pitchFamily="2" charset="0"/>
                  <a:cs typeface="Poppins Black" panose="00000A00000000000000" pitchFamily="2" charset="0"/>
                </a:rPr>
                <a:t>Ambient Platform</a:t>
              </a:r>
              <a:endParaRPr lang="ar-LY" sz="3200" b="1" dirty="0">
                <a:solidFill>
                  <a:schemeClr val="bg1"/>
                </a:solidFill>
                <a:latin typeface="Cantarell bold" panose="02000803000000000000" pitchFamily="2" charset="0"/>
              </a:endParaRPr>
            </a:p>
          </p:txBody>
        </p:sp>
        <p:sp>
          <p:nvSpPr>
            <p:cNvPr id="33" name="TextBox 32">
              <a:extLst>
                <a:ext uri="{FF2B5EF4-FFF2-40B4-BE49-F238E27FC236}">
                  <a16:creationId xmlns:a16="http://schemas.microsoft.com/office/drawing/2014/main" id="{5979E82E-E95E-4116-B566-4CD31FFF63B4}"/>
                </a:ext>
              </a:extLst>
            </p:cNvPr>
            <p:cNvSpPr txBox="1"/>
            <p:nvPr/>
          </p:nvSpPr>
          <p:spPr>
            <a:xfrm>
              <a:off x="700949" y="2678883"/>
              <a:ext cx="4765840" cy="989811"/>
            </a:xfrm>
            <a:prstGeom prst="rect">
              <a:avLst/>
            </a:prstGeom>
            <a:noFill/>
          </p:spPr>
          <p:txBody>
            <a:bodyPr wrap="square" rtlCol="1">
              <a:spAutoFit/>
            </a:bodyPr>
            <a:lstStyle/>
            <a:p>
              <a:r>
                <a:rPr lang="en-US" sz="1400" dirty="0">
                  <a:solidFill>
                    <a:schemeClr val="bg1"/>
                  </a:solidFill>
                  <a:latin typeface="Cantarell" panose="02000603000000000000" pitchFamily="2" charset="0"/>
                  <a:cs typeface="Poppins Black" panose="00000A00000000000000" pitchFamily="2" charset="0"/>
                </a:rPr>
                <a:t>Comprehensive climate management solution that combines state-of-the-art hardware and web technologies to deliver real-time insights to the farm operator.</a:t>
              </a:r>
              <a:endParaRPr lang="ar-LY" sz="1400" dirty="0">
                <a:solidFill>
                  <a:schemeClr val="bg1"/>
                </a:solidFill>
                <a:latin typeface="Cantarell bold" panose="02000803000000000000" pitchFamily="2" charset="0"/>
              </a:endParaRPr>
            </a:p>
          </p:txBody>
        </p:sp>
      </p:grpSp>
      <p:pic>
        <p:nvPicPr>
          <p:cNvPr id="59" name="Picture 58">
            <a:extLst>
              <a:ext uri="{FF2B5EF4-FFF2-40B4-BE49-F238E27FC236}">
                <a16:creationId xmlns:a16="http://schemas.microsoft.com/office/drawing/2014/main" id="{44557717-AA78-481E-897A-EBD811D4435D}"/>
              </a:ext>
            </a:extLst>
          </p:cNvPr>
          <p:cNvPicPr>
            <a:picLocks noChangeAspect="1"/>
          </p:cNvPicPr>
          <p:nvPr/>
        </p:nvPicPr>
        <p:blipFill>
          <a:blip r:embed="rId3"/>
          <a:srcRect/>
          <a:stretch>
            <a:fillRect/>
          </a:stretch>
        </p:blipFill>
        <p:spPr>
          <a:xfrm>
            <a:off x="615200" y="872151"/>
            <a:ext cx="7192413" cy="4136803"/>
          </a:xfrm>
          <a:custGeom>
            <a:avLst/>
            <a:gdLst>
              <a:gd name="connsiteX0" fmla="*/ 0 w 6217918"/>
              <a:gd name="connsiteY0" fmla="*/ 0 h 3618626"/>
              <a:gd name="connsiteX1" fmla="*/ 6217918 w 6217918"/>
              <a:gd name="connsiteY1" fmla="*/ 0 h 3618626"/>
              <a:gd name="connsiteX2" fmla="*/ 6217918 w 6217918"/>
              <a:gd name="connsiteY2" fmla="*/ 3618626 h 3618626"/>
              <a:gd name="connsiteX3" fmla="*/ 0 w 6217918"/>
              <a:gd name="connsiteY3" fmla="*/ 3618626 h 3618626"/>
              <a:gd name="connsiteX4" fmla="*/ 0 w 6217918"/>
              <a:gd name="connsiteY4" fmla="*/ 0 h 3618626"/>
              <a:gd name="connsiteX5" fmla="*/ 810767 w 6217918"/>
              <a:gd name="connsiteY5" fmla="*/ 259070 h 3618626"/>
              <a:gd name="connsiteX6" fmla="*/ 810767 w 6217918"/>
              <a:gd name="connsiteY6" fmla="*/ 3036261 h 3618626"/>
              <a:gd name="connsiteX7" fmla="*/ 5401055 w 6217918"/>
              <a:gd name="connsiteY7" fmla="*/ 3036261 h 3618626"/>
              <a:gd name="connsiteX8" fmla="*/ 5401055 w 6217918"/>
              <a:gd name="connsiteY8" fmla="*/ 259070 h 3618626"/>
              <a:gd name="connsiteX9" fmla="*/ 810767 w 6217918"/>
              <a:gd name="connsiteY9" fmla="*/ 259070 h 361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17918" h="3618626">
                <a:moveTo>
                  <a:pt x="0" y="0"/>
                </a:moveTo>
                <a:lnTo>
                  <a:pt x="6217918" y="0"/>
                </a:lnTo>
                <a:lnTo>
                  <a:pt x="6217918" y="3618626"/>
                </a:lnTo>
                <a:lnTo>
                  <a:pt x="0" y="3618626"/>
                </a:lnTo>
                <a:lnTo>
                  <a:pt x="0" y="0"/>
                </a:lnTo>
                <a:close/>
                <a:moveTo>
                  <a:pt x="810767" y="259070"/>
                </a:moveTo>
                <a:lnTo>
                  <a:pt x="810767" y="3036261"/>
                </a:lnTo>
                <a:lnTo>
                  <a:pt x="5401055" y="3036261"/>
                </a:lnTo>
                <a:lnTo>
                  <a:pt x="5401055" y="259070"/>
                </a:lnTo>
                <a:lnTo>
                  <a:pt x="810767" y="259070"/>
                </a:lnTo>
                <a:close/>
              </a:path>
            </a:pathLst>
          </a:custGeom>
        </p:spPr>
      </p:pic>
      <p:grpSp>
        <p:nvGrpSpPr>
          <p:cNvPr id="46" name="Group 45">
            <a:extLst>
              <a:ext uri="{FF2B5EF4-FFF2-40B4-BE49-F238E27FC236}">
                <a16:creationId xmlns:a16="http://schemas.microsoft.com/office/drawing/2014/main" id="{A3A9B559-AC8A-4B7C-A91D-E0F7678050B0}"/>
              </a:ext>
            </a:extLst>
          </p:cNvPr>
          <p:cNvGrpSpPr/>
          <p:nvPr/>
        </p:nvGrpSpPr>
        <p:grpSpPr>
          <a:xfrm>
            <a:off x="699754" y="5218165"/>
            <a:ext cx="3406175" cy="1107996"/>
            <a:chOff x="785709" y="5621864"/>
            <a:chExt cx="3406175" cy="1107996"/>
          </a:xfrm>
        </p:grpSpPr>
        <p:sp>
          <p:nvSpPr>
            <p:cNvPr id="63" name="TextBox 62">
              <a:extLst>
                <a:ext uri="{FF2B5EF4-FFF2-40B4-BE49-F238E27FC236}">
                  <a16:creationId xmlns:a16="http://schemas.microsoft.com/office/drawing/2014/main" id="{B689AC35-AF76-46C2-AAF1-1C309FACC2C9}"/>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1">
                      <a:alpha val="88000"/>
                    </a:schemeClr>
                  </a:solidFill>
                </a:rPr>
                <a:t>01</a:t>
              </a:r>
              <a:endParaRPr lang="ar-LY" sz="6600" dirty="0">
                <a:solidFill>
                  <a:schemeClr val="accent1">
                    <a:alpha val="88000"/>
                  </a:schemeClr>
                </a:solidFill>
              </a:endParaRPr>
            </a:p>
          </p:txBody>
        </p:sp>
        <p:grpSp>
          <p:nvGrpSpPr>
            <p:cNvPr id="45" name="Group 44">
              <a:extLst>
                <a:ext uri="{FF2B5EF4-FFF2-40B4-BE49-F238E27FC236}">
                  <a16:creationId xmlns:a16="http://schemas.microsoft.com/office/drawing/2014/main" id="{A54D7476-AAD8-4DA4-BFBF-076A3516ECB3}"/>
                </a:ext>
              </a:extLst>
            </p:cNvPr>
            <p:cNvGrpSpPr/>
            <p:nvPr/>
          </p:nvGrpSpPr>
          <p:grpSpPr>
            <a:xfrm>
              <a:off x="2245362" y="5770830"/>
              <a:ext cx="1946522" cy="902396"/>
              <a:chOff x="2245362" y="5884613"/>
              <a:chExt cx="1946522" cy="902396"/>
            </a:xfrm>
          </p:grpSpPr>
          <p:sp>
            <p:nvSpPr>
              <p:cNvPr id="64" name="TextBox 63">
                <a:extLst>
                  <a:ext uri="{FF2B5EF4-FFF2-40B4-BE49-F238E27FC236}">
                    <a16:creationId xmlns:a16="http://schemas.microsoft.com/office/drawing/2014/main" id="{AC30A684-4120-4B77-B255-925341D4D896}"/>
                  </a:ext>
                </a:extLst>
              </p:cNvPr>
              <p:cNvSpPr txBox="1"/>
              <p:nvPr/>
            </p:nvSpPr>
            <p:spPr>
              <a:xfrm>
                <a:off x="2245362" y="6186845"/>
                <a:ext cx="1946522" cy="600164"/>
              </a:xfrm>
              <a:prstGeom prst="rect">
                <a:avLst/>
              </a:prstGeom>
              <a:noFill/>
            </p:spPr>
            <p:txBody>
              <a:bodyPr wrap="square" rtlCol="1">
                <a:spAutoFit/>
              </a:bodyPr>
              <a:lstStyle/>
              <a:p>
                <a:r>
                  <a:rPr lang="en-US" sz="1100" dirty="0">
                    <a:solidFill>
                      <a:schemeClr val="bg1"/>
                    </a:solidFill>
                    <a:latin typeface="Cantarell" panose="02000603000000000000" pitchFamily="2" charset="0"/>
                  </a:rPr>
                  <a:t>Integrated with essential equipment and control systems</a:t>
                </a:r>
                <a:endParaRPr lang="ar-LY" sz="1100" dirty="0">
                  <a:solidFill>
                    <a:schemeClr val="bg1"/>
                  </a:solidFill>
                  <a:latin typeface="Cantarell bold" panose="02000803000000000000" pitchFamily="2" charset="0"/>
                </a:endParaRPr>
              </a:p>
            </p:txBody>
          </p:sp>
          <p:sp>
            <p:nvSpPr>
              <p:cNvPr id="65" name="TextBox 64">
                <a:extLst>
                  <a:ext uri="{FF2B5EF4-FFF2-40B4-BE49-F238E27FC236}">
                    <a16:creationId xmlns:a16="http://schemas.microsoft.com/office/drawing/2014/main" id="{3F733AF1-878E-417C-88E3-AAB2BFA38B1F}"/>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Connected</a:t>
                </a:r>
              </a:p>
            </p:txBody>
          </p:sp>
        </p:grpSp>
      </p:grpSp>
      <p:grpSp>
        <p:nvGrpSpPr>
          <p:cNvPr id="67" name="Group 66">
            <a:extLst>
              <a:ext uri="{FF2B5EF4-FFF2-40B4-BE49-F238E27FC236}">
                <a16:creationId xmlns:a16="http://schemas.microsoft.com/office/drawing/2014/main" id="{6220EA56-16BF-4049-85FA-D7583AD17405}"/>
              </a:ext>
            </a:extLst>
          </p:cNvPr>
          <p:cNvGrpSpPr/>
          <p:nvPr/>
        </p:nvGrpSpPr>
        <p:grpSpPr>
          <a:xfrm>
            <a:off x="4392914" y="5218165"/>
            <a:ext cx="3406175" cy="1107996"/>
            <a:chOff x="785709" y="5621864"/>
            <a:chExt cx="3406175" cy="1107996"/>
          </a:xfrm>
        </p:grpSpPr>
        <p:sp>
          <p:nvSpPr>
            <p:cNvPr id="68" name="TextBox 67">
              <a:extLst>
                <a:ext uri="{FF2B5EF4-FFF2-40B4-BE49-F238E27FC236}">
                  <a16:creationId xmlns:a16="http://schemas.microsoft.com/office/drawing/2014/main" id="{7451B2B2-09D9-4603-8AA8-655A661512D6}"/>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2">
                      <a:alpha val="88000"/>
                    </a:schemeClr>
                  </a:solidFill>
                </a:rPr>
                <a:t>02</a:t>
              </a:r>
              <a:endParaRPr lang="ar-LY" sz="6600" dirty="0">
                <a:solidFill>
                  <a:schemeClr val="accent2">
                    <a:alpha val="88000"/>
                  </a:schemeClr>
                </a:solidFill>
              </a:endParaRPr>
            </a:p>
          </p:txBody>
        </p:sp>
        <p:grpSp>
          <p:nvGrpSpPr>
            <p:cNvPr id="69" name="Group 68">
              <a:extLst>
                <a:ext uri="{FF2B5EF4-FFF2-40B4-BE49-F238E27FC236}">
                  <a16:creationId xmlns:a16="http://schemas.microsoft.com/office/drawing/2014/main" id="{62E8A053-DA03-4F6C-8902-9EF6BCE4B2A2}"/>
                </a:ext>
              </a:extLst>
            </p:cNvPr>
            <p:cNvGrpSpPr/>
            <p:nvPr/>
          </p:nvGrpSpPr>
          <p:grpSpPr>
            <a:xfrm>
              <a:off x="2245362" y="5770830"/>
              <a:ext cx="1946522" cy="733119"/>
              <a:chOff x="2245362" y="5884613"/>
              <a:chExt cx="1946522" cy="733119"/>
            </a:xfrm>
          </p:grpSpPr>
          <p:sp>
            <p:nvSpPr>
              <p:cNvPr id="70" name="TextBox 69">
                <a:extLst>
                  <a:ext uri="{FF2B5EF4-FFF2-40B4-BE49-F238E27FC236}">
                    <a16:creationId xmlns:a16="http://schemas.microsoft.com/office/drawing/2014/main" id="{3D6291DF-2C2A-4C4E-8869-E6A652CB54C1}"/>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cs typeface="Poppins Black" panose="00000A00000000000000" pitchFamily="2" charset="0"/>
                  </a:rPr>
                  <a:t>Important data in one easy-to-access place</a:t>
                </a:r>
                <a:endParaRPr lang="ar-LY" sz="1100" dirty="0">
                  <a:solidFill>
                    <a:schemeClr val="bg1"/>
                  </a:solidFill>
                  <a:latin typeface="Cantarell bold" panose="02000803000000000000" pitchFamily="2" charset="0"/>
                </a:endParaRPr>
              </a:p>
            </p:txBody>
          </p:sp>
          <p:sp>
            <p:nvSpPr>
              <p:cNvPr id="71" name="TextBox 70">
                <a:extLst>
                  <a:ext uri="{FF2B5EF4-FFF2-40B4-BE49-F238E27FC236}">
                    <a16:creationId xmlns:a16="http://schemas.microsoft.com/office/drawing/2014/main" id="{4160D073-BD79-4D1D-90DA-273DFEDED3CB}"/>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Centralized</a:t>
                </a:r>
              </a:p>
            </p:txBody>
          </p:sp>
        </p:grpSp>
      </p:grpSp>
      <p:grpSp>
        <p:nvGrpSpPr>
          <p:cNvPr id="72" name="Group 71">
            <a:extLst>
              <a:ext uri="{FF2B5EF4-FFF2-40B4-BE49-F238E27FC236}">
                <a16:creationId xmlns:a16="http://schemas.microsoft.com/office/drawing/2014/main" id="{26D63B00-289C-4CD5-89D9-B020C1E8227F}"/>
              </a:ext>
            </a:extLst>
          </p:cNvPr>
          <p:cNvGrpSpPr/>
          <p:nvPr/>
        </p:nvGrpSpPr>
        <p:grpSpPr>
          <a:xfrm>
            <a:off x="8086074" y="5218165"/>
            <a:ext cx="3406175" cy="1107996"/>
            <a:chOff x="785709" y="5621864"/>
            <a:chExt cx="3406175" cy="1107996"/>
          </a:xfrm>
        </p:grpSpPr>
        <p:sp>
          <p:nvSpPr>
            <p:cNvPr id="73" name="TextBox 72">
              <a:extLst>
                <a:ext uri="{FF2B5EF4-FFF2-40B4-BE49-F238E27FC236}">
                  <a16:creationId xmlns:a16="http://schemas.microsoft.com/office/drawing/2014/main" id="{4B89FE6A-AC5A-4511-9DC3-B9D03D4531AA}"/>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3">
                      <a:alpha val="88000"/>
                    </a:schemeClr>
                  </a:solidFill>
                </a:rPr>
                <a:t>03</a:t>
              </a:r>
              <a:endParaRPr lang="ar-LY" sz="6600" dirty="0">
                <a:solidFill>
                  <a:schemeClr val="accent3">
                    <a:alpha val="88000"/>
                  </a:schemeClr>
                </a:solidFill>
              </a:endParaRPr>
            </a:p>
          </p:txBody>
        </p:sp>
        <p:grpSp>
          <p:nvGrpSpPr>
            <p:cNvPr id="74" name="Group 73">
              <a:extLst>
                <a:ext uri="{FF2B5EF4-FFF2-40B4-BE49-F238E27FC236}">
                  <a16:creationId xmlns:a16="http://schemas.microsoft.com/office/drawing/2014/main" id="{44379DEB-F594-47FB-9C50-FF7116C8BF5F}"/>
                </a:ext>
              </a:extLst>
            </p:cNvPr>
            <p:cNvGrpSpPr/>
            <p:nvPr/>
          </p:nvGrpSpPr>
          <p:grpSpPr>
            <a:xfrm>
              <a:off x="2245362" y="5770830"/>
              <a:ext cx="1946522" cy="733119"/>
              <a:chOff x="2245362" y="5884613"/>
              <a:chExt cx="1946522" cy="733119"/>
            </a:xfrm>
          </p:grpSpPr>
          <p:sp>
            <p:nvSpPr>
              <p:cNvPr id="75" name="TextBox 74">
                <a:extLst>
                  <a:ext uri="{FF2B5EF4-FFF2-40B4-BE49-F238E27FC236}">
                    <a16:creationId xmlns:a16="http://schemas.microsoft.com/office/drawing/2014/main" id="{0DE4CA8B-7749-485A-BEE0-22E0E6D771E0}"/>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rPr>
                  <a:t>Machine Learning-enabled optimization models</a:t>
                </a:r>
                <a:endParaRPr lang="ar-LY" sz="1100" dirty="0">
                  <a:solidFill>
                    <a:schemeClr val="bg1"/>
                  </a:solidFill>
                  <a:latin typeface="Cantarell bold" panose="02000803000000000000" pitchFamily="2" charset="0"/>
                </a:endParaRPr>
              </a:p>
            </p:txBody>
          </p:sp>
          <p:sp>
            <p:nvSpPr>
              <p:cNvPr id="76" name="TextBox 75">
                <a:extLst>
                  <a:ext uri="{FF2B5EF4-FFF2-40B4-BE49-F238E27FC236}">
                    <a16:creationId xmlns:a16="http://schemas.microsoft.com/office/drawing/2014/main" id="{C36AFE49-2D3D-4BB5-889A-25AD6052FF38}"/>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Automated</a:t>
                </a:r>
              </a:p>
            </p:txBody>
          </p:sp>
        </p:grpSp>
      </p:grpSp>
      <p:cxnSp>
        <p:nvCxnSpPr>
          <p:cNvPr id="77" name="Straight Connector 76">
            <a:extLst>
              <a:ext uri="{FF2B5EF4-FFF2-40B4-BE49-F238E27FC236}">
                <a16:creationId xmlns:a16="http://schemas.microsoft.com/office/drawing/2014/main" id="{B7D1EC07-2D4C-4801-BE71-1440CE669CFD}"/>
              </a:ext>
            </a:extLst>
          </p:cNvPr>
          <p:cNvCxnSpPr>
            <a:cxnSpLocks/>
          </p:cNvCxnSpPr>
          <p:nvPr/>
        </p:nvCxnSpPr>
        <p:spPr>
          <a:xfrm flipV="1">
            <a:off x="4249420"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2F0BBBE-50A4-45C2-A9C8-1F605C379C37}"/>
              </a:ext>
            </a:extLst>
          </p:cNvPr>
          <p:cNvCxnSpPr>
            <a:cxnSpLocks/>
          </p:cNvCxnSpPr>
          <p:nvPr/>
        </p:nvCxnSpPr>
        <p:spPr>
          <a:xfrm flipV="1">
            <a:off x="7942581"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40B5048-FF8E-6A47-A1FA-144FCF86A749}"/>
              </a:ext>
            </a:extLst>
          </p:cNvPr>
          <p:cNvSpPr>
            <a:spLocks noGrp="1"/>
          </p:cNvSpPr>
          <p:nvPr>
            <p:ph type="sldNum" sz="quarter" idx="4"/>
          </p:nvPr>
        </p:nvSpPr>
        <p:spPr>
          <a:xfrm>
            <a:off x="8610600" y="6356351"/>
            <a:ext cx="2743200" cy="365125"/>
          </a:xfrm>
        </p:spPr>
        <p:txBody>
          <a:bodyPr/>
          <a:lstStyle/>
          <a:p>
            <a:fld id="{E977B4EF-27B9-4B65-8823-058A934F584F}" type="slidenum">
              <a:rPr lang="ar-LY" smtClean="0"/>
              <a:t>4</a:t>
            </a:fld>
            <a:endParaRPr lang="ar-LY"/>
          </a:p>
        </p:txBody>
      </p:sp>
      <p:pic>
        <p:nvPicPr>
          <p:cNvPr id="7" name="Picture Placeholder 6" descr="Graphical user interface, application&#10;&#10;Description automatically generated">
            <a:extLst>
              <a:ext uri="{FF2B5EF4-FFF2-40B4-BE49-F238E27FC236}">
                <a16:creationId xmlns:a16="http://schemas.microsoft.com/office/drawing/2014/main" id="{3C36FFD3-D6B4-7C4C-8F57-D361D029FEA9}"/>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l="509" t="-4912" r="1766"/>
          <a:stretch/>
        </p:blipFill>
        <p:spPr>
          <a:xfrm>
            <a:off x="1455421" y="872151"/>
            <a:ext cx="5534315" cy="3724487"/>
          </a:xfrm>
        </p:spPr>
      </p:pic>
    </p:spTree>
    <p:extLst>
      <p:ext uri="{BB962C8B-B14F-4D97-AF65-F5344CB8AC3E}">
        <p14:creationId xmlns:p14="http://schemas.microsoft.com/office/powerpoint/2010/main" val="119853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6D46A63-4E94-4AE9-9D95-AD4304F2FC10}"/>
              </a:ext>
            </a:extLst>
          </p:cNvPr>
          <p:cNvSpPr/>
          <p:nvPr/>
        </p:nvSpPr>
        <p:spPr>
          <a:xfrm>
            <a:off x="230982" y="364010"/>
            <a:ext cx="11730039" cy="4457700"/>
          </a:xfrm>
          <a:prstGeom prst="roundRect">
            <a:avLst>
              <a:gd name="adj" fmla="val 3782"/>
            </a:avLst>
          </a:prstGeom>
          <a:gradFill flip="none" rotWithShape="1">
            <a:gsLst>
              <a:gs pos="0">
                <a:schemeClr val="accent1">
                  <a:alpha val="70000"/>
                </a:schemeClr>
              </a:gs>
              <a:gs pos="100000">
                <a:schemeClr val="accent4">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nvGrpSpPr>
          <p:cNvPr id="27" name="Group 26">
            <a:extLst>
              <a:ext uri="{FF2B5EF4-FFF2-40B4-BE49-F238E27FC236}">
                <a16:creationId xmlns:a16="http://schemas.microsoft.com/office/drawing/2014/main" id="{11222F9B-7526-42EA-B115-B2ACC83773A1}"/>
              </a:ext>
            </a:extLst>
          </p:cNvPr>
          <p:cNvGrpSpPr/>
          <p:nvPr/>
        </p:nvGrpSpPr>
        <p:grpSpPr>
          <a:xfrm>
            <a:off x="7591721" y="1874408"/>
            <a:ext cx="4153407" cy="2095173"/>
            <a:chOff x="700948" y="1573522"/>
            <a:chExt cx="5074819" cy="2095172"/>
          </a:xfrm>
        </p:grpSpPr>
        <p:sp>
          <p:nvSpPr>
            <p:cNvPr id="32" name="TextBox 31">
              <a:extLst>
                <a:ext uri="{FF2B5EF4-FFF2-40B4-BE49-F238E27FC236}">
                  <a16:creationId xmlns:a16="http://schemas.microsoft.com/office/drawing/2014/main" id="{D459B1F3-1225-49D5-8231-1313FEBB7008}"/>
                </a:ext>
              </a:extLst>
            </p:cNvPr>
            <p:cNvSpPr txBox="1"/>
            <p:nvPr/>
          </p:nvSpPr>
          <p:spPr>
            <a:xfrm>
              <a:off x="700948" y="1573522"/>
              <a:ext cx="5074819" cy="584775"/>
            </a:xfrm>
            <a:prstGeom prst="rect">
              <a:avLst/>
            </a:prstGeom>
            <a:noFill/>
          </p:spPr>
          <p:txBody>
            <a:bodyPr wrap="square" rtlCol="1">
              <a:spAutoFit/>
            </a:bodyPr>
            <a:lstStyle/>
            <a:p>
              <a:r>
                <a:rPr lang="en-US" sz="3200" b="1" dirty="0">
                  <a:solidFill>
                    <a:schemeClr val="bg1"/>
                  </a:solidFill>
                  <a:latin typeface="Cantarell" panose="02000603000000000000" pitchFamily="2" charset="0"/>
                  <a:cs typeface="Poppins Black" panose="00000A00000000000000" pitchFamily="2" charset="0"/>
                </a:rPr>
                <a:t>Ambient Platform</a:t>
              </a:r>
              <a:endParaRPr lang="ar-LY" sz="3200" b="1" dirty="0">
                <a:solidFill>
                  <a:schemeClr val="bg1"/>
                </a:solidFill>
                <a:latin typeface="Cantarell bold" panose="02000803000000000000" pitchFamily="2" charset="0"/>
              </a:endParaRPr>
            </a:p>
          </p:txBody>
        </p:sp>
        <p:sp>
          <p:nvSpPr>
            <p:cNvPr id="33" name="TextBox 32">
              <a:extLst>
                <a:ext uri="{FF2B5EF4-FFF2-40B4-BE49-F238E27FC236}">
                  <a16:creationId xmlns:a16="http://schemas.microsoft.com/office/drawing/2014/main" id="{5979E82E-E95E-4116-B566-4CD31FFF63B4}"/>
                </a:ext>
              </a:extLst>
            </p:cNvPr>
            <p:cNvSpPr txBox="1"/>
            <p:nvPr/>
          </p:nvSpPr>
          <p:spPr>
            <a:xfrm>
              <a:off x="700949" y="2678883"/>
              <a:ext cx="4765840" cy="989811"/>
            </a:xfrm>
            <a:prstGeom prst="rect">
              <a:avLst/>
            </a:prstGeom>
            <a:noFill/>
          </p:spPr>
          <p:txBody>
            <a:bodyPr wrap="square" rtlCol="1">
              <a:spAutoFit/>
            </a:bodyPr>
            <a:lstStyle/>
            <a:p>
              <a:r>
                <a:rPr lang="en-US" sz="1400" dirty="0">
                  <a:solidFill>
                    <a:schemeClr val="bg1"/>
                  </a:solidFill>
                  <a:latin typeface="Cantarell" panose="02000603000000000000" pitchFamily="2" charset="0"/>
                  <a:cs typeface="Poppins Black" panose="00000A00000000000000" pitchFamily="2" charset="0"/>
                </a:rPr>
                <a:t>Comprehensive climate management solution that combines state-of-the-art hardware and web technologies to deliver real-time insights to the farm operator.</a:t>
              </a:r>
              <a:endParaRPr lang="ar-LY" sz="1400" dirty="0">
                <a:solidFill>
                  <a:schemeClr val="bg1"/>
                </a:solidFill>
                <a:latin typeface="Cantarell bold" panose="02000803000000000000" pitchFamily="2" charset="0"/>
              </a:endParaRPr>
            </a:p>
          </p:txBody>
        </p:sp>
      </p:grpSp>
      <p:pic>
        <p:nvPicPr>
          <p:cNvPr id="59" name="Picture 58">
            <a:extLst>
              <a:ext uri="{FF2B5EF4-FFF2-40B4-BE49-F238E27FC236}">
                <a16:creationId xmlns:a16="http://schemas.microsoft.com/office/drawing/2014/main" id="{44557717-AA78-481E-897A-EBD811D4435D}"/>
              </a:ext>
            </a:extLst>
          </p:cNvPr>
          <p:cNvPicPr>
            <a:picLocks noChangeAspect="1"/>
          </p:cNvPicPr>
          <p:nvPr/>
        </p:nvPicPr>
        <p:blipFill>
          <a:blip r:embed="rId5"/>
          <a:srcRect/>
          <a:stretch>
            <a:fillRect/>
          </a:stretch>
        </p:blipFill>
        <p:spPr>
          <a:xfrm>
            <a:off x="615200" y="872151"/>
            <a:ext cx="7192413" cy="4136803"/>
          </a:xfrm>
          <a:custGeom>
            <a:avLst/>
            <a:gdLst>
              <a:gd name="connsiteX0" fmla="*/ 0 w 6217918"/>
              <a:gd name="connsiteY0" fmla="*/ 0 h 3618626"/>
              <a:gd name="connsiteX1" fmla="*/ 6217918 w 6217918"/>
              <a:gd name="connsiteY1" fmla="*/ 0 h 3618626"/>
              <a:gd name="connsiteX2" fmla="*/ 6217918 w 6217918"/>
              <a:gd name="connsiteY2" fmla="*/ 3618626 h 3618626"/>
              <a:gd name="connsiteX3" fmla="*/ 0 w 6217918"/>
              <a:gd name="connsiteY3" fmla="*/ 3618626 h 3618626"/>
              <a:gd name="connsiteX4" fmla="*/ 0 w 6217918"/>
              <a:gd name="connsiteY4" fmla="*/ 0 h 3618626"/>
              <a:gd name="connsiteX5" fmla="*/ 810767 w 6217918"/>
              <a:gd name="connsiteY5" fmla="*/ 259070 h 3618626"/>
              <a:gd name="connsiteX6" fmla="*/ 810767 w 6217918"/>
              <a:gd name="connsiteY6" fmla="*/ 3036261 h 3618626"/>
              <a:gd name="connsiteX7" fmla="*/ 5401055 w 6217918"/>
              <a:gd name="connsiteY7" fmla="*/ 3036261 h 3618626"/>
              <a:gd name="connsiteX8" fmla="*/ 5401055 w 6217918"/>
              <a:gd name="connsiteY8" fmla="*/ 259070 h 3618626"/>
              <a:gd name="connsiteX9" fmla="*/ 810767 w 6217918"/>
              <a:gd name="connsiteY9" fmla="*/ 259070 h 361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17918" h="3618626">
                <a:moveTo>
                  <a:pt x="0" y="0"/>
                </a:moveTo>
                <a:lnTo>
                  <a:pt x="6217918" y="0"/>
                </a:lnTo>
                <a:lnTo>
                  <a:pt x="6217918" y="3618626"/>
                </a:lnTo>
                <a:lnTo>
                  <a:pt x="0" y="3618626"/>
                </a:lnTo>
                <a:lnTo>
                  <a:pt x="0" y="0"/>
                </a:lnTo>
                <a:close/>
                <a:moveTo>
                  <a:pt x="810767" y="259070"/>
                </a:moveTo>
                <a:lnTo>
                  <a:pt x="810767" y="3036261"/>
                </a:lnTo>
                <a:lnTo>
                  <a:pt x="5401055" y="3036261"/>
                </a:lnTo>
                <a:lnTo>
                  <a:pt x="5401055" y="259070"/>
                </a:lnTo>
                <a:lnTo>
                  <a:pt x="810767" y="259070"/>
                </a:lnTo>
                <a:close/>
              </a:path>
            </a:pathLst>
          </a:custGeom>
        </p:spPr>
      </p:pic>
      <p:grpSp>
        <p:nvGrpSpPr>
          <p:cNvPr id="46" name="Group 45">
            <a:extLst>
              <a:ext uri="{FF2B5EF4-FFF2-40B4-BE49-F238E27FC236}">
                <a16:creationId xmlns:a16="http://schemas.microsoft.com/office/drawing/2014/main" id="{A3A9B559-AC8A-4B7C-A91D-E0F7678050B0}"/>
              </a:ext>
            </a:extLst>
          </p:cNvPr>
          <p:cNvGrpSpPr/>
          <p:nvPr/>
        </p:nvGrpSpPr>
        <p:grpSpPr>
          <a:xfrm>
            <a:off x="699754" y="5218165"/>
            <a:ext cx="3406175" cy="1107996"/>
            <a:chOff x="785709" y="5621864"/>
            <a:chExt cx="3406175" cy="1107996"/>
          </a:xfrm>
        </p:grpSpPr>
        <p:sp>
          <p:nvSpPr>
            <p:cNvPr id="63" name="TextBox 62">
              <a:extLst>
                <a:ext uri="{FF2B5EF4-FFF2-40B4-BE49-F238E27FC236}">
                  <a16:creationId xmlns:a16="http://schemas.microsoft.com/office/drawing/2014/main" id="{B689AC35-AF76-46C2-AAF1-1C309FACC2C9}"/>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1">
                      <a:alpha val="88000"/>
                    </a:schemeClr>
                  </a:solidFill>
                </a:rPr>
                <a:t>01</a:t>
              </a:r>
              <a:endParaRPr lang="ar-LY" sz="6600" dirty="0">
                <a:solidFill>
                  <a:schemeClr val="accent1">
                    <a:alpha val="88000"/>
                  </a:schemeClr>
                </a:solidFill>
              </a:endParaRPr>
            </a:p>
          </p:txBody>
        </p:sp>
        <p:grpSp>
          <p:nvGrpSpPr>
            <p:cNvPr id="45" name="Group 44">
              <a:extLst>
                <a:ext uri="{FF2B5EF4-FFF2-40B4-BE49-F238E27FC236}">
                  <a16:creationId xmlns:a16="http://schemas.microsoft.com/office/drawing/2014/main" id="{A54D7476-AAD8-4DA4-BFBF-076A3516ECB3}"/>
                </a:ext>
              </a:extLst>
            </p:cNvPr>
            <p:cNvGrpSpPr/>
            <p:nvPr/>
          </p:nvGrpSpPr>
          <p:grpSpPr>
            <a:xfrm>
              <a:off x="2245362" y="5770830"/>
              <a:ext cx="1946522" cy="902396"/>
              <a:chOff x="2245362" y="5884613"/>
              <a:chExt cx="1946522" cy="902396"/>
            </a:xfrm>
          </p:grpSpPr>
          <p:sp>
            <p:nvSpPr>
              <p:cNvPr id="64" name="TextBox 63">
                <a:extLst>
                  <a:ext uri="{FF2B5EF4-FFF2-40B4-BE49-F238E27FC236}">
                    <a16:creationId xmlns:a16="http://schemas.microsoft.com/office/drawing/2014/main" id="{AC30A684-4120-4B77-B255-925341D4D896}"/>
                  </a:ext>
                </a:extLst>
              </p:cNvPr>
              <p:cNvSpPr txBox="1"/>
              <p:nvPr/>
            </p:nvSpPr>
            <p:spPr>
              <a:xfrm>
                <a:off x="2245362" y="6186845"/>
                <a:ext cx="1946522" cy="600164"/>
              </a:xfrm>
              <a:prstGeom prst="rect">
                <a:avLst/>
              </a:prstGeom>
              <a:noFill/>
            </p:spPr>
            <p:txBody>
              <a:bodyPr wrap="square" rtlCol="1">
                <a:spAutoFit/>
              </a:bodyPr>
              <a:lstStyle/>
              <a:p>
                <a:r>
                  <a:rPr lang="en-US" sz="1100" dirty="0">
                    <a:solidFill>
                      <a:schemeClr val="bg1"/>
                    </a:solidFill>
                    <a:latin typeface="Cantarell" panose="02000603000000000000" pitchFamily="2" charset="0"/>
                  </a:rPr>
                  <a:t>Integrated with essential equipment and control systems</a:t>
                </a:r>
                <a:endParaRPr lang="ar-LY" sz="1100" dirty="0">
                  <a:solidFill>
                    <a:schemeClr val="bg1"/>
                  </a:solidFill>
                  <a:latin typeface="Cantarell bold" panose="02000803000000000000" pitchFamily="2" charset="0"/>
                </a:endParaRPr>
              </a:p>
            </p:txBody>
          </p:sp>
          <p:sp>
            <p:nvSpPr>
              <p:cNvPr id="65" name="TextBox 64">
                <a:extLst>
                  <a:ext uri="{FF2B5EF4-FFF2-40B4-BE49-F238E27FC236}">
                    <a16:creationId xmlns:a16="http://schemas.microsoft.com/office/drawing/2014/main" id="{3F733AF1-878E-417C-88E3-AAB2BFA38B1F}"/>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Connected</a:t>
                </a:r>
              </a:p>
            </p:txBody>
          </p:sp>
        </p:grpSp>
      </p:grpSp>
      <p:grpSp>
        <p:nvGrpSpPr>
          <p:cNvPr id="67" name="Group 66">
            <a:extLst>
              <a:ext uri="{FF2B5EF4-FFF2-40B4-BE49-F238E27FC236}">
                <a16:creationId xmlns:a16="http://schemas.microsoft.com/office/drawing/2014/main" id="{6220EA56-16BF-4049-85FA-D7583AD17405}"/>
              </a:ext>
            </a:extLst>
          </p:cNvPr>
          <p:cNvGrpSpPr/>
          <p:nvPr/>
        </p:nvGrpSpPr>
        <p:grpSpPr>
          <a:xfrm>
            <a:off x="4392914" y="5218165"/>
            <a:ext cx="3406175" cy="1107996"/>
            <a:chOff x="785709" y="5621864"/>
            <a:chExt cx="3406175" cy="1107996"/>
          </a:xfrm>
        </p:grpSpPr>
        <p:sp>
          <p:nvSpPr>
            <p:cNvPr id="68" name="TextBox 67">
              <a:extLst>
                <a:ext uri="{FF2B5EF4-FFF2-40B4-BE49-F238E27FC236}">
                  <a16:creationId xmlns:a16="http://schemas.microsoft.com/office/drawing/2014/main" id="{7451B2B2-09D9-4603-8AA8-655A661512D6}"/>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2">
                      <a:alpha val="88000"/>
                    </a:schemeClr>
                  </a:solidFill>
                </a:rPr>
                <a:t>02</a:t>
              </a:r>
              <a:endParaRPr lang="ar-LY" sz="6600" dirty="0">
                <a:solidFill>
                  <a:schemeClr val="accent2">
                    <a:alpha val="88000"/>
                  </a:schemeClr>
                </a:solidFill>
              </a:endParaRPr>
            </a:p>
          </p:txBody>
        </p:sp>
        <p:grpSp>
          <p:nvGrpSpPr>
            <p:cNvPr id="69" name="Group 68">
              <a:extLst>
                <a:ext uri="{FF2B5EF4-FFF2-40B4-BE49-F238E27FC236}">
                  <a16:creationId xmlns:a16="http://schemas.microsoft.com/office/drawing/2014/main" id="{62E8A053-DA03-4F6C-8902-9EF6BCE4B2A2}"/>
                </a:ext>
              </a:extLst>
            </p:cNvPr>
            <p:cNvGrpSpPr/>
            <p:nvPr/>
          </p:nvGrpSpPr>
          <p:grpSpPr>
            <a:xfrm>
              <a:off x="2245362" y="5770830"/>
              <a:ext cx="1946522" cy="733119"/>
              <a:chOff x="2245362" y="5884613"/>
              <a:chExt cx="1946522" cy="733119"/>
            </a:xfrm>
          </p:grpSpPr>
          <p:sp>
            <p:nvSpPr>
              <p:cNvPr id="70" name="TextBox 69">
                <a:extLst>
                  <a:ext uri="{FF2B5EF4-FFF2-40B4-BE49-F238E27FC236}">
                    <a16:creationId xmlns:a16="http://schemas.microsoft.com/office/drawing/2014/main" id="{3D6291DF-2C2A-4C4E-8869-E6A652CB54C1}"/>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cs typeface="Poppins Black" panose="00000A00000000000000" pitchFamily="2" charset="0"/>
                  </a:rPr>
                  <a:t>Important data in one easy-to-access place</a:t>
                </a:r>
                <a:endParaRPr lang="ar-LY" sz="1100" dirty="0">
                  <a:solidFill>
                    <a:schemeClr val="bg1"/>
                  </a:solidFill>
                  <a:latin typeface="Cantarell bold" panose="02000803000000000000" pitchFamily="2" charset="0"/>
                </a:endParaRPr>
              </a:p>
            </p:txBody>
          </p:sp>
          <p:sp>
            <p:nvSpPr>
              <p:cNvPr id="71" name="TextBox 70">
                <a:extLst>
                  <a:ext uri="{FF2B5EF4-FFF2-40B4-BE49-F238E27FC236}">
                    <a16:creationId xmlns:a16="http://schemas.microsoft.com/office/drawing/2014/main" id="{4160D073-BD79-4D1D-90DA-273DFEDED3CB}"/>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Centralized</a:t>
                </a:r>
              </a:p>
            </p:txBody>
          </p:sp>
        </p:grpSp>
      </p:grpSp>
      <p:grpSp>
        <p:nvGrpSpPr>
          <p:cNvPr id="72" name="Group 71">
            <a:extLst>
              <a:ext uri="{FF2B5EF4-FFF2-40B4-BE49-F238E27FC236}">
                <a16:creationId xmlns:a16="http://schemas.microsoft.com/office/drawing/2014/main" id="{26D63B00-289C-4CD5-89D9-B020C1E8227F}"/>
              </a:ext>
            </a:extLst>
          </p:cNvPr>
          <p:cNvGrpSpPr/>
          <p:nvPr/>
        </p:nvGrpSpPr>
        <p:grpSpPr>
          <a:xfrm>
            <a:off x="8086074" y="5218165"/>
            <a:ext cx="3406175" cy="1107996"/>
            <a:chOff x="785709" y="5621864"/>
            <a:chExt cx="3406175" cy="1107996"/>
          </a:xfrm>
        </p:grpSpPr>
        <p:sp>
          <p:nvSpPr>
            <p:cNvPr id="73" name="TextBox 72">
              <a:extLst>
                <a:ext uri="{FF2B5EF4-FFF2-40B4-BE49-F238E27FC236}">
                  <a16:creationId xmlns:a16="http://schemas.microsoft.com/office/drawing/2014/main" id="{4B89FE6A-AC5A-4511-9DC3-B9D03D4531AA}"/>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3">
                      <a:alpha val="88000"/>
                    </a:schemeClr>
                  </a:solidFill>
                </a:rPr>
                <a:t>03</a:t>
              </a:r>
              <a:endParaRPr lang="ar-LY" sz="6600" dirty="0">
                <a:solidFill>
                  <a:schemeClr val="accent3">
                    <a:alpha val="88000"/>
                  </a:schemeClr>
                </a:solidFill>
              </a:endParaRPr>
            </a:p>
          </p:txBody>
        </p:sp>
        <p:grpSp>
          <p:nvGrpSpPr>
            <p:cNvPr id="74" name="Group 73">
              <a:extLst>
                <a:ext uri="{FF2B5EF4-FFF2-40B4-BE49-F238E27FC236}">
                  <a16:creationId xmlns:a16="http://schemas.microsoft.com/office/drawing/2014/main" id="{44379DEB-F594-47FB-9C50-FF7116C8BF5F}"/>
                </a:ext>
              </a:extLst>
            </p:cNvPr>
            <p:cNvGrpSpPr/>
            <p:nvPr/>
          </p:nvGrpSpPr>
          <p:grpSpPr>
            <a:xfrm>
              <a:off x="2245362" y="5770830"/>
              <a:ext cx="1946522" cy="733119"/>
              <a:chOff x="2245362" y="5884613"/>
              <a:chExt cx="1946522" cy="733119"/>
            </a:xfrm>
          </p:grpSpPr>
          <p:sp>
            <p:nvSpPr>
              <p:cNvPr id="75" name="TextBox 74">
                <a:extLst>
                  <a:ext uri="{FF2B5EF4-FFF2-40B4-BE49-F238E27FC236}">
                    <a16:creationId xmlns:a16="http://schemas.microsoft.com/office/drawing/2014/main" id="{0DE4CA8B-7749-485A-BEE0-22E0E6D771E0}"/>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rPr>
                  <a:t>Machine Learning-enabled optimization models</a:t>
                </a:r>
                <a:endParaRPr lang="ar-LY" sz="1100" dirty="0">
                  <a:solidFill>
                    <a:schemeClr val="bg1"/>
                  </a:solidFill>
                  <a:latin typeface="Cantarell bold" panose="02000803000000000000" pitchFamily="2" charset="0"/>
                </a:endParaRPr>
              </a:p>
            </p:txBody>
          </p:sp>
          <p:sp>
            <p:nvSpPr>
              <p:cNvPr id="76" name="TextBox 75">
                <a:extLst>
                  <a:ext uri="{FF2B5EF4-FFF2-40B4-BE49-F238E27FC236}">
                    <a16:creationId xmlns:a16="http://schemas.microsoft.com/office/drawing/2014/main" id="{C36AFE49-2D3D-4BB5-889A-25AD6052FF38}"/>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Automated</a:t>
                </a:r>
              </a:p>
            </p:txBody>
          </p:sp>
        </p:grpSp>
      </p:grpSp>
      <p:cxnSp>
        <p:nvCxnSpPr>
          <p:cNvPr id="77" name="Straight Connector 76">
            <a:extLst>
              <a:ext uri="{FF2B5EF4-FFF2-40B4-BE49-F238E27FC236}">
                <a16:creationId xmlns:a16="http://schemas.microsoft.com/office/drawing/2014/main" id="{B7D1EC07-2D4C-4801-BE71-1440CE669CFD}"/>
              </a:ext>
            </a:extLst>
          </p:cNvPr>
          <p:cNvCxnSpPr>
            <a:cxnSpLocks/>
          </p:cNvCxnSpPr>
          <p:nvPr/>
        </p:nvCxnSpPr>
        <p:spPr>
          <a:xfrm flipV="1">
            <a:off x="4249420"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2F0BBBE-50A4-45C2-A9C8-1F605C379C37}"/>
              </a:ext>
            </a:extLst>
          </p:cNvPr>
          <p:cNvCxnSpPr>
            <a:cxnSpLocks/>
          </p:cNvCxnSpPr>
          <p:nvPr/>
        </p:nvCxnSpPr>
        <p:spPr>
          <a:xfrm flipV="1">
            <a:off x="7942581"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40B5048-FF8E-6A47-A1FA-144FCF86A749}"/>
              </a:ext>
            </a:extLst>
          </p:cNvPr>
          <p:cNvSpPr>
            <a:spLocks noGrp="1"/>
          </p:cNvSpPr>
          <p:nvPr>
            <p:ph type="sldNum" sz="quarter" idx="4"/>
          </p:nvPr>
        </p:nvSpPr>
        <p:spPr>
          <a:xfrm>
            <a:off x="8610600" y="6356351"/>
            <a:ext cx="2743200" cy="365125"/>
          </a:xfrm>
        </p:spPr>
        <p:txBody>
          <a:bodyPr/>
          <a:lstStyle/>
          <a:p>
            <a:fld id="{E977B4EF-27B9-4B65-8823-058A934F584F}" type="slidenum">
              <a:rPr lang="ar-LY" smtClean="0"/>
              <a:t>5</a:t>
            </a:fld>
            <a:endParaRPr lang="ar-LY"/>
          </a:p>
        </p:txBody>
      </p:sp>
      <p:sp>
        <p:nvSpPr>
          <p:cNvPr id="4" name="Picture Placeholder 3">
            <a:extLst>
              <a:ext uri="{FF2B5EF4-FFF2-40B4-BE49-F238E27FC236}">
                <a16:creationId xmlns:a16="http://schemas.microsoft.com/office/drawing/2014/main" id="{DE483628-E4CC-4B4B-85D9-6FEED2D97046}"/>
              </a:ext>
            </a:extLst>
          </p:cNvPr>
          <p:cNvSpPr>
            <a:spLocks noGrp="1"/>
          </p:cNvSpPr>
          <p:nvPr>
            <p:ph type="pic" sz="quarter" idx="14"/>
          </p:nvPr>
        </p:nvSpPr>
        <p:spPr/>
      </p:sp>
      <p:pic>
        <p:nvPicPr>
          <p:cNvPr id="5" name="Product Explainer.mov" descr="Product Explainer.mov">
            <a:hlinkClick r:id="" action="ppaction://media"/>
            <a:extLst>
              <a:ext uri="{FF2B5EF4-FFF2-40B4-BE49-F238E27FC236}">
                <a16:creationId xmlns:a16="http://schemas.microsoft.com/office/drawing/2014/main" id="{B6249620-FF0E-DD4C-89CF-E991C739BBD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364053" y="1046528"/>
            <a:ext cx="5680176" cy="3550110"/>
          </a:xfrm>
          <a:prstGeom prst="rect">
            <a:avLst/>
          </a:prstGeom>
        </p:spPr>
      </p:pic>
    </p:spTree>
    <p:extLst>
      <p:ext uri="{BB962C8B-B14F-4D97-AF65-F5344CB8AC3E}">
        <p14:creationId xmlns:p14="http://schemas.microsoft.com/office/powerpoint/2010/main" val="1604695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91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 name="TextBox 1103">
            <a:extLst>
              <a:ext uri="{FF2B5EF4-FFF2-40B4-BE49-F238E27FC236}">
                <a16:creationId xmlns:a16="http://schemas.microsoft.com/office/drawing/2014/main" id="{E47514FA-4071-4E6D-95E5-017A4B39940B}"/>
              </a:ext>
            </a:extLst>
          </p:cNvPr>
          <p:cNvSpPr txBox="1"/>
          <p:nvPr/>
        </p:nvSpPr>
        <p:spPr>
          <a:xfrm>
            <a:off x="6756851" y="1330209"/>
            <a:ext cx="4541639" cy="1077218"/>
          </a:xfrm>
          <a:prstGeom prst="rect">
            <a:avLst/>
          </a:prstGeom>
          <a:noFill/>
        </p:spPr>
        <p:txBody>
          <a:bodyPr wrap="square" rtlCol="1">
            <a:spAutoFit/>
          </a:bodyPr>
          <a:lstStyle/>
          <a:p>
            <a:r>
              <a:rPr lang="en-US" sz="3200" b="1" dirty="0">
                <a:solidFill>
                  <a:schemeClr val="accent2"/>
                </a:solidFill>
                <a:latin typeface="Cantarell" panose="02000603000000000000" pitchFamily="2" charset="0"/>
                <a:cs typeface="Poppins Black" panose="00000A00000000000000" pitchFamily="2" charset="0"/>
              </a:rPr>
              <a:t>Solution</a:t>
            </a:r>
            <a:br>
              <a:rPr lang="en-US" sz="3200" b="1" dirty="0">
                <a:solidFill>
                  <a:schemeClr val="bg1"/>
                </a:solidFill>
                <a:latin typeface="Cantarell" panose="02000603000000000000" pitchFamily="2" charset="0"/>
                <a:cs typeface="Poppins Black" panose="00000A00000000000000" pitchFamily="2" charset="0"/>
              </a:rPr>
            </a:br>
            <a:r>
              <a:rPr lang="en-US" sz="3200" b="1" dirty="0">
                <a:solidFill>
                  <a:schemeClr val="bg1"/>
                </a:solidFill>
                <a:latin typeface="Cantarell bold" panose="02000803000000000000" pitchFamily="2" charset="0"/>
                <a:cs typeface="Poppins Black" panose="00000A00000000000000" pitchFamily="2" charset="0"/>
              </a:rPr>
              <a:t>4-Part Tech Stack</a:t>
            </a:r>
            <a:endParaRPr lang="ar-LY" sz="3200" b="1" dirty="0">
              <a:solidFill>
                <a:schemeClr val="bg1"/>
              </a:solidFill>
              <a:latin typeface="Cantarell bold" panose="02000803000000000000" pitchFamily="2" charset="0"/>
            </a:endParaRPr>
          </a:p>
        </p:txBody>
      </p:sp>
      <p:sp>
        <p:nvSpPr>
          <p:cNvPr id="1105" name="TextBox 1104">
            <a:extLst>
              <a:ext uri="{FF2B5EF4-FFF2-40B4-BE49-F238E27FC236}">
                <a16:creationId xmlns:a16="http://schemas.microsoft.com/office/drawing/2014/main" id="{147A7B42-8B34-4172-8A1B-5B8827FF98F3}"/>
              </a:ext>
            </a:extLst>
          </p:cNvPr>
          <p:cNvSpPr txBox="1"/>
          <p:nvPr/>
        </p:nvSpPr>
        <p:spPr>
          <a:xfrm>
            <a:off x="6791143" y="2403146"/>
            <a:ext cx="4264792" cy="692497"/>
          </a:xfrm>
          <a:prstGeom prst="rect">
            <a:avLst/>
          </a:prstGeom>
          <a:noFill/>
        </p:spPr>
        <p:txBody>
          <a:bodyPr wrap="square" rtlCol="1">
            <a:spAutoFit/>
          </a:bodyPr>
          <a:lstStyle/>
          <a:p>
            <a:r>
              <a:rPr lang="en-US" sz="1300" dirty="0">
                <a:solidFill>
                  <a:schemeClr val="bg1"/>
                </a:solidFill>
                <a:latin typeface="Cantarell" panose="02000603000000000000" pitchFamily="2" charset="0"/>
                <a:cs typeface="Poppins Black" panose="00000A00000000000000" pitchFamily="2" charset="0"/>
              </a:rPr>
              <a:t>Ambient Sensors, Edge Nodes, and Controller are connected to the exiting equipment to provide an additional layer of intelligence for building optimization.</a:t>
            </a:r>
          </a:p>
        </p:txBody>
      </p:sp>
      <p:grpSp>
        <p:nvGrpSpPr>
          <p:cNvPr id="1178" name="Group 1177">
            <a:extLst>
              <a:ext uri="{FF2B5EF4-FFF2-40B4-BE49-F238E27FC236}">
                <a16:creationId xmlns:a16="http://schemas.microsoft.com/office/drawing/2014/main" id="{D896E129-3A77-41A4-A3C5-6B3BD2C30964}"/>
              </a:ext>
            </a:extLst>
          </p:cNvPr>
          <p:cNvGrpSpPr/>
          <p:nvPr/>
        </p:nvGrpSpPr>
        <p:grpSpPr>
          <a:xfrm>
            <a:off x="6785427" y="3344850"/>
            <a:ext cx="4715927" cy="397634"/>
            <a:chOff x="6995462" y="3658040"/>
            <a:chExt cx="4715927" cy="397634"/>
          </a:xfrm>
        </p:grpSpPr>
        <p:sp>
          <p:nvSpPr>
            <p:cNvPr id="1116" name="TextBox 1115">
              <a:extLst>
                <a:ext uri="{FF2B5EF4-FFF2-40B4-BE49-F238E27FC236}">
                  <a16:creationId xmlns:a16="http://schemas.microsoft.com/office/drawing/2014/main" id="{31B97B55-0303-42D5-8527-E314E7A4F019}"/>
                </a:ext>
              </a:extLst>
            </p:cNvPr>
            <p:cNvSpPr txBox="1"/>
            <p:nvPr/>
          </p:nvSpPr>
          <p:spPr>
            <a:xfrm>
              <a:off x="6995462" y="3686342"/>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cs typeface="Poppins Black" panose="00000A00000000000000" pitchFamily="2" charset="0"/>
                </a:rPr>
                <a:t>1. Sensors</a:t>
              </a:r>
              <a:endParaRPr lang="ar-LY" b="1" dirty="0">
                <a:solidFill>
                  <a:schemeClr val="accent2"/>
                </a:solidFill>
                <a:latin typeface="Cantarell bold" panose="02000803000000000000" pitchFamily="2" charset="0"/>
              </a:endParaRPr>
            </a:p>
          </p:txBody>
        </p:sp>
        <p:sp>
          <p:nvSpPr>
            <p:cNvPr id="1120" name="TextBox 1119">
              <a:extLst>
                <a:ext uri="{FF2B5EF4-FFF2-40B4-BE49-F238E27FC236}">
                  <a16:creationId xmlns:a16="http://schemas.microsoft.com/office/drawing/2014/main" id="{077CAB3F-F63A-45A3-9D04-D7092DBAAE31}"/>
                </a:ext>
              </a:extLst>
            </p:cNvPr>
            <p:cNvSpPr txBox="1"/>
            <p:nvPr/>
          </p:nvSpPr>
          <p:spPr>
            <a:xfrm>
              <a:off x="9573590" y="3658040"/>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rPr>
                <a:t>2. Edge Nodes</a:t>
              </a:r>
              <a:endParaRPr lang="ar-LY" b="1" dirty="0">
                <a:solidFill>
                  <a:schemeClr val="accent2"/>
                </a:solidFill>
                <a:latin typeface="Cantarell bold" panose="02000803000000000000" pitchFamily="2" charset="0"/>
              </a:endParaRPr>
            </a:p>
          </p:txBody>
        </p:sp>
      </p:grpSp>
      <p:grpSp>
        <p:nvGrpSpPr>
          <p:cNvPr id="1179" name="Group 1178">
            <a:extLst>
              <a:ext uri="{FF2B5EF4-FFF2-40B4-BE49-F238E27FC236}">
                <a16:creationId xmlns:a16="http://schemas.microsoft.com/office/drawing/2014/main" id="{9B6590EF-89DA-4EFC-9CAA-4685A2B1A318}"/>
              </a:ext>
            </a:extLst>
          </p:cNvPr>
          <p:cNvGrpSpPr/>
          <p:nvPr/>
        </p:nvGrpSpPr>
        <p:grpSpPr>
          <a:xfrm>
            <a:off x="6770187" y="4947192"/>
            <a:ext cx="4715927" cy="963803"/>
            <a:chOff x="6995462" y="5260375"/>
            <a:chExt cx="4715927" cy="963803"/>
          </a:xfrm>
        </p:grpSpPr>
        <p:grpSp>
          <p:nvGrpSpPr>
            <p:cNvPr id="1124" name="Group 1123">
              <a:extLst>
                <a:ext uri="{FF2B5EF4-FFF2-40B4-BE49-F238E27FC236}">
                  <a16:creationId xmlns:a16="http://schemas.microsoft.com/office/drawing/2014/main" id="{186AFA60-E74E-4463-9424-969615AF598A}"/>
                </a:ext>
              </a:extLst>
            </p:cNvPr>
            <p:cNvGrpSpPr/>
            <p:nvPr/>
          </p:nvGrpSpPr>
          <p:grpSpPr>
            <a:xfrm>
              <a:off x="6995462" y="5260375"/>
              <a:ext cx="2137799" cy="963803"/>
              <a:chOff x="6995462" y="5491875"/>
              <a:chExt cx="2137799" cy="963803"/>
            </a:xfrm>
          </p:grpSpPr>
          <p:sp>
            <p:nvSpPr>
              <p:cNvPr id="1117" name="TextBox 1116">
                <a:extLst>
                  <a:ext uri="{FF2B5EF4-FFF2-40B4-BE49-F238E27FC236}">
                    <a16:creationId xmlns:a16="http://schemas.microsoft.com/office/drawing/2014/main" id="{7B3F4A6E-E070-43EE-8652-5E5A546477CE}"/>
                  </a:ext>
                </a:extLst>
              </p:cNvPr>
              <p:cNvSpPr txBox="1"/>
              <p:nvPr/>
            </p:nvSpPr>
            <p:spPr>
              <a:xfrm>
                <a:off x="6995462" y="5809347"/>
                <a:ext cx="2137799" cy="646331"/>
              </a:xfrm>
              <a:prstGeom prst="rect">
                <a:avLst/>
              </a:prstGeom>
              <a:noFill/>
            </p:spPr>
            <p:txBody>
              <a:bodyPr wrap="square" rtlCol="1">
                <a:spAutoFit/>
              </a:bodyPr>
              <a:lstStyle/>
              <a:p>
                <a:r>
                  <a:rPr lang="en-US" sz="1200" dirty="0">
                    <a:solidFill>
                      <a:schemeClr val="bg1"/>
                    </a:solidFill>
                    <a:latin typeface="Cantarell" panose="02000603000000000000" pitchFamily="2" charset="0"/>
                  </a:rPr>
                  <a:t>Manages communication among the sensor and edge nodes.</a:t>
                </a:r>
                <a:endParaRPr lang="ar-LY" sz="1200" dirty="0">
                  <a:solidFill>
                    <a:schemeClr val="bg1"/>
                  </a:solidFill>
                  <a:latin typeface="Cantarell bold" panose="02000803000000000000" pitchFamily="2" charset="0"/>
                </a:endParaRPr>
              </a:p>
            </p:txBody>
          </p:sp>
          <p:sp>
            <p:nvSpPr>
              <p:cNvPr id="1118" name="TextBox 1117">
                <a:extLst>
                  <a:ext uri="{FF2B5EF4-FFF2-40B4-BE49-F238E27FC236}">
                    <a16:creationId xmlns:a16="http://schemas.microsoft.com/office/drawing/2014/main" id="{636D83DF-F216-4FDE-B03C-8F6E246A4908}"/>
                  </a:ext>
                </a:extLst>
              </p:cNvPr>
              <p:cNvSpPr txBox="1"/>
              <p:nvPr/>
            </p:nvSpPr>
            <p:spPr>
              <a:xfrm>
                <a:off x="6995462" y="5491875"/>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cs typeface="Poppins Black" panose="00000A00000000000000" pitchFamily="2" charset="0"/>
                  </a:rPr>
                  <a:t>3. Control Unit</a:t>
                </a:r>
                <a:endParaRPr lang="ar-LY" b="1" dirty="0">
                  <a:solidFill>
                    <a:schemeClr val="accent2"/>
                  </a:solidFill>
                  <a:latin typeface="Cantarell bold" panose="02000803000000000000" pitchFamily="2" charset="0"/>
                </a:endParaRPr>
              </a:p>
            </p:txBody>
          </p:sp>
        </p:grpSp>
        <p:grpSp>
          <p:nvGrpSpPr>
            <p:cNvPr id="1126" name="Group 1125">
              <a:extLst>
                <a:ext uri="{FF2B5EF4-FFF2-40B4-BE49-F238E27FC236}">
                  <a16:creationId xmlns:a16="http://schemas.microsoft.com/office/drawing/2014/main" id="{92B1912D-3E02-4179-B[redacted]C3C81}"/>
                </a:ext>
              </a:extLst>
            </p:cNvPr>
            <p:cNvGrpSpPr/>
            <p:nvPr/>
          </p:nvGrpSpPr>
          <p:grpSpPr>
            <a:xfrm>
              <a:off x="9573590" y="5260375"/>
              <a:ext cx="2137799" cy="779137"/>
              <a:chOff x="9915545" y="5520177"/>
              <a:chExt cx="2137799" cy="779137"/>
            </a:xfrm>
          </p:grpSpPr>
          <p:sp>
            <p:nvSpPr>
              <p:cNvPr id="1121" name="TextBox 1120">
                <a:extLst>
                  <a:ext uri="{FF2B5EF4-FFF2-40B4-BE49-F238E27FC236}">
                    <a16:creationId xmlns:a16="http://schemas.microsoft.com/office/drawing/2014/main" id="{BE61C158-6DE0-4DA6-A206-0D7422C50FA4}"/>
                  </a:ext>
                </a:extLst>
              </p:cNvPr>
              <p:cNvSpPr txBox="1"/>
              <p:nvPr/>
            </p:nvSpPr>
            <p:spPr>
              <a:xfrm>
                <a:off x="9915545" y="5837649"/>
                <a:ext cx="2137799" cy="461665"/>
              </a:xfrm>
              <a:prstGeom prst="rect">
                <a:avLst/>
              </a:prstGeom>
              <a:noFill/>
            </p:spPr>
            <p:txBody>
              <a:bodyPr wrap="square" rtlCol="1">
                <a:spAutoFit/>
              </a:bodyPr>
              <a:lstStyle/>
              <a:p>
                <a:r>
                  <a:rPr lang="en-US" sz="1200" dirty="0">
                    <a:solidFill>
                      <a:schemeClr val="bg1"/>
                    </a:solidFill>
                    <a:latin typeface="Cantarell" panose="02000603000000000000" pitchFamily="2" charset="0"/>
                    <a:cs typeface="Poppins Black" panose="00000A00000000000000" pitchFamily="2" charset="0"/>
                  </a:rPr>
                  <a:t>Delivers insights and control capabilities to the user.</a:t>
                </a:r>
                <a:endParaRPr lang="ar-LY" sz="1200" dirty="0">
                  <a:solidFill>
                    <a:schemeClr val="bg1"/>
                  </a:solidFill>
                  <a:latin typeface="Cantarell bold" panose="02000803000000000000" pitchFamily="2" charset="0"/>
                </a:endParaRPr>
              </a:p>
            </p:txBody>
          </p:sp>
          <p:sp>
            <p:nvSpPr>
              <p:cNvPr id="1122" name="TextBox 1121">
                <a:extLst>
                  <a:ext uri="{FF2B5EF4-FFF2-40B4-BE49-F238E27FC236}">
                    <a16:creationId xmlns:a16="http://schemas.microsoft.com/office/drawing/2014/main" id="{82C01406-D3FF-4A5C-9985-29CA545AF54F}"/>
                  </a:ext>
                </a:extLst>
              </p:cNvPr>
              <p:cNvSpPr txBox="1"/>
              <p:nvPr/>
            </p:nvSpPr>
            <p:spPr>
              <a:xfrm>
                <a:off x="9915545" y="5520177"/>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rPr>
                  <a:t>4. Platform</a:t>
                </a:r>
                <a:endParaRPr lang="ar-LY" b="1" dirty="0">
                  <a:solidFill>
                    <a:schemeClr val="accent2"/>
                  </a:solidFill>
                  <a:latin typeface="Cantarell bold" panose="02000803000000000000" pitchFamily="2" charset="0"/>
                </a:endParaRPr>
              </a:p>
            </p:txBody>
          </p:sp>
        </p:grpSp>
      </p:grpSp>
      <p:pic>
        <p:nvPicPr>
          <p:cNvPr id="11" name="Picture 10" descr="Diagram&#10;&#10;Description automatically generated">
            <a:extLst>
              <a:ext uri="{FF2B5EF4-FFF2-40B4-BE49-F238E27FC236}">
                <a16:creationId xmlns:a16="http://schemas.microsoft.com/office/drawing/2014/main" id="{95AB5A97-4CCF-C848-930F-A8155A084CA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30846" y="1066690"/>
            <a:ext cx="6308860" cy="5351591"/>
          </a:xfrm>
          <a:prstGeom prst="rect">
            <a:avLst/>
          </a:prstGeom>
        </p:spPr>
      </p:pic>
      <p:sp>
        <p:nvSpPr>
          <p:cNvPr id="3" name="Slide Number Placeholder 2">
            <a:extLst>
              <a:ext uri="{FF2B5EF4-FFF2-40B4-BE49-F238E27FC236}">
                <a16:creationId xmlns:a16="http://schemas.microsoft.com/office/drawing/2014/main" id="{324A352C-0521-2743-BC1D-9B14E7F2F883}"/>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6</a:t>
            </a:fld>
            <a:endParaRPr lang="ar-LY" dirty="0"/>
          </a:p>
        </p:txBody>
      </p:sp>
      <p:sp>
        <p:nvSpPr>
          <p:cNvPr id="2" name="TextBox 1">
            <a:extLst>
              <a:ext uri="{FF2B5EF4-FFF2-40B4-BE49-F238E27FC236}">
                <a16:creationId xmlns:a16="http://schemas.microsoft.com/office/drawing/2014/main" id="{291D7552-059C-5C49-9DAF-B273A96407B8}"/>
              </a:ext>
            </a:extLst>
          </p:cNvPr>
          <p:cNvSpPr txBox="1"/>
          <p:nvPr/>
        </p:nvSpPr>
        <p:spPr>
          <a:xfrm>
            <a:off x="5001060" y="2380060"/>
            <a:ext cx="301686" cy="369332"/>
          </a:xfrm>
          <a:prstGeom prst="rect">
            <a:avLst/>
          </a:prstGeom>
          <a:noFill/>
        </p:spPr>
        <p:txBody>
          <a:bodyPr wrap="none" rtlCol="0" anchor="ctr">
            <a:spAutoFit/>
          </a:bodyPr>
          <a:lstStyle/>
          <a:p>
            <a:pPr algn="ctr"/>
            <a:r>
              <a:rPr lang="en-US" b="1" dirty="0">
                <a:solidFill>
                  <a:schemeClr val="accent2"/>
                </a:solidFill>
              </a:rPr>
              <a:t>2</a:t>
            </a:r>
          </a:p>
        </p:txBody>
      </p:sp>
      <p:sp>
        <p:nvSpPr>
          <p:cNvPr id="21" name="TextBox 20">
            <a:extLst>
              <a:ext uri="{FF2B5EF4-FFF2-40B4-BE49-F238E27FC236}">
                <a16:creationId xmlns:a16="http://schemas.microsoft.com/office/drawing/2014/main" id="{3ED3C201-379D-1946-B7B9-0C[redacted]}"/>
              </a:ext>
            </a:extLst>
          </p:cNvPr>
          <p:cNvSpPr txBox="1"/>
          <p:nvPr/>
        </p:nvSpPr>
        <p:spPr>
          <a:xfrm>
            <a:off x="1990300" y="4762520"/>
            <a:ext cx="301686" cy="369332"/>
          </a:xfrm>
          <a:prstGeom prst="rect">
            <a:avLst/>
          </a:prstGeom>
          <a:noFill/>
        </p:spPr>
        <p:txBody>
          <a:bodyPr wrap="none" rtlCol="0" anchor="ctr">
            <a:spAutoFit/>
          </a:bodyPr>
          <a:lstStyle/>
          <a:p>
            <a:pPr algn="ctr"/>
            <a:r>
              <a:rPr lang="en-US" b="1" dirty="0">
                <a:solidFill>
                  <a:schemeClr val="accent2"/>
                </a:solidFill>
              </a:rPr>
              <a:t>1</a:t>
            </a:r>
          </a:p>
        </p:txBody>
      </p:sp>
      <p:sp>
        <p:nvSpPr>
          <p:cNvPr id="22" name="TextBox 21">
            <a:extLst>
              <a:ext uri="{FF2B5EF4-FFF2-40B4-BE49-F238E27FC236}">
                <a16:creationId xmlns:a16="http://schemas.microsoft.com/office/drawing/2014/main" id="{E7F52E2A-1766-564B-83B4-86CA06DA4A19}"/>
              </a:ext>
            </a:extLst>
          </p:cNvPr>
          <p:cNvSpPr txBox="1"/>
          <p:nvPr/>
        </p:nvSpPr>
        <p:spPr>
          <a:xfrm>
            <a:off x="5001060" y="3554190"/>
            <a:ext cx="301686" cy="369332"/>
          </a:xfrm>
          <a:prstGeom prst="rect">
            <a:avLst/>
          </a:prstGeom>
          <a:noFill/>
        </p:spPr>
        <p:txBody>
          <a:bodyPr wrap="none" rtlCol="0" anchor="ctr">
            <a:spAutoFit/>
          </a:bodyPr>
          <a:lstStyle/>
          <a:p>
            <a:pPr algn="ctr"/>
            <a:r>
              <a:rPr lang="en-US" b="1" dirty="0">
                <a:solidFill>
                  <a:schemeClr val="accent2"/>
                </a:solidFill>
              </a:rPr>
              <a:t>3</a:t>
            </a:r>
          </a:p>
        </p:txBody>
      </p:sp>
      <p:sp>
        <p:nvSpPr>
          <p:cNvPr id="23" name="TextBox 22">
            <a:extLst>
              <a:ext uri="{FF2B5EF4-FFF2-40B4-BE49-F238E27FC236}">
                <a16:creationId xmlns:a16="http://schemas.microsoft.com/office/drawing/2014/main" id="{BEEDE6D4-50A1-3042-B9FE-B436B32C9525}"/>
              </a:ext>
            </a:extLst>
          </p:cNvPr>
          <p:cNvSpPr txBox="1"/>
          <p:nvPr/>
        </p:nvSpPr>
        <p:spPr>
          <a:xfrm>
            <a:off x="5001060" y="4762520"/>
            <a:ext cx="301686" cy="369332"/>
          </a:xfrm>
          <a:prstGeom prst="rect">
            <a:avLst/>
          </a:prstGeom>
          <a:noFill/>
        </p:spPr>
        <p:txBody>
          <a:bodyPr wrap="none" rtlCol="0" anchor="ctr">
            <a:spAutoFit/>
          </a:bodyPr>
          <a:lstStyle/>
          <a:p>
            <a:pPr algn="ctr"/>
            <a:r>
              <a:rPr lang="en-US" b="1" dirty="0">
                <a:solidFill>
                  <a:schemeClr val="accent2"/>
                </a:solidFill>
              </a:rPr>
              <a:t>4</a:t>
            </a:r>
          </a:p>
        </p:txBody>
      </p:sp>
      <p:sp>
        <p:nvSpPr>
          <p:cNvPr id="20" name="TextBox 19">
            <a:extLst>
              <a:ext uri="{FF2B5EF4-FFF2-40B4-BE49-F238E27FC236}">
                <a16:creationId xmlns:a16="http://schemas.microsoft.com/office/drawing/2014/main" id="{3DB04968-39C5-044E-A08A-C7FB5CD3A472}"/>
              </a:ext>
            </a:extLst>
          </p:cNvPr>
          <p:cNvSpPr txBox="1"/>
          <p:nvPr/>
        </p:nvSpPr>
        <p:spPr>
          <a:xfrm>
            <a:off x="6770186" y="3731260"/>
            <a:ext cx="2137799" cy="830997"/>
          </a:xfrm>
          <a:prstGeom prst="rect">
            <a:avLst/>
          </a:prstGeom>
          <a:noFill/>
        </p:spPr>
        <p:txBody>
          <a:bodyPr wrap="square" rtlCol="1">
            <a:spAutoFit/>
          </a:bodyPr>
          <a:lstStyle/>
          <a:p>
            <a:r>
              <a:rPr lang="en-US" sz="1200" dirty="0">
                <a:solidFill>
                  <a:schemeClr val="bg1"/>
                </a:solidFill>
                <a:latin typeface="Cantarell" panose="02000603000000000000" pitchFamily="2" charset="0"/>
                <a:cs typeface="Poppins Black" panose="00000A00000000000000" pitchFamily="2" charset="0"/>
              </a:rPr>
              <a:t>Measures four core parameters: temperature, relative humidity, light intensity, and CO</a:t>
            </a:r>
            <a:r>
              <a:rPr lang="en-US" sz="1200" baseline="-25000" dirty="0">
                <a:solidFill>
                  <a:schemeClr val="bg1"/>
                </a:solidFill>
                <a:latin typeface="Cantarell" panose="02000603000000000000" pitchFamily="2" charset="0"/>
                <a:cs typeface="Poppins Black" panose="00000A00000000000000" pitchFamily="2" charset="0"/>
              </a:rPr>
              <a:t>2</a:t>
            </a:r>
            <a:r>
              <a:rPr lang="en-US" sz="1200" dirty="0">
                <a:solidFill>
                  <a:schemeClr val="bg1"/>
                </a:solidFill>
                <a:latin typeface="Cantarell" panose="02000603000000000000" pitchFamily="2" charset="0"/>
                <a:cs typeface="Poppins Black" panose="00000A00000000000000" pitchFamily="2" charset="0"/>
              </a:rPr>
              <a:t>.</a:t>
            </a:r>
            <a:endParaRPr lang="ar-LY" sz="1200" dirty="0">
              <a:solidFill>
                <a:schemeClr val="bg1"/>
              </a:solidFill>
              <a:latin typeface="Cantarell bold" panose="02000803000000000000" pitchFamily="2" charset="0"/>
            </a:endParaRPr>
          </a:p>
        </p:txBody>
      </p:sp>
      <p:sp>
        <p:nvSpPr>
          <p:cNvPr id="24" name="TextBox 23">
            <a:extLst>
              <a:ext uri="{FF2B5EF4-FFF2-40B4-BE49-F238E27FC236}">
                <a16:creationId xmlns:a16="http://schemas.microsoft.com/office/drawing/2014/main" id="{9A908442-93DD-674C-858F-8E18CFAF1853}"/>
              </a:ext>
            </a:extLst>
          </p:cNvPr>
          <p:cNvSpPr txBox="1"/>
          <p:nvPr/>
        </p:nvSpPr>
        <p:spPr>
          <a:xfrm>
            <a:off x="9363555" y="3731260"/>
            <a:ext cx="2137799" cy="461665"/>
          </a:xfrm>
          <a:prstGeom prst="rect">
            <a:avLst/>
          </a:prstGeom>
          <a:noFill/>
        </p:spPr>
        <p:txBody>
          <a:bodyPr wrap="square" rtlCol="1">
            <a:spAutoFit/>
          </a:bodyPr>
          <a:lstStyle/>
          <a:p>
            <a:r>
              <a:rPr lang="en-US" sz="1200" dirty="0">
                <a:solidFill>
                  <a:schemeClr val="bg1"/>
                </a:solidFill>
                <a:latin typeface="Cantarell" panose="02000603000000000000" pitchFamily="2" charset="0"/>
                <a:cs typeface="Poppins Black" panose="00000A00000000000000" pitchFamily="2" charset="0"/>
              </a:rPr>
              <a:t>Adapts and controls variety of equipment.</a:t>
            </a:r>
            <a:endParaRPr lang="ar-LY" sz="1200" dirty="0">
              <a:solidFill>
                <a:schemeClr val="bg1"/>
              </a:solidFill>
              <a:latin typeface="Cantarell bold" panose="02000803000000000000" pitchFamily="2" charset="0"/>
            </a:endParaRPr>
          </a:p>
        </p:txBody>
      </p:sp>
    </p:spTree>
    <p:extLst>
      <p:ext uri="{BB962C8B-B14F-4D97-AF65-F5344CB8AC3E}">
        <p14:creationId xmlns:p14="http://schemas.microsoft.com/office/powerpoint/2010/main" val="193857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B94C37-91CA-A44D-82AE-9097C68D4362}"/>
              </a:ext>
            </a:extLst>
          </p:cNvPr>
          <p:cNvSpPr>
            <a:spLocks noGrp="1"/>
          </p:cNvSpPr>
          <p:nvPr>
            <p:ph type="title"/>
          </p:nvPr>
        </p:nvSpPr>
        <p:spPr/>
        <p:txBody>
          <a:bodyPr anchor="ctr">
            <a:normAutofit/>
          </a:bodyPr>
          <a:lstStyle/>
          <a:p>
            <a:r>
              <a:rPr lang="en-US" sz="4000" dirty="0"/>
              <a:t>Automation Engine</a:t>
            </a:r>
            <a:br>
              <a:rPr lang="en-US" sz="4000" dirty="0"/>
            </a:br>
            <a:r>
              <a:rPr lang="en-US" sz="2400" dirty="0"/>
              <a:t>Neural Network based on Building Science </a:t>
            </a:r>
          </a:p>
        </p:txBody>
      </p:sp>
      <p:sp>
        <p:nvSpPr>
          <p:cNvPr id="2" name="Slide Number Placeholder 1">
            <a:extLst>
              <a:ext uri="{FF2B5EF4-FFF2-40B4-BE49-F238E27FC236}">
                <a16:creationId xmlns:a16="http://schemas.microsoft.com/office/drawing/2014/main" id="{AF830C1A-99EF-604E-8311-80F68B597A7F}"/>
              </a:ext>
            </a:extLst>
          </p:cNvPr>
          <p:cNvSpPr>
            <a:spLocks noGrp="1"/>
          </p:cNvSpPr>
          <p:nvPr>
            <p:ph type="sldNum" sz="quarter" idx="4"/>
          </p:nvPr>
        </p:nvSpPr>
        <p:spPr/>
        <p:txBody>
          <a:bodyPr/>
          <a:lstStyle/>
          <a:p>
            <a:fld id="{9312FC69-CE3E-4598-98C1-B119891192DE}" type="slidenum">
              <a:rPr lang="ar-LY" smtClean="0"/>
              <a:pPr/>
              <a:t>7</a:t>
            </a:fld>
            <a:endParaRPr lang="ar-LY" b="1" dirty="0"/>
          </a:p>
        </p:txBody>
      </p:sp>
      <p:sp>
        <p:nvSpPr>
          <p:cNvPr id="3" name="TextBox 2">
            <a:extLst>
              <a:ext uri="{FF2B5EF4-FFF2-40B4-BE49-F238E27FC236}">
                <a16:creationId xmlns:a16="http://schemas.microsoft.com/office/drawing/2014/main" id="{39B9C2D7-A29C-AF4E-BFB7-388F62AF5B35}"/>
              </a:ext>
            </a:extLst>
          </p:cNvPr>
          <p:cNvSpPr txBox="1"/>
          <p:nvPr/>
        </p:nvSpPr>
        <p:spPr>
          <a:xfrm>
            <a:off x="1753308" y="1990102"/>
            <a:ext cx="936000" cy="2223031"/>
          </a:xfrm>
          <a:prstGeom prst="rect">
            <a:avLst/>
          </a:prstGeom>
          <a:solidFill>
            <a:schemeClr val="accent2"/>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5" name="TextBox 4">
            <a:extLst>
              <a:ext uri="{FF2B5EF4-FFF2-40B4-BE49-F238E27FC236}">
                <a16:creationId xmlns:a16="http://schemas.microsoft.com/office/drawing/2014/main" id="{1305F8B0-FE61-8143-9BD4-CADB9A5C420E}"/>
              </a:ext>
            </a:extLst>
          </p:cNvPr>
          <p:cNvSpPr txBox="1"/>
          <p:nvPr/>
        </p:nvSpPr>
        <p:spPr>
          <a:xfrm>
            <a:off x="4769229" y="1947482"/>
            <a:ext cx="936000" cy="2223031"/>
          </a:xfrm>
          <a:prstGeom prst="rect">
            <a:avLst/>
          </a:prstGeom>
          <a:solidFill>
            <a:schemeClr val="accent3"/>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7" name="TextBox 6">
            <a:extLst>
              <a:ext uri="{FF2B5EF4-FFF2-40B4-BE49-F238E27FC236}">
                <a16:creationId xmlns:a16="http://schemas.microsoft.com/office/drawing/2014/main" id="{4FBD7417-E5B7-C74D-BAEF-D522005271A1}"/>
              </a:ext>
            </a:extLst>
          </p:cNvPr>
          <p:cNvSpPr txBox="1"/>
          <p:nvPr/>
        </p:nvSpPr>
        <p:spPr>
          <a:xfrm>
            <a:off x="9570663" y="1842513"/>
            <a:ext cx="936000" cy="2245081"/>
          </a:xfrm>
          <a:prstGeom prst="rect">
            <a:avLst/>
          </a:prstGeom>
          <a:solidFill>
            <a:schemeClr val="accent6"/>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8" name="Oval 7">
            <a:extLst>
              <a:ext uri="{FF2B5EF4-FFF2-40B4-BE49-F238E27FC236}">
                <a16:creationId xmlns:a16="http://schemas.microsoft.com/office/drawing/2014/main" id="{E4716F6E-C665-7F4B-A992-4DDAE482B309}"/>
              </a:ext>
            </a:extLst>
          </p:cNvPr>
          <p:cNvSpPr>
            <a:spLocks noChangeAspect="1"/>
          </p:cNvSpPr>
          <p:nvPr/>
        </p:nvSpPr>
        <p:spPr>
          <a:xfrm>
            <a:off x="1969308" y="2177368"/>
            <a:ext cx="504000" cy="4676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a:t>
            </a:r>
            <a:r>
              <a:rPr lang="en-US" sz="1600" baseline="-25000" dirty="0"/>
              <a:t>1</a:t>
            </a:r>
          </a:p>
        </p:txBody>
      </p:sp>
      <p:sp>
        <p:nvSpPr>
          <p:cNvPr id="9" name="Oval 8">
            <a:extLst>
              <a:ext uri="{FF2B5EF4-FFF2-40B4-BE49-F238E27FC236}">
                <a16:creationId xmlns:a16="http://schemas.microsoft.com/office/drawing/2014/main" id="{84F4E184-F3E1-6A49-8776-BFD55DE6C67F}"/>
              </a:ext>
            </a:extLst>
          </p:cNvPr>
          <p:cNvSpPr>
            <a:spLocks noChangeAspect="1"/>
          </p:cNvSpPr>
          <p:nvPr/>
        </p:nvSpPr>
        <p:spPr>
          <a:xfrm>
            <a:off x="1969308" y="3468460"/>
            <a:ext cx="504000" cy="4676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a:t>
            </a:r>
            <a:r>
              <a:rPr lang="en-US" sz="1600" baseline="-25000" dirty="0"/>
              <a:t>n</a:t>
            </a:r>
          </a:p>
        </p:txBody>
      </p:sp>
      <p:sp>
        <p:nvSpPr>
          <p:cNvPr id="11" name="TextBox 10">
            <a:extLst>
              <a:ext uri="{FF2B5EF4-FFF2-40B4-BE49-F238E27FC236}">
                <a16:creationId xmlns:a16="http://schemas.microsoft.com/office/drawing/2014/main" id="{447C6E82-D35D-C342-A920-A5041B9BB2D7}"/>
              </a:ext>
            </a:extLst>
          </p:cNvPr>
          <p:cNvSpPr txBox="1"/>
          <p:nvPr/>
        </p:nvSpPr>
        <p:spPr>
          <a:xfrm>
            <a:off x="2036210" y="2915259"/>
            <a:ext cx="513410" cy="372717"/>
          </a:xfrm>
          <a:prstGeom prst="rect">
            <a:avLst/>
          </a:prstGeom>
          <a:noFill/>
        </p:spPr>
        <p:txBody>
          <a:bodyPr vert="wordArtVert" wrap="square" rtlCol="0" anchor="ctr">
            <a:spAutoFit/>
          </a:bodyPr>
          <a:lstStyle/>
          <a:p>
            <a:pPr algn="ctr"/>
            <a:r>
              <a:rPr lang="en-US" dirty="0">
                <a:solidFill>
                  <a:schemeClr val="bg1"/>
                </a:solidFill>
              </a:rPr>
              <a:t>…</a:t>
            </a:r>
          </a:p>
        </p:txBody>
      </p:sp>
      <p:sp>
        <p:nvSpPr>
          <p:cNvPr id="13" name="TextBox 12">
            <a:extLst>
              <a:ext uri="{FF2B5EF4-FFF2-40B4-BE49-F238E27FC236}">
                <a16:creationId xmlns:a16="http://schemas.microsoft.com/office/drawing/2014/main" id="{D01E86D6-2B05-C64E-86F7-C19B07A9A77A}"/>
              </a:ext>
            </a:extLst>
          </p:cNvPr>
          <p:cNvSpPr txBox="1"/>
          <p:nvPr/>
        </p:nvSpPr>
        <p:spPr>
          <a:xfrm>
            <a:off x="337739" y="4729522"/>
            <a:ext cx="3767137" cy="1381874"/>
          </a:xfrm>
          <a:prstGeom prst="rect">
            <a:avLst/>
          </a:prstGeom>
          <a:solidFill>
            <a:schemeClr val="accent2"/>
          </a:solidFill>
        </p:spPr>
        <p:txBody>
          <a:bodyPr wrap="square" lIns="90000" rtlCol="0">
            <a:noAutofit/>
          </a:bodyPr>
          <a:lstStyle/>
          <a:p>
            <a:pPr algn="ctr"/>
            <a:r>
              <a:rPr lang="en-US" dirty="0">
                <a:solidFill>
                  <a:schemeClr val="bg1"/>
                </a:solidFill>
              </a:rPr>
              <a:t>Input Layer</a:t>
            </a:r>
          </a:p>
          <a:p>
            <a:r>
              <a:rPr lang="en-US" sz="1600" dirty="0">
                <a:solidFill>
                  <a:schemeClr val="bg1"/>
                </a:solidFill>
              </a:rPr>
              <a:t>The sensors and external data are used as inputs. They are passed down with each subsequent stop or layer extracting a different set of high-level features. </a:t>
            </a:r>
          </a:p>
        </p:txBody>
      </p:sp>
      <p:sp>
        <p:nvSpPr>
          <p:cNvPr id="14" name="TextBox 13">
            <a:extLst>
              <a:ext uri="{FF2B5EF4-FFF2-40B4-BE49-F238E27FC236}">
                <a16:creationId xmlns:a16="http://schemas.microsoft.com/office/drawing/2014/main" id="{FE5596DB-362B-ED4E-84A4-8C1861515A8D}"/>
              </a:ext>
            </a:extLst>
          </p:cNvPr>
          <p:cNvSpPr txBox="1"/>
          <p:nvPr/>
        </p:nvSpPr>
        <p:spPr>
          <a:xfrm>
            <a:off x="4212431" y="4729522"/>
            <a:ext cx="3767137" cy="1402762"/>
          </a:xfrm>
          <a:prstGeom prst="rect">
            <a:avLst/>
          </a:prstGeom>
          <a:solidFill>
            <a:schemeClr val="accent3"/>
          </a:solidFill>
        </p:spPr>
        <p:txBody>
          <a:bodyPr wrap="square" lIns="90000" rtlCol="0">
            <a:noAutofit/>
          </a:bodyPr>
          <a:lstStyle/>
          <a:p>
            <a:pPr algn="ctr"/>
            <a:r>
              <a:rPr lang="en-US" dirty="0">
                <a:solidFill>
                  <a:schemeClr val="bg1"/>
                </a:solidFill>
              </a:rPr>
              <a:t>Hidden Layers</a:t>
            </a:r>
          </a:p>
          <a:p>
            <a:r>
              <a:rPr lang="en-US" sz="1600" dirty="0">
                <a:solidFill>
                  <a:schemeClr val="bg1"/>
                </a:solidFill>
              </a:rPr>
              <a:t>Hidden layers determine more complex feature, such as the optimal equipment setpoints to achieve desired outputs.</a:t>
            </a:r>
          </a:p>
        </p:txBody>
      </p:sp>
      <p:sp>
        <p:nvSpPr>
          <p:cNvPr id="15" name="TextBox 14">
            <a:extLst>
              <a:ext uri="{FF2B5EF4-FFF2-40B4-BE49-F238E27FC236}">
                <a16:creationId xmlns:a16="http://schemas.microsoft.com/office/drawing/2014/main" id="{FDC2A86A-1690-A74F-A19E-ADBAE0B3A299}"/>
              </a:ext>
            </a:extLst>
          </p:cNvPr>
          <p:cNvSpPr txBox="1"/>
          <p:nvPr/>
        </p:nvSpPr>
        <p:spPr>
          <a:xfrm>
            <a:off x="8155095" y="4729521"/>
            <a:ext cx="3767137" cy="1381874"/>
          </a:xfrm>
          <a:prstGeom prst="rect">
            <a:avLst/>
          </a:prstGeom>
          <a:solidFill>
            <a:schemeClr val="accent6"/>
          </a:solidFill>
        </p:spPr>
        <p:txBody>
          <a:bodyPr wrap="square" lIns="90000" rtlCol="0">
            <a:noAutofit/>
          </a:bodyPr>
          <a:lstStyle/>
          <a:p>
            <a:pPr algn="ctr"/>
            <a:r>
              <a:rPr lang="en-US" dirty="0">
                <a:solidFill>
                  <a:schemeClr val="bg1"/>
                </a:solidFill>
              </a:rPr>
              <a:t>Output Layer</a:t>
            </a:r>
          </a:p>
          <a:p>
            <a:r>
              <a:rPr lang="en-US" sz="1600" dirty="0">
                <a:solidFill>
                  <a:schemeClr val="bg1"/>
                </a:solidFill>
              </a:rPr>
              <a:t>Farm operator will receive recommendations in real-time on what the optimal equipment set points should be for the building equipment.</a:t>
            </a:r>
          </a:p>
        </p:txBody>
      </p:sp>
      <p:sp>
        <p:nvSpPr>
          <p:cNvPr id="16" name="TextBox 15">
            <a:extLst>
              <a:ext uri="{FF2B5EF4-FFF2-40B4-BE49-F238E27FC236}">
                <a16:creationId xmlns:a16="http://schemas.microsoft.com/office/drawing/2014/main" id="{0E57E53C-50A5-BD4F-9957-0D0340ABCF1D}"/>
              </a:ext>
            </a:extLst>
          </p:cNvPr>
          <p:cNvSpPr txBox="1"/>
          <p:nvPr/>
        </p:nvSpPr>
        <p:spPr>
          <a:xfrm>
            <a:off x="6486773" y="1947481"/>
            <a:ext cx="936000" cy="2223031"/>
          </a:xfrm>
          <a:prstGeom prst="rect">
            <a:avLst/>
          </a:prstGeom>
          <a:solidFill>
            <a:schemeClr val="accent3"/>
          </a:solid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endParaRPr lang="en-US" dirty="0">
              <a:solidFill>
                <a:schemeClr val="bg1"/>
              </a:solidFill>
            </a:endParaRPr>
          </a:p>
        </p:txBody>
      </p:sp>
      <p:sp>
        <p:nvSpPr>
          <p:cNvPr id="17" name="Oval 16">
            <a:extLst>
              <a:ext uri="{FF2B5EF4-FFF2-40B4-BE49-F238E27FC236}">
                <a16:creationId xmlns:a16="http://schemas.microsoft.com/office/drawing/2014/main" id="{A5F2058D-483A-8442-ACA2-0DE8B2155778}"/>
              </a:ext>
            </a:extLst>
          </p:cNvPr>
          <p:cNvSpPr>
            <a:spLocks noChangeAspect="1"/>
          </p:cNvSpPr>
          <p:nvPr/>
        </p:nvSpPr>
        <p:spPr>
          <a:xfrm>
            <a:off x="4985229" y="2048176"/>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18" name="Oval 17">
            <a:extLst>
              <a:ext uri="{FF2B5EF4-FFF2-40B4-BE49-F238E27FC236}">
                <a16:creationId xmlns:a16="http://schemas.microsoft.com/office/drawing/2014/main" id="{4F6508F7-DC4D-8245-BCBA-4FF9B1F03695}"/>
              </a:ext>
            </a:extLst>
          </p:cNvPr>
          <p:cNvSpPr>
            <a:spLocks noChangeAspect="1"/>
          </p:cNvSpPr>
          <p:nvPr/>
        </p:nvSpPr>
        <p:spPr>
          <a:xfrm>
            <a:off x="9786663" y="2731236"/>
            <a:ext cx="504000" cy="467635"/>
          </a:xfrm>
          <a:prstGeom prst="ellipse">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a:t>
            </a:r>
          </a:p>
        </p:txBody>
      </p:sp>
      <p:sp>
        <p:nvSpPr>
          <p:cNvPr id="19" name="Oval 18">
            <a:extLst>
              <a:ext uri="{FF2B5EF4-FFF2-40B4-BE49-F238E27FC236}">
                <a16:creationId xmlns:a16="http://schemas.microsoft.com/office/drawing/2014/main" id="{418D2E87-808A-C647-9BF0-003C87F48217}"/>
              </a:ext>
            </a:extLst>
          </p:cNvPr>
          <p:cNvSpPr>
            <a:spLocks noChangeAspect="1"/>
          </p:cNvSpPr>
          <p:nvPr/>
        </p:nvSpPr>
        <p:spPr>
          <a:xfrm>
            <a:off x="4985229" y="3096032"/>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0" name="Oval 19">
            <a:extLst>
              <a:ext uri="{FF2B5EF4-FFF2-40B4-BE49-F238E27FC236}">
                <a16:creationId xmlns:a16="http://schemas.microsoft.com/office/drawing/2014/main" id="{BFFD58C5-6B25-E048-85E1-5B0435738CBA}"/>
              </a:ext>
            </a:extLst>
          </p:cNvPr>
          <p:cNvSpPr>
            <a:spLocks noChangeAspect="1"/>
          </p:cNvSpPr>
          <p:nvPr/>
        </p:nvSpPr>
        <p:spPr>
          <a:xfrm>
            <a:off x="4984031" y="3619959"/>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1" name="Oval 20">
            <a:extLst>
              <a:ext uri="{FF2B5EF4-FFF2-40B4-BE49-F238E27FC236}">
                <a16:creationId xmlns:a16="http://schemas.microsoft.com/office/drawing/2014/main" id="{DACB02C7-09CF-5B46-9F7F-53476C32EBA5}"/>
              </a:ext>
            </a:extLst>
          </p:cNvPr>
          <p:cNvSpPr>
            <a:spLocks noChangeAspect="1"/>
          </p:cNvSpPr>
          <p:nvPr/>
        </p:nvSpPr>
        <p:spPr>
          <a:xfrm>
            <a:off x="6702773" y="2048176"/>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2" name="Oval 21">
            <a:extLst>
              <a:ext uri="{FF2B5EF4-FFF2-40B4-BE49-F238E27FC236}">
                <a16:creationId xmlns:a16="http://schemas.microsoft.com/office/drawing/2014/main" id="{4A5F362E-8748-2E41-9E6D-4F78D1E259B1}"/>
              </a:ext>
            </a:extLst>
          </p:cNvPr>
          <p:cNvSpPr>
            <a:spLocks noChangeAspect="1"/>
          </p:cNvSpPr>
          <p:nvPr/>
        </p:nvSpPr>
        <p:spPr>
          <a:xfrm>
            <a:off x="6702773" y="2572104"/>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3" name="Oval 22">
            <a:extLst>
              <a:ext uri="{FF2B5EF4-FFF2-40B4-BE49-F238E27FC236}">
                <a16:creationId xmlns:a16="http://schemas.microsoft.com/office/drawing/2014/main" id="{A4502981-C8A0-444D-A3D5-AF0C3D4564A6}"/>
              </a:ext>
            </a:extLst>
          </p:cNvPr>
          <p:cNvSpPr>
            <a:spLocks noChangeAspect="1"/>
          </p:cNvSpPr>
          <p:nvPr/>
        </p:nvSpPr>
        <p:spPr>
          <a:xfrm>
            <a:off x="6702773" y="3096032"/>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4" name="Oval 23">
            <a:extLst>
              <a:ext uri="{FF2B5EF4-FFF2-40B4-BE49-F238E27FC236}">
                <a16:creationId xmlns:a16="http://schemas.microsoft.com/office/drawing/2014/main" id="{B79B6A4C-6B22-3441-B801-DEF4EB109C3F}"/>
              </a:ext>
            </a:extLst>
          </p:cNvPr>
          <p:cNvSpPr>
            <a:spLocks noChangeAspect="1"/>
          </p:cNvSpPr>
          <p:nvPr/>
        </p:nvSpPr>
        <p:spPr>
          <a:xfrm>
            <a:off x="6702773" y="3619959"/>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sp>
        <p:nvSpPr>
          <p:cNvPr id="25" name="Oval 24">
            <a:extLst>
              <a:ext uri="{FF2B5EF4-FFF2-40B4-BE49-F238E27FC236}">
                <a16:creationId xmlns:a16="http://schemas.microsoft.com/office/drawing/2014/main" id="{7F907D75-E67A-9F4F-93C9-24B6E579E318}"/>
              </a:ext>
            </a:extLst>
          </p:cNvPr>
          <p:cNvSpPr>
            <a:spLocks noChangeAspect="1"/>
          </p:cNvSpPr>
          <p:nvPr/>
        </p:nvSpPr>
        <p:spPr>
          <a:xfrm>
            <a:off x="4985229" y="2572104"/>
            <a:ext cx="504000" cy="467635"/>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aseline="-25000" dirty="0"/>
          </a:p>
        </p:txBody>
      </p:sp>
      <p:cxnSp>
        <p:nvCxnSpPr>
          <p:cNvPr id="26" name="Straight Arrow Connector 25">
            <a:extLst>
              <a:ext uri="{FF2B5EF4-FFF2-40B4-BE49-F238E27FC236}">
                <a16:creationId xmlns:a16="http://schemas.microsoft.com/office/drawing/2014/main" id="{74534944-AE72-3F4F-AB3C-5AA12E4BE584}"/>
              </a:ext>
            </a:extLst>
          </p:cNvPr>
          <p:cNvCxnSpPr>
            <a:stCxn id="8" idx="6"/>
            <a:endCxn id="17" idx="2"/>
          </p:cNvCxnSpPr>
          <p:nvPr/>
        </p:nvCxnSpPr>
        <p:spPr>
          <a:xfrm flipV="1">
            <a:off x="2473308" y="2281994"/>
            <a:ext cx="2511921" cy="129192"/>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F69E3050-CA90-C945-A2BD-7A458AFF075E}"/>
              </a:ext>
            </a:extLst>
          </p:cNvPr>
          <p:cNvCxnSpPr>
            <a:cxnSpLocks/>
            <a:stCxn id="8" idx="6"/>
            <a:endCxn id="25" idx="2"/>
          </p:cNvCxnSpPr>
          <p:nvPr/>
        </p:nvCxnSpPr>
        <p:spPr>
          <a:xfrm>
            <a:off x="2473308" y="2411186"/>
            <a:ext cx="2511921" cy="394736"/>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9992B7A3-6E12-D94E-AC24-29072B97388B}"/>
              </a:ext>
            </a:extLst>
          </p:cNvPr>
          <p:cNvCxnSpPr>
            <a:cxnSpLocks/>
            <a:stCxn id="8" idx="6"/>
            <a:endCxn id="19" idx="2"/>
          </p:cNvCxnSpPr>
          <p:nvPr/>
        </p:nvCxnSpPr>
        <p:spPr>
          <a:xfrm>
            <a:off x="2473308" y="2411186"/>
            <a:ext cx="2511921" cy="918664"/>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13F26A3B-1A2C-9945-8FF8-CC8CAFB9B34F}"/>
              </a:ext>
            </a:extLst>
          </p:cNvPr>
          <p:cNvCxnSpPr>
            <a:cxnSpLocks/>
            <a:stCxn id="8" idx="6"/>
            <a:endCxn id="20" idx="2"/>
          </p:cNvCxnSpPr>
          <p:nvPr/>
        </p:nvCxnSpPr>
        <p:spPr>
          <a:xfrm>
            <a:off x="2473308" y="2411186"/>
            <a:ext cx="2510723" cy="1442591"/>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6" name="Straight Arrow Connector 35">
            <a:extLst>
              <a:ext uri="{FF2B5EF4-FFF2-40B4-BE49-F238E27FC236}">
                <a16:creationId xmlns:a16="http://schemas.microsoft.com/office/drawing/2014/main" id="{5E04E9DC-7724-C540-A571-6A40FD851E3D}"/>
              </a:ext>
            </a:extLst>
          </p:cNvPr>
          <p:cNvCxnSpPr>
            <a:cxnSpLocks/>
            <a:stCxn id="9" idx="6"/>
            <a:endCxn id="20" idx="2"/>
          </p:cNvCxnSpPr>
          <p:nvPr/>
        </p:nvCxnSpPr>
        <p:spPr>
          <a:xfrm>
            <a:off x="2473308" y="3702278"/>
            <a:ext cx="2510723" cy="151499"/>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24771930-4003-F342-8EC3-05078FC570EE}"/>
              </a:ext>
            </a:extLst>
          </p:cNvPr>
          <p:cNvCxnSpPr>
            <a:cxnSpLocks/>
            <a:stCxn id="9" idx="6"/>
            <a:endCxn id="19" idx="2"/>
          </p:cNvCxnSpPr>
          <p:nvPr/>
        </p:nvCxnSpPr>
        <p:spPr>
          <a:xfrm flipV="1">
            <a:off x="2473308" y="3329850"/>
            <a:ext cx="2511921" cy="372428"/>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8699972F-7A48-CA4A-B915-CA558D276DFC}"/>
              </a:ext>
            </a:extLst>
          </p:cNvPr>
          <p:cNvCxnSpPr>
            <a:cxnSpLocks/>
            <a:stCxn id="9" idx="6"/>
            <a:endCxn id="25" idx="2"/>
          </p:cNvCxnSpPr>
          <p:nvPr/>
        </p:nvCxnSpPr>
        <p:spPr>
          <a:xfrm flipV="1">
            <a:off x="2473308" y="2805922"/>
            <a:ext cx="2511921" cy="896356"/>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a:extLst>
              <a:ext uri="{FF2B5EF4-FFF2-40B4-BE49-F238E27FC236}">
                <a16:creationId xmlns:a16="http://schemas.microsoft.com/office/drawing/2014/main" id="{2F7EA076-4679-6348-954A-E48C5F4AD365}"/>
              </a:ext>
            </a:extLst>
          </p:cNvPr>
          <p:cNvCxnSpPr>
            <a:cxnSpLocks/>
            <a:stCxn id="9" idx="6"/>
            <a:endCxn id="17" idx="2"/>
          </p:cNvCxnSpPr>
          <p:nvPr/>
        </p:nvCxnSpPr>
        <p:spPr>
          <a:xfrm flipV="1">
            <a:off x="2473308" y="2281994"/>
            <a:ext cx="2511921" cy="1420284"/>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50" name="Straight Connector 49">
            <a:extLst>
              <a:ext uri="{FF2B5EF4-FFF2-40B4-BE49-F238E27FC236}">
                <a16:creationId xmlns:a16="http://schemas.microsoft.com/office/drawing/2014/main" id="{5BC053B8-3287-104E-968F-22C72D936075}"/>
              </a:ext>
            </a:extLst>
          </p:cNvPr>
          <p:cNvCxnSpPr>
            <a:stCxn id="17" idx="6"/>
            <a:endCxn id="21" idx="2"/>
          </p:cNvCxnSpPr>
          <p:nvPr/>
        </p:nvCxnSpPr>
        <p:spPr>
          <a:xfrm>
            <a:off x="5489229" y="2281994"/>
            <a:ext cx="1213544"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51" name="Straight Connector 50">
            <a:extLst>
              <a:ext uri="{FF2B5EF4-FFF2-40B4-BE49-F238E27FC236}">
                <a16:creationId xmlns:a16="http://schemas.microsoft.com/office/drawing/2014/main" id="{51D6139D-EFC0-0D4C-B9E0-3C94971F9C3B}"/>
              </a:ext>
            </a:extLst>
          </p:cNvPr>
          <p:cNvCxnSpPr>
            <a:cxnSpLocks/>
            <a:stCxn id="17" idx="6"/>
            <a:endCxn id="22" idx="2"/>
          </p:cNvCxnSpPr>
          <p:nvPr/>
        </p:nvCxnSpPr>
        <p:spPr>
          <a:xfrm>
            <a:off x="5489229" y="2281994"/>
            <a:ext cx="1213544"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54" name="Straight Connector 53">
            <a:extLst>
              <a:ext uri="{FF2B5EF4-FFF2-40B4-BE49-F238E27FC236}">
                <a16:creationId xmlns:a16="http://schemas.microsoft.com/office/drawing/2014/main" id="{A5378B88-FF86-B049-83D7-6F1853C892ED}"/>
              </a:ext>
            </a:extLst>
          </p:cNvPr>
          <p:cNvCxnSpPr>
            <a:cxnSpLocks/>
            <a:endCxn id="23" idx="2"/>
          </p:cNvCxnSpPr>
          <p:nvPr/>
        </p:nvCxnSpPr>
        <p:spPr>
          <a:xfrm>
            <a:off x="5488031" y="2323454"/>
            <a:ext cx="1214742" cy="1006396"/>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57" name="Straight Connector 56">
            <a:extLst>
              <a:ext uri="{FF2B5EF4-FFF2-40B4-BE49-F238E27FC236}">
                <a16:creationId xmlns:a16="http://schemas.microsoft.com/office/drawing/2014/main" id="{32B086E7-DA45-E745-A51F-F7F1B400207A}"/>
              </a:ext>
            </a:extLst>
          </p:cNvPr>
          <p:cNvCxnSpPr>
            <a:cxnSpLocks/>
            <a:stCxn id="17" idx="6"/>
            <a:endCxn id="24" idx="2"/>
          </p:cNvCxnSpPr>
          <p:nvPr/>
        </p:nvCxnSpPr>
        <p:spPr>
          <a:xfrm>
            <a:off x="5489229" y="2281994"/>
            <a:ext cx="1213544" cy="1571783"/>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60" name="Straight Connector 59">
            <a:extLst>
              <a:ext uri="{FF2B5EF4-FFF2-40B4-BE49-F238E27FC236}">
                <a16:creationId xmlns:a16="http://schemas.microsoft.com/office/drawing/2014/main" id="{0BA1A2C1-6609-4C47-8A84-EC17522A3D71}"/>
              </a:ext>
            </a:extLst>
          </p:cNvPr>
          <p:cNvCxnSpPr>
            <a:cxnSpLocks/>
            <a:stCxn id="25" idx="6"/>
            <a:endCxn id="21" idx="2"/>
          </p:cNvCxnSpPr>
          <p:nvPr/>
        </p:nvCxnSpPr>
        <p:spPr>
          <a:xfrm flipV="1">
            <a:off x="5489229" y="2281994"/>
            <a:ext cx="1213544"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63" name="Straight Connector 62">
            <a:extLst>
              <a:ext uri="{FF2B5EF4-FFF2-40B4-BE49-F238E27FC236}">
                <a16:creationId xmlns:a16="http://schemas.microsoft.com/office/drawing/2014/main" id="{415C7995-70DA-2B44-A29A-31F1DF17506A}"/>
              </a:ext>
            </a:extLst>
          </p:cNvPr>
          <p:cNvCxnSpPr>
            <a:cxnSpLocks/>
            <a:stCxn id="25" idx="6"/>
            <a:endCxn id="22" idx="2"/>
          </p:cNvCxnSpPr>
          <p:nvPr/>
        </p:nvCxnSpPr>
        <p:spPr>
          <a:xfrm>
            <a:off x="5489229" y="2805922"/>
            <a:ext cx="1213544"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68" name="Straight Connector 67">
            <a:extLst>
              <a:ext uri="{FF2B5EF4-FFF2-40B4-BE49-F238E27FC236}">
                <a16:creationId xmlns:a16="http://schemas.microsoft.com/office/drawing/2014/main" id="{3D56101F-B386-254E-BA50-DECE59E48B08}"/>
              </a:ext>
            </a:extLst>
          </p:cNvPr>
          <p:cNvCxnSpPr>
            <a:cxnSpLocks/>
            <a:stCxn id="25" idx="6"/>
            <a:endCxn id="23" idx="2"/>
          </p:cNvCxnSpPr>
          <p:nvPr/>
        </p:nvCxnSpPr>
        <p:spPr>
          <a:xfrm>
            <a:off x="5489229" y="2805922"/>
            <a:ext cx="1213544"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71" name="Straight Connector 70">
            <a:extLst>
              <a:ext uri="{FF2B5EF4-FFF2-40B4-BE49-F238E27FC236}">
                <a16:creationId xmlns:a16="http://schemas.microsoft.com/office/drawing/2014/main" id="{233EDECC-FFB0-854A-8227-19249DB139ED}"/>
              </a:ext>
            </a:extLst>
          </p:cNvPr>
          <p:cNvCxnSpPr>
            <a:cxnSpLocks/>
            <a:stCxn id="25" idx="6"/>
            <a:endCxn id="24" idx="2"/>
          </p:cNvCxnSpPr>
          <p:nvPr/>
        </p:nvCxnSpPr>
        <p:spPr>
          <a:xfrm>
            <a:off x="5489229" y="2805922"/>
            <a:ext cx="1213544" cy="1047855"/>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74" name="Straight Connector 73">
            <a:extLst>
              <a:ext uri="{FF2B5EF4-FFF2-40B4-BE49-F238E27FC236}">
                <a16:creationId xmlns:a16="http://schemas.microsoft.com/office/drawing/2014/main" id="{FE8B77FD-888D-8242-AB7E-0239B712779F}"/>
              </a:ext>
            </a:extLst>
          </p:cNvPr>
          <p:cNvCxnSpPr>
            <a:cxnSpLocks/>
            <a:stCxn id="19" idx="6"/>
            <a:endCxn id="24" idx="2"/>
          </p:cNvCxnSpPr>
          <p:nvPr/>
        </p:nvCxnSpPr>
        <p:spPr>
          <a:xfrm>
            <a:off x="5489229" y="3329850"/>
            <a:ext cx="1213544" cy="523927"/>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78" name="Straight Connector 77">
            <a:extLst>
              <a:ext uri="{FF2B5EF4-FFF2-40B4-BE49-F238E27FC236}">
                <a16:creationId xmlns:a16="http://schemas.microsoft.com/office/drawing/2014/main" id="{29D535C1-35D1-A846-B4C6-046B3B444F80}"/>
              </a:ext>
            </a:extLst>
          </p:cNvPr>
          <p:cNvCxnSpPr>
            <a:cxnSpLocks/>
            <a:stCxn id="19" idx="6"/>
            <a:endCxn id="23" idx="2"/>
          </p:cNvCxnSpPr>
          <p:nvPr/>
        </p:nvCxnSpPr>
        <p:spPr>
          <a:xfrm>
            <a:off x="5489229" y="3329850"/>
            <a:ext cx="1213544"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81" name="Straight Connector 80">
            <a:extLst>
              <a:ext uri="{FF2B5EF4-FFF2-40B4-BE49-F238E27FC236}">
                <a16:creationId xmlns:a16="http://schemas.microsoft.com/office/drawing/2014/main" id="{310ED4B5-8747-5447-BDA3-40C533E9951F}"/>
              </a:ext>
            </a:extLst>
          </p:cNvPr>
          <p:cNvCxnSpPr>
            <a:cxnSpLocks/>
            <a:endCxn id="22" idx="2"/>
          </p:cNvCxnSpPr>
          <p:nvPr/>
        </p:nvCxnSpPr>
        <p:spPr>
          <a:xfrm flipV="1">
            <a:off x="5488031" y="2805922"/>
            <a:ext cx="1214742" cy="523928"/>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84" name="Straight Connector 83">
            <a:extLst>
              <a:ext uri="{FF2B5EF4-FFF2-40B4-BE49-F238E27FC236}">
                <a16:creationId xmlns:a16="http://schemas.microsoft.com/office/drawing/2014/main" id="{1A9A0BA8-B804-B04F-ACC1-830EF3D8A78E}"/>
              </a:ext>
            </a:extLst>
          </p:cNvPr>
          <p:cNvCxnSpPr>
            <a:cxnSpLocks/>
            <a:stCxn id="19" idx="6"/>
            <a:endCxn id="21" idx="2"/>
          </p:cNvCxnSpPr>
          <p:nvPr/>
        </p:nvCxnSpPr>
        <p:spPr>
          <a:xfrm flipV="1">
            <a:off x="5489229" y="2281994"/>
            <a:ext cx="1213544" cy="1047856"/>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89" name="Straight Connector 88">
            <a:extLst>
              <a:ext uri="{FF2B5EF4-FFF2-40B4-BE49-F238E27FC236}">
                <a16:creationId xmlns:a16="http://schemas.microsoft.com/office/drawing/2014/main" id="{19DD8668-538A-6E45-87D3-0FEA8E643482}"/>
              </a:ext>
            </a:extLst>
          </p:cNvPr>
          <p:cNvCxnSpPr>
            <a:cxnSpLocks/>
            <a:stCxn id="20" idx="6"/>
            <a:endCxn id="21" idx="2"/>
          </p:cNvCxnSpPr>
          <p:nvPr/>
        </p:nvCxnSpPr>
        <p:spPr>
          <a:xfrm flipV="1">
            <a:off x="5488031" y="2281994"/>
            <a:ext cx="1214742" cy="1571783"/>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92" name="Straight Connector 91">
            <a:extLst>
              <a:ext uri="{FF2B5EF4-FFF2-40B4-BE49-F238E27FC236}">
                <a16:creationId xmlns:a16="http://schemas.microsoft.com/office/drawing/2014/main" id="{AFE3CCB6-E7D1-6D45-892E-8A3D17DAC434}"/>
              </a:ext>
            </a:extLst>
          </p:cNvPr>
          <p:cNvCxnSpPr>
            <a:cxnSpLocks/>
            <a:stCxn id="20" idx="6"/>
            <a:endCxn id="22" idx="2"/>
          </p:cNvCxnSpPr>
          <p:nvPr/>
        </p:nvCxnSpPr>
        <p:spPr>
          <a:xfrm flipV="1">
            <a:off x="5488031" y="2805922"/>
            <a:ext cx="1214742" cy="1047855"/>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95" name="Straight Connector 94">
            <a:extLst>
              <a:ext uri="{FF2B5EF4-FFF2-40B4-BE49-F238E27FC236}">
                <a16:creationId xmlns:a16="http://schemas.microsoft.com/office/drawing/2014/main" id="{2A2DEFA4-BC67-E146-B24E-67CBCFCB4823}"/>
              </a:ext>
            </a:extLst>
          </p:cNvPr>
          <p:cNvCxnSpPr>
            <a:cxnSpLocks/>
            <a:stCxn id="20" idx="6"/>
            <a:endCxn id="23" idx="2"/>
          </p:cNvCxnSpPr>
          <p:nvPr/>
        </p:nvCxnSpPr>
        <p:spPr>
          <a:xfrm flipV="1">
            <a:off x="5488031" y="3329850"/>
            <a:ext cx="1214742" cy="523927"/>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98" name="Straight Connector 97">
            <a:extLst>
              <a:ext uri="{FF2B5EF4-FFF2-40B4-BE49-F238E27FC236}">
                <a16:creationId xmlns:a16="http://schemas.microsoft.com/office/drawing/2014/main" id="{21782B07-3231-D34C-B873-3D0E90245D00}"/>
              </a:ext>
            </a:extLst>
          </p:cNvPr>
          <p:cNvCxnSpPr>
            <a:cxnSpLocks/>
            <a:stCxn id="20" idx="6"/>
            <a:endCxn id="24" idx="2"/>
          </p:cNvCxnSpPr>
          <p:nvPr/>
        </p:nvCxnSpPr>
        <p:spPr>
          <a:xfrm>
            <a:off x="5488031" y="3853777"/>
            <a:ext cx="1214742" cy="0"/>
          </a:xfrm>
          <a:prstGeom prst="line">
            <a:avLst/>
          </a:prstGeom>
          <a:ln>
            <a:solidFill>
              <a:schemeClr val="tx2">
                <a:lumMod val="50000"/>
                <a:lumOff val="50000"/>
              </a:schemeClr>
            </a:solidFill>
          </a:ln>
        </p:spPr>
        <p:style>
          <a:lnRef idx="3">
            <a:schemeClr val="accent4"/>
          </a:lnRef>
          <a:fillRef idx="0">
            <a:schemeClr val="accent4"/>
          </a:fillRef>
          <a:effectRef idx="2">
            <a:schemeClr val="accent4"/>
          </a:effectRef>
          <a:fontRef idx="minor">
            <a:schemeClr val="tx1"/>
          </a:fontRef>
        </p:style>
      </p:cxnSp>
      <p:cxnSp>
        <p:nvCxnSpPr>
          <p:cNvPr id="101" name="Straight Arrow Connector 100">
            <a:extLst>
              <a:ext uri="{FF2B5EF4-FFF2-40B4-BE49-F238E27FC236}">
                <a16:creationId xmlns:a16="http://schemas.microsoft.com/office/drawing/2014/main" id="{A9F46C5D-574D-A94D-AEED-AC759026A613}"/>
              </a:ext>
            </a:extLst>
          </p:cNvPr>
          <p:cNvCxnSpPr>
            <a:cxnSpLocks/>
          </p:cNvCxnSpPr>
          <p:nvPr/>
        </p:nvCxnSpPr>
        <p:spPr>
          <a:xfrm>
            <a:off x="7205575" y="2281993"/>
            <a:ext cx="2581088" cy="693150"/>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03" name="Straight Arrow Connector 102">
            <a:extLst>
              <a:ext uri="{FF2B5EF4-FFF2-40B4-BE49-F238E27FC236}">
                <a16:creationId xmlns:a16="http://schemas.microsoft.com/office/drawing/2014/main" id="{F487BCC9-4EF6-1849-98E4-2AC6173785B2}"/>
              </a:ext>
            </a:extLst>
          </p:cNvPr>
          <p:cNvCxnSpPr>
            <a:cxnSpLocks/>
            <a:stCxn id="22" idx="6"/>
            <a:endCxn id="18" idx="2"/>
          </p:cNvCxnSpPr>
          <p:nvPr/>
        </p:nvCxnSpPr>
        <p:spPr>
          <a:xfrm>
            <a:off x="7206773" y="2805922"/>
            <a:ext cx="2579890" cy="159132"/>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06" name="Straight Arrow Connector 105">
            <a:extLst>
              <a:ext uri="{FF2B5EF4-FFF2-40B4-BE49-F238E27FC236}">
                <a16:creationId xmlns:a16="http://schemas.microsoft.com/office/drawing/2014/main" id="{AAB9B3F0-1DAE-414F-BC9B-AFB2DA7735AE}"/>
              </a:ext>
            </a:extLst>
          </p:cNvPr>
          <p:cNvCxnSpPr>
            <a:cxnSpLocks/>
            <a:stCxn id="23" idx="6"/>
            <a:endCxn id="18" idx="2"/>
          </p:cNvCxnSpPr>
          <p:nvPr/>
        </p:nvCxnSpPr>
        <p:spPr>
          <a:xfrm flipV="1">
            <a:off x="7206773" y="2965054"/>
            <a:ext cx="2579890" cy="364796"/>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09" name="Straight Arrow Connector 108">
            <a:extLst>
              <a:ext uri="{FF2B5EF4-FFF2-40B4-BE49-F238E27FC236}">
                <a16:creationId xmlns:a16="http://schemas.microsoft.com/office/drawing/2014/main" id="{59C95BB2-580F-6045-A0D4-1720432E1DFD}"/>
              </a:ext>
            </a:extLst>
          </p:cNvPr>
          <p:cNvCxnSpPr>
            <a:cxnSpLocks/>
            <a:stCxn id="24" idx="6"/>
            <a:endCxn id="18" idx="2"/>
          </p:cNvCxnSpPr>
          <p:nvPr/>
        </p:nvCxnSpPr>
        <p:spPr>
          <a:xfrm flipV="1">
            <a:off x="7206773" y="2965054"/>
            <a:ext cx="2579890" cy="888723"/>
          </a:xfrm>
          <a:prstGeom prst="straightConnector1">
            <a:avLst/>
          </a:prstGeom>
          <a:ln w="12700">
            <a:solidFill>
              <a:schemeClr val="tx2">
                <a:lumMod val="50000"/>
                <a:lumOff val="50000"/>
              </a:schemeClr>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redacted]"/>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6D62-8B26-464B-98A4-A9F1724CA334}"/>
              </a:ext>
            </a:extLst>
          </p:cNvPr>
          <p:cNvSpPr>
            <a:spLocks noGrp="1"/>
          </p:cNvSpPr>
          <p:nvPr>
            <p:ph type="title"/>
          </p:nvPr>
        </p:nvSpPr>
        <p:spPr/>
        <p:txBody>
          <a:bodyPr/>
          <a:lstStyle/>
          <a:p>
            <a:r>
              <a:rPr lang="en-US" dirty="0">
                <a:solidFill>
                  <a:schemeClr val="bg1"/>
                </a:solidFill>
              </a:rPr>
              <a:t>Competitive Landscape</a:t>
            </a:r>
          </a:p>
        </p:txBody>
      </p:sp>
      <p:sp>
        <p:nvSpPr>
          <p:cNvPr id="3" name="Rectangle 1">
            <a:extLst>
              <a:ext uri="{FF2B5EF4-FFF2-40B4-BE49-F238E27FC236}">
                <a16:creationId xmlns:a16="http://schemas.microsoft.com/office/drawing/2014/main" id="{2B3B5D68-9935-9D4F-97D5-E1AF4F19321A}"/>
              </a:ext>
            </a:extLst>
          </p:cNvPr>
          <p:cNvSpPr>
            <a:spLocks noChangeArrowheads="1"/>
          </p:cNvSpPr>
          <p:nvPr/>
        </p:nvSpPr>
        <p:spPr bwMode="auto">
          <a:xfrm>
            <a:off x="838202" y="2730408"/>
            <a:ext cx="488594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redacted]-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altLang="en-US" sz="2800" dirty="0">
                <a:solidFill>
                  <a:schemeClr val="bg1"/>
                </a:solidFill>
                <a:latin typeface="Garamond" panose="02020404030301010803" pitchFamily="18" charset="0"/>
              </a:rPr>
              <a:t>Ambient is positioned at the intersection of multiple segments in order to provide a tailored solution for the indoor farming beachhead market.</a:t>
            </a:r>
            <a:endParaRPr lang="en-US" altLang="en-US" sz="2800" dirty="0">
              <a:solidFill>
                <a:schemeClr val="bg1"/>
              </a:solidFill>
            </a:endParaRPr>
          </a:p>
          <a:p>
            <a:pPr algn="ctr" defTabSz="914377" eaLnBrk="0" fontAlgn="base" hangingPunct="0">
              <a:spcBef>
                <a:spcPct val="0"/>
              </a:spcBef>
              <a:spcAft>
                <a:spcPct val="0"/>
              </a:spcAft>
            </a:pPr>
            <a:r>
              <a:rPr lang="en-US" altLang="en-US" sz="2800" dirty="0">
                <a:solidFill>
                  <a:schemeClr val="bg1"/>
                </a:solidFill>
                <a:latin typeface="Arial" panose="020B0604020202020204" pitchFamily="34" charset="0"/>
              </a:rPr>
              <a:t>        </a:t>
            </a:r>
          </a:p>
        </p:txBody>
      </p:sp>
      <p:pic>
        <p:nvPicPr>
          <p:cNvPr id="9" name="Picture 8" descr="Chart&#10;&#10;Description automatically generated">
            <a:extLst>
              <a:ext uri="{FF2B5EF4-FFF2-40B4-BE49-F238E27FC236}">
                <a16:creationId xmlns:a16="http://schemas.microsoft.com/office/drawing/2014/main" id="{ED90C94B-CCD0-0845-967A-5AAF28DE7CCE}"/>
              </a:ext>
            </a:extLst>
          </p:cNvPr>
          <p:cNvPicPr>
            <a:picLocks noChangeAspect="1"/>
          </p:cNvPicPr>
          <p:nvPr/>
        </p:nvPicPr>
        <p:blipFill rotWithShape="1">
          <a:blip r:embed="rId2">
            <a:extLst>
              <a:ext uri="{28A0092B-C50C-407E-A947-70E740481C1C}">
                <a14:useLocalDpi xmlns:a14="http://schemas.microsoft.com/office/drawing/2010/main" val="0"/>
              </a:ext>
            </a:extLst>
          </a:blip>
          <a:srcRect t="894"/>
          <a:stretch/>
        </p:blipFill>
        <p:spPr>
          <a:xfrm>
            <a:off x="5052647" y="365126"/>
            <a:ext cx="7543800" cy="6672753"/>
          </a:xfrm>
          <a:prstGeom prst="rect">
            <a:avLst/>
          </a:prstGeom>
        </p:spPr>
      </p:pic>
      <p:sp>
        <p:nvSpPr>
          <p:cNvPr id="5" name="Slide Number Placeholder 1">
            <a:extLst>
              <a:ext uri="{FF2B5EF4-FFF2-40B4-BE49-F238E27FC236}">
                <a16:creationId xmlns:a16="http://schemas.microsoft.com/office/drawing/2014/main" id="{023CC952-DA77-1B4A-AB42-EFBAC6A55B57}"/>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8</a:t>
            </a:fld>
            <a:endParaRPr lang="ar-LY" b="1" dirty="0"/>
          </a:p>
        </p:txBody>
      </p:sp>
    </p:spTree>
    <p:extLst>
      <p:ext uri="{BB962C8B-B14F-4D97-AF65-F5344CB8AC3E}">
        <p14:creationId xmlns:p14="http://schemas.microsoft.com/office/powerpoint/2010/main" val="1106804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C4BC-0097-9F40-B994-EDD59FEAF7BC}"/>
              </a:ext>
            </a:extLst>
          </p:cNvPr>
          <p:cNvSpPr>
            <a:spLocks noGrp="1"/>
          </p:cNvSpPr>
          <p:nvPr>
            <p:ph type="title"/>
          </p:nvPr>
        </p:nvSpPr>
        <p:spPr/>
        <p:txBody>
          <a:bodyPr/>
          <a:lstStyle/>
          <a:p>
            <a:r>
              <a:rPr lang="en-US" dirty="0">
                <a:solidFill>
                  <a:schemeClr val="bg1"/>
                </a:solidFill>
              </a:rPr>
              <a:t>Competitive </a:t>
            </a:r>
            <a:r>
              <a:rPr lang="en-US" dirty="0"/>
              <a:t>Benchmark</a:t>
            </a:r>
            <a:endParaRPr lang="en-US" dirty="0">
              <a:solidFill>
                <a:schemeClr val="bg1"/>
              </a:solidFill>
            </a:endParaRPr>
          </a:p>
        </p:txBody>
      </p:sp>
      <p:graphicFrame>
        <p:nvGraphicFramePr>
          <p:cNvPr id="3" name="Table 2">
            <a:extLst>
              <a:ext uri="{FF2B5EF4-FFF2-40B4-BE49-F238E27FC236}">
                <a16:creationId xmlns:a16="http://schemas.microsoft.com/office/drawing/2014/main" id="{BE32194B-66F2-9344-9045-71D3F235B2D4}"/>
              </a:ext>
            </a:extLst>
          </p:cNvPr>
          <p:cNvGraphicFramePr>
            <a:graphicFrameLocks noGrp="1"/>
          </p:cNvGraphicFramePr>
          <p:nvPr>
            <p:extLst>
              <p:ext uri="{D42A27DB-BD31-4B8C-83A1-F6EECF244321}">
                <p14:modId xmlns:p14="http://schemas.microsoft.com/office/powerpoint/2010/main" val="[redacted]"/>
              </p:ext>
            </p:extLst>
          </p:nvPr>
        </p:nvGraphicFramePr>
        <p:xfrm>
          <a:off x="752472" y="1626438"/>
          <a:ext cx="10853738" cy="4526295"/>
        </p:xfrm>
        <a:graphic>
          <a:graphicData uri="http://schemas.openxmlformats.org/drawingml/2006/table">
            <a:tbl>
              <a:tblPr/>
              <a:tblGrid>
                <a:gridCol w="2833691">
                  <a:extLst>
                    <a:ext uri="{9D8B030D-6E8A-4147-A177-3AD203B41FA5}">
                      <a16:colId xmlns:a16="http://schemas.microsoft.com/office/drawing/2014/main" val="285793511"/>
                    </a:ext>
                  </a:extLst>
                </a:gridCol>
                <a:gridCol w="2015058">
                  <a:extLst>
                    <a:ext uri="{9D8B030D-6E8A-4147-A177-3AD203B41FA5}">
                      <a16:colId xmlns:a16="http://schemas.microsoft.com/office/drawing/2014/main" val="[redacted]"/>
                    </a:ext>
                  </a:extLst>
                </a:gridCol>
                <a:gridCol w="2001663">
                  <a:extLst>
                    <a:ext uri="{9D8B030D-6E8A-4147-A177-3AD203B41FA5}">
                      <a16:colId xmlns:a16="http://schemas.microsoft.com/office/drawing/2014/main" val="33867107"/>
                    </a:ext>
                  </a:extLst>
                </a:gridCol>
                <a:gridCol w="2001663">
                  <a:extLst>
                    <a:ext uri="{9D8B030D-6E8A-4147-A177-3AD203B41FA5}">
                      <a16:colId xmlns:a16="http://schemas.microsoft.com/office/drawing/2014/main" val="1904074191"/>
                    </a:ext>
                  </a:extLst>
                </a:gridCol>
                <a:gridCol w="2001663">
                  <a:extLst>
                    <a:ext uri="{9D8B030D-6E8A-4147-A177-3AD203B41FA5}">
                      <a16:colId xmlns:a16="http://schemas.microsoft.com/office/drawing/2014/main" val="660484743"/>
                    </a:ext>
                  </a:extLst>
                </a:gridCol>
              </a:tblGrid>
              <a:tr h="678181">
                <a:tc>
                  <a:txBody>
                    <a:bodyPr/>
                    <a:lstStyle/>
                    <a:p>
                      <a:pPr fontAlgn="ctr"/>
                      <a:r>
                        <a:rPr lang="en-CA" sz="1600" dirty="0">
                          <a:solidFill>
                            <a:schemeClr val="bg1"/>
                          </a:solidFill>
                          <a:effectLst/>
                        </a:rPr>
                        <a:t> </a:t>
                      </a: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Ambient</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Autogrow</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75F</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Johnson Controls</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redacted]"/>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Segment</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Multiple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Indoor Farming Controller</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a:solidFill>
                            <a:schemeClr val="bg1"/>
                          </a:solidFill>
                          <a:effectLst/>
                          <a:latin typeface="+mn-lt"/>
                        </a:rPr>
                        <a:t>Smart Buildings</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OEM</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76544193"/>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Proximity to Customer</a:t>
                      </a:r>
                      <a:endParaRPr lang="en-CA" sz="1500" dirty="0">
                        <a:solidFill>
                          <a:schemeClr val="bg1"/>
                        </a:solidFill>
                        <a:effectLst/>
                        <a:latin typeface="+mn-lt"/>
                      </a:endParaRPr>
                    </a:p>
                    <a:p>
                      <a:pPr rtl="0" fontAlgn="ctr">
                        <a:spcBef>
                          <a:spcPts val="0"/>
                        </a:spcBef>
                        <a:spcAft>
                          <a:spcPts val="0"/>
                        </a:spcAft>
                      </a:pPr>
                      <a:r>
                        <a:rPr lang="en-CA" sz="1500" b="1" i="0" u="none" strike="noStrike" dirty="0">
                          <a:solidFill>
                            <a:schemeClr val="bg1"/>
                          </a:solidFill>
                          <a:effectLst/>
                          <a:latin typeface="+mn-lt"/>
                        </a:rPr>
                        <a:t>(Low Logistics Cost)</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414021">
                <a:tc>
                  <a:txBody>
                    <a:bodyPr/>
                    <a:lstStyle/>
                    <a:p>
                      <a:pPr rtl="0" fontAlgn="ctr">
                        <a:spcBef>
                          <a:spcPts val="0"/>
                        </a:spcBef>
                        <a:spcAft>
                          <a:spcPts val="0"/>
                        </a:spcAft>
                      </a:pPr>
                      <a:r>
                        <a:rPr lang="en-CA" sz="1500" b="1" i="0" u="none" strike="noStrike" dirty="0">
                          <a:solidFill>
                            <a:schemeClr val="bg1"/>
                          </a:solidFill>
                          <a:effectLst/>
                          <a:latin typeface="+mn-lt"/>
                        </a:rPr>
                        <a:t>Indoor Farming Features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8250515"/>
                  </a:ext>
                </a:extLst>
              </a:tr>
              <a:tr h="414021">
                <a:tc>
                  <a:txBody>
                    <a:bodyPr/>
                    <a:lstStyle/>
                    <a:p>
                      <a:pPr rtl="0" fontAlgn="ctr">
                        <a:spcBef>
                          <a:spcPts val="0"/>
                        </a:spcBef>
                        <a:spcAft>
                          <a:spcPts val="0"/>
                        </a:spcAft>
                      </a:pPr>
                      <a:r>
                        <a:rPr lang="en-CA" sz="1500" b="1" i="0" u="none" strike="noStrike" dirty="0">
                          <a:solidFill>
                            <a:schemeClr val="bg1"/>
                          </a:solidFill>
                          <a:effectLst/>
                          <a:latin typeface="+mn-lt"/>
                        </a:rPr>
                        <a:t>Modern Web-based UI</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a:solidFill>
                            <a:schemeClr val="bg1"/>
                          </a:solidFill>
                          <a:effectLst/>
                          <a:latin typeface="+mn-lt"/>
                        </a:rPr>
                        <a:t>Some</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7870103"/>
                  </a:ext>
                </a:extLst>
              </a:tr>
              <a:tr h="414021">
                <a:tc>
                  <a:txBody>
                    <a:bodyPr/>
                    <a:lstStyle/>
                    <a:p>
                      <a:pPr rtl="0" fontAlgn="ctr">
                        <a:spcBef>
                          <a:spcPts val="0"/>
                        </a:spcBef>
                        <a:spcAft>
                          <a:spcPts val="0"/>
                        </a:spcAft>
                      </a:pPr>
                      <a:r>
                        <a:rPr lang="en-CA" sz="1500" b="1" i="0" u="none" strike="noStrike">
                          <a:solidFill>
                            <a:schemeClr val="bg1"/>
                          </a:solidFill>
                          <a:effectLst/>
                          <a:latin typeface="+mn-lt"/>
                        </a:rPr>
                        <a:t>Wireless IoT Network</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54290102"/>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Advanced Optimization Methods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Machine</a:t>
                      </a:r>
                    </a:p>
                    <a:p>
                      <a:pPr algn="ctr" rtl="0" fontAlgn="ctr">
                        <a:spcBef>
                          <a:spcPts val="0"/>
                        </a:spcBef>
                        <a:spcAft>
                          <a:spcPts val="0"/>
                        </a:spcAft>
                      </a:pPr>
                      <a:r>
                        <a:rPr lang="en-CA" sz="1500" b="0" i="0" u="none" strike="noStrike" dirty="0">
                          <a:solidFill>
                            <a:schemeClr val="bg1"/>
                          </a:solidFill>
                          <a:effectLst/>
                          <a:latin typeface="+mn-lt"/>
                        </a:rPr>
                        <a:t>Learning</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a:solidFill>
                            <a:schemeClr val="bg1"/>
                          </a:solidFill>
                          <a:effectLst/>
                          <a:latin typeface="+mn-lt"/>
                        </a:rPr>
                        <a:t>No</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Some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Some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637541">
                <a:tc>
                  <a:txBody>
                    <a:bodyPr/>
                    <a:lstStyle/>
                    <a:p>
                      <a:pPr rtl="0" fontAlgn="ctr">
                        <a:spcBef>
                          <a:spcPts val="0"/>
                        </a:spcBef>
                        <a:spcAft>
                          <a:spcPts val="0"/>
                        </a:spcAft>
                      </a:pPr>
                      <a:r>
                        <a:rPr lang="en-CA" sz="1500" b="1" i="0" u="none" strike="noStrike">
                          <a:solidFill>
                            <a:schemeClr val="bg1"/>
                          </a:solidFill>
                          <a:effectLst/>
                          <a:latin typeface="+mn-lt"/>
                        </a:rPr>
                        <a:t>Pricing</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a:t>
                      </a:r>
                      <a:endParaRPr lang="en-CA" sz="1500" dirty="0">
                        <a:solidFill>
                          <a:schemeClr val="bg1"/>
                        </a:solidFill>
                        <a:effectLst/>
                        <a:latin typeface="+mn-lt"/>
                      </a:endParaRPr>
                    </a:p>
                    <a:p>
                      <a:pPr algn="ctr" rtl="0" fontAlgn="ctr">
                        <a:spcBef>
                          <a:spcPts val="0"/>
                        </a:spcBef>
                        <a:spcAft>
                          <a:spcPts val="0"/>
                        </a:spcAft>
                      </a:pPr>
                      <a:r>
                        <a:rPr lang="en-CA" sz="1500" b="0" i="0" u="none" strike="noStrike" dirty="0">
                          <a:solidFill>
                            <a:schemeClr val="bg1"/>
                          </a:solidFill>
                          <a:effectLst/>
                          <a:latin typeface="+mn-lt"/>
                        </a:rPr>
                        <a:t>(based on area)</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$3000 for one unit + Installation Fees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 </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bl>
          </a:graphicData>
        </a:graphic>
      </p:graphicFrame>
      <p:pic>
        <p:nvPicPr>
          <p:cNvPr id="4" name="Google Shape;215;p29">
            <a:extLst>
              <a:ext uri="{FF2B5EF4-FFF2-40B4-BE49-F238E27FC236}">
                <a16:creationId xmlns:a16="http://schemas.microsoft.com/office/drawing/2014/main" id="{63E7D9BB-72F5-3641-8F1E-F7AE0FD18F0D}"/>
              </a:ext>
            </a:extLst>
          </p:cNvPr>
          <p:cNvPicPr preferRelativeResize="0"/>
          <p:nvPr/>
        </p:nvPicPr>
        <p:blipFill>
          <a:blip r:embed="rId3">
            <a:alphaModFix/>
            <a:lum bright="70000" contrast="-70000"/>
          </a:blip>
          <a:stretch>
            <a:fillRect/>
          </a:stretch>
        </p:blipFill>
        <p:spPr>
          <a:xfrm>
            <a:off x="3677054" y="3642660"/>
            <a:ext cx="305351" cy="305351"/>
          </a:xfrm>
          <a:prstGeom prst="rect">
            <a:avLst/>
          </a:prstGeom>
          <a:noFill/>
          <a:ln>
            <a:noFill/>
          </a:ln>
        </p:spPr>
      </p:pic>
      <p:pic>
        <p:nvPicPr>
          <p:cNvPr id="5" name="Google Shape;219;p29">
            <a:extLst>
              <a:ext uri="{FF2B5EF4-FFF2-40B4-BE49-F238E27FC236}">
                <a16:creationId xmlns:a16="http://schemas.microsoft.com/office/drawing/2014/main" id="{26FD8721-D7E9-9846-BCF1-577F3733136E}"/>
              </a:ext>
            </a:extLst>
          </p:cNvPr>
          <p:cNvPicPr preferRelativeResize="0"/>
          <p:nvPr/>
        </p:nvPicPr>
        <p:blipFill>
          <a:blip r:embed="rId3">
            <a:alphaModFix/>
            <a:lum bright="70000" contrast="-70000"/>
          </a:blip>
          <a:stretch>
            <a:fillRect/>
          </a:stretch>
        </p:blipFill>
        <p:spPr>
          <a:xfrm>
            <a:off x="3677053" y="3124565"/>
            <a:ext cx="305351" cy="305351"/>
          </a:xfrm>
          <a:prstGeom prst="rect">
            <a:avLst/>
          </a:prstGeom>
          <a:noFill/>
          <a:ln>
            <a:noFill/>
          </a:ln>
        </p:spPr>
      </p:pic>
      <p:pic>
        <p:nvPicPr>
          <p:cNvPr id="6" name="Google Shape;222;p29">
            <a:extLst>
              <a:ext uri="{FF2B5EF4-FFF2-40B4-BE49-F238E27FC236}">
                <a16:creationId xmlns:a16="http://schemas.microsoft.com/office/drawing/2014/main" id="{DBA6DAF4-CB0D-934B-935B-EEE8242964C9}"/>
              </a:ext>
            </a:extLst>
          </p:cNvPr>
          <p:cNvPicPr preferRelativeResize="0"/>
          <p:nvPr/>
        </p:nvPicPr>
        <p:blipFill>
          <a:blip r:embed="rId3">
            <a:alphaModFix/>
            <a:lum bright="70000" contrast="-70000"/>
          </a:blip>
          <a:stretch>
            <a:fillRect/>
          </a:stretch>
        </p:blipFill>
        <p:spPr>
          <a:xfrm>
            <a:off x="3677054" y="4072171"/>
            <a:ext cx="305351" cy="305351"/>
          </a:xfrm>
          <a:prstGeom prst="rect">
            <a:avLst/>
          </a:prstGeom>
          <a:noFill/>
          <a:ln>
            <a:noFill/>
          </a:ln>
        </p:spPr>
      </p:pic>
      <p:pic>
        <p:nvPicPr>
          <p:cNvPr id="7" name="Google Shape;227;p29">
            <a:extLst>
              <a:ext uri="{FF2B5EF4-FFF2-40B4-BE49-F238E27FC236}">
                <a16:creationId xmlns:a16="http://schemas.microsoft.com/office/drawing/2014/main" id="{533F4CF7-9E93-6C48-9384-754D414EEB69}"/>
              </a:ext>
            </a:extLst>
          </p:cNvPr>
          <p:cNvPicPr preferRelativeResize="0"/>
          <p:nvPr/>
        </p:nvPicPr>
        <p:blipFill>
          <a:blip r:embed="rId3">
            <a:alphaModFix/>
            <a:lum bright="70000" contrast="-70000"/>
          </a:blip>
          <a:stretch>
            <a:fillRect/>
          </a:stretch>
        </p:blipFill>
        <p:spPr>
          <a:xfrm>
            <a:off x="3677054" y="4483677"/>
            <a:ext cx="305351" cy="305351"/>
          </a:xfrm>
          <a:prstGeom prst="rect">
            <a:avLst/>
          </a:prstGeom>
          <a:noFill/>
          <a:ln>
            <a:noFill/>
          </a:ln>
        </p:spPr>
      </p:pic>
      <p:pic>
        <p:nvPicPr>
          <p:cNvPr id="8" name="Google Shape;230;p29">
            <a:extLst>
              <a:ext uri="{FF2B5EF4-FFF2-40B4-BE49-F238E27FC236}">
                <a16:creationId xmlns:a16="http://schemas.microsoft.com/office/drawing/2014/main" id="{7A6D2AB9-2C88-884B-8089-B5D365E4C5EE}"/>
              </a:ext>
            </a:extLst>
          </p:cNvPr>
          <p:cNvPicPr preferRelativeResize="0"/>
          <p:nvPr/>
        </p:nvPicPr>
        <p:blipFill>
          <a:blip r:embed="rId3">
            <a:alphaModFix/>
            <a:lum bright="70000" contrast="-70000"/>
          </a:blip>
          <a:stretch>
            <a:fillRect/>
          </a:stretch>
        </p:blipFill>
        <p:spPr>
          <a:xfrm>
            <a:off x="3677054" y="5044557"/>
            <a:ext cx="305351" cy="305351"/>
          </a:xfrm>
          <a:prstGeom prst="rect">
            <a:avLst/>
          </a:prstGeom>
          <a:noFill/>
          <a:ln>
            <a:noFill/>
          </a:ln>
        </p:spPr>
      </p:pic>
      <p:pic>
        <p:nvPicPr>
          <p:cNvPr id="14" name="Google Shape;216;p29">
            <a:extLst>
              <a:ext uri="{FF2B5EF4-FFF2-40B4-BE49-F238E27FC236}">
                <a16:creationId xmlns:a16="http://schemas.microsoft.com/office/drawing/2014/main" id="{C209BF39-F140-944B-9A10-7675C9A93A47}"/>
              </a:ext>
            </a:extLst>
          </p:cNvPr>
          <p:cNvPicPr preferRelativeResize="0"/>
          <p:nvPr/>
        </p:nvPicPr>
        <p:blipFill>
          <a:blip r:embed="rId4">
            <a:alphaModFix/>
            <a:duotone>
              <a:schemeClr val="bg2">
                <a:shade val="45000"/>
                <a:satMod val="135000"/>
              </a:schemeClr>
              <a:prstClr val="white"/>
            </a:duotone>
          </a:blip>
          <a:stretch>
            <a:fillRect/>
          </a:stretch>
        </p:blipFill>
        <p:spPr>
          <a:xfrm>
            <a:off x="5714313" y="3091660"/>
            <a:ext cx="305351" cy="305351"/>
          </a:xfrm>
          <a:prstGeom prst="rect">
            <a:avLst/>
          </a:prstGeom>
          <a:noFill/>
          <a:ln>
            <a:noFill/>
          </a:ln>
        </p:spPr>
      </p:pic>
      <p:pic>
        <p:nvPicPr>
          <p:cNvPr id="15" name="Google Shape;216;p29">
            <a:extLst>
              <a:ext uri="{FF2B5EF4-FFF2-40B4-BE49-F238E27FC236}">
                <a16:creationId xmlns:a16="http://schemas.microsoft.com/office/drawing/2014/main" id="{B7668DFF-EFCE-964C-9725-6E59FF010C17}"/>
              </a:ext>
            </a:extLst>
          </p:cNvPr>
          <p:cNvPicPr preferRelativeResize="0"/>
          <p:nvPr/>
        </p:nvPicPr>
        <p:blipFill>
          <a:blip r:embed="rId4">
            <a:alphaModFix/>
            <a:duotone>
              <a:schemeClr val="bg2">
                <a:shade val="45000"/>
                <a:satMod val="135000"/>
              </a:schemeClr>
              <a:prstClr val="white"/>
            </a:duotone>
          </a:blip>
          <a:stretch>
            <a:fillRect/>
          </a:stretch>
        </p:blipFill>
        <p:spPr>
          <a:xfrm>
            <a:off x="5714313" y="4055238"/>
            <a:ext cx="305351" cy="305351"/>
          </a:xfrm>
          <a:prstGeom prst="rect">
            <a:avLst/>
          </a:prstGeom>
          <a:noFill/>
          <a:ln>
            <a:noFill/>
          </a:ln>
        </p:spPr>
      </p:pic>
      <p:pic>
        <p:nvPicPr>
          <p:cNvPr id="16" name="Google Shape;216;p29">
            <a:extLst>
              <a:ext uri="{FF2B5EF4-FFF2-40B4-BE49-F238E27FC236}">
                <a16:creationId xmlns:a16="http://schemas.microsoft.com/office/drawing/2014/main" id="{4F40A6B9-0732-B242-9985-FDD91B03428C}"/>
              </a:ext>
            </a:extLst>
          </p:cNvPr>
          <p:cNvPicPr preferRelativeResize="0"/>
          <p:nvPr/>
        </p:nvPicPr>
        <p:blipFill>
          <a:blip r:embed="rId4">
            <a:alphaModFix/>
            <a:duotone>
              <a:schemeClr val="bg2">
                <a:shade val="45000"/>
                <a:satMod val="135000"/>
              </a:schemeClr>
              <a:prstClr val="white"/>
            </a:duotone>
          </a:blip>
          <a:stretch>
            <a:fillRect/>
          </a:stretch>
        </p:blipFill>
        <p:spPr>
          <a:xfrm>
            <a:off x="5714313" y="4466744"/>
            <a:ext cx="305351" cy="305351"/>
          </a:xfrm>
          <a:prstGeom prst="rect">
            <a:avLst/>
          </a:prstGeom>
          <a:noFill/>
          <a:ln>
            <a:noFill/>
          </a:ln>
        </p:spPr>
      </p:pic>
      <p:pic>
        <p:nvPicPr>
          <p:cNvPr id="17" name="Google Shape;216;p29">
            <a:extLst>
              <a:ext uri="{FF2B5EF4-FFF2-40B4-BE49-F238E27FC236}">
                <a16:creationId xmlns:a16="http://schemas.microsoft.com/office/drawing/2014/main" id="{F2B4A95F-6EBD-DA41-A5FD-E5ACBB6E4C6D}"/>
              </a:ext>
            </a:extLst>
          </p:cNvPr>
          <p:cNvPicPr preferRelativeResize="0"/>
          <p:nvPr/>
        </p:nvPicPr>
        <p:blipFill>
          <a:blip r:embed="rId4">
            <a:alphaModFix/>
            <a:duotone>
              <a:schemeClr val="bg2">
                <a:shade val="45000"/>
                <a:satMod val="135000"/>
              </a:schemeClr>
              <a:prstClr val="white"/>
            </a:duotone>
          </a:blip>
          <a:stretch>
            <a:fillRect/>
          </a:stretch>
        </p:blipFill>
        <p:spPr>
          <a:xfrm>
            <a:off x="5714313" y="5027624"/>
            <a:ext cx="305351" cy="305351"/>
          </a:xfrm>
          <a:prstGeom prst="rect">
            <a:avLst/>
          </a:prstGeom>
          <a:noFill/>
          <a:ln>
            <a:noFill/>
          </a:ln>
        </p:spPr>
      </p:pic>
      <p:pic>
        <p:nvPicPr>
          <p:cNvPr id="18" name="Google Shape;215;p29">
            <a:extLst>
              <a:ext uri="{FF2B5EF4-FFF2-40B4-BE49-F238E27FC236}">
                <a16:creationId xmlns:a16="http://schemas.microsoft.com/office/drawing/2014/main" id="{85591DDA-D7E0-3C44-B4CF-FF[redacted]}"/>
              </a:ext>
            </a:extLst>
          </p:cNvPr>
          <p:cNvPicPr preferRelativeResize="0"/>
          <p:nvPr/>
        </p:nvPicPr>
        <p:blipFill>
          <a:blip r:embed="rId3">
            <a:alphaModFix/>
            <a:lum bright="70000" contrast="-70000"/>
          </a:blip>
          <a:stretch>
            <a:fillRect/>
          </a:stretch>
        </p:blipFill>
        <p:spPr>
          <a:xfrm>
            <a:off x="5714313" y="3625727"/>
            <a:ext cx="305351" cy="305351"/>
          </a:xfrm>
          <a:prstGeom prst="rect">
            <a:avLst/>
          </a:prstGeom>
          <a:noFill/>
          <a:ln>
            <a:noFill/>
          </a:ln>
        </p:spPr>
      </p:pic>
      <p:pic>
        <p:nvPicPr>
          <p:cNvPr id="19" name="Google Shape;215;p29">
            <a:extLst>
              <a:ext uri="{FF2B5EF4-FFF2-40B4-BE49-F238E27FC236}">
                <a16:creationId xmlns:a16="http://schemas.microsoft.com/office/drawing/2014/main" id="{F6C4814F-C657-7041-8DF1-2918C9F18327}"/>
              </a:ext>
            </a:extLst>
          </p:cNvPr>
          <p:cNvPicPr preferRelativeResize="0"/>
          <p:nvPr/>
        </p:nvPicPr>
        <p:blipFill>
          <a:blip r:embed="rId3">
            <a:alphaModFix/>
            <a:lum bright="70000" contrast="-70000"/>
          </a:blip>
          <a:stretch>
            <a:fillRect/>
          </a:stretch>
        </p:blipFill>
        <p:spPr>
          <a:xfrm>
            <a:off x="7674321" y="4055238"/>
            <a:ext cx="305351" cy="305351"/>
          </a:xfrm>
          <a:prstGeom prst="rect">
            <a:avLst/>
          </a:prstGeom>
          <a:noFill/>
          <a:ln>
            <a:noFill/>
          </a:ln>
        </p:spPr>
      </p:pic>
      <p:pic>
        <p:nvPicPr>
          <p:cNvPr id="20" name="Google Shape;215;p29">
            <a:extLst>
              <a:ext uri="{FF2B5EF4-FFF2-40B4-BE49-F238E27FC236}">
                <a16:creationId xmlns:a16="http://schemas.microsoft.com/office/drawing/2014/main" id="{D7D24DD2-C5F8-954A-A48B-38D1653D8003}"/>
              </a:ext>
            </a:extLst>
          </p:cNvPr>
          <p:cNvPicPr preferRelativeResize="0"/>
          <p:nvPr/>
        </p:nvPicPr>
        <p:blipFill>
          <a:blip r:embed="rId3">
            <a:alphaModFix/>
            <a:lum bright="70000" contrast="-70000"/>
          </a:blip>
          <a:stretch>
            <a:fillRect/>
          </a:stretch>
        </p:blipFill>
        <p:spPr>
          <a:xfrm>
            <a:off x="7674321" y="4456356"/>
            <a:ext cx="305351" cy="305351"/>
          </a:xfrm>
          <a:prstGeom prst="rect">
            <a:avLst/>
          </a:prstGeom>
          <a:noFill/>
          <a:ln>
            <a:noFill/>
          </a:ln>
        </p:spPr>
      </p:pic>
      <p:pic>
        <p:nvPicPr>
          <p:cNvPr id="21" name="Google Shape;216;p29">
            <a:extLst>
              <a:ext uri="{FF2B5EF4-FFF2-40B4-BE49-F238E27FC236}">
                <a16:creationId xmlns:a16="http://schemas.microsoft.com/office/drawing/2014/main" id="{148AD170-3314-1C4C-9537-FE95A6AC749F}"/>
              </a:ext>
            </a:extLst>
          </p:cNvPr>
          <p:cNvPicPr preferRelativeResize="0"/>
          <p:nvPr/>
        </p:nvPicPr>
        <p:blipFill>
          <a:blip r:embed="rId4">
            <a:alphaModFix/>
            <a:duotone>
              <a:schemeClr val="bg2">
                <a:shade val="45000"/>
                <a:satMod val="135000"/>
              </a:schemeClr>
              <a:prstClr val="white"/>
            </a:duotone>
          </a:blip>
          <a:stretch>
            <a:fillRect/>
          </a:stretch>
        </p:blipFill>
        <p:spPr>
          <a:xfrm>
            <a:off x="7648686" y="3107632"/>
            <a:ext cx="305351" cy="305351"/>
          </a:xfrm>
          <a:prstGeom prst="rect">
            <a:avLst/>
          </a:prstGeom>
          <a:noFill/>
          <a:ln>
            <a:noFill/>
          </a:ln>
        </p:spPr>
      </p:pic>
      <p:pic>
        <p:nvPicPr>
          <p:cNvPr id="22" name="Google Shape;216;p29">
            <a:extLst>
              <a:ext uri="{FF2B5EF4-FFF2-40B4-BE49-F238E27FC236}">
                <a16:creationId xmlns:a16="http://schemas.microsoft.com/office/drawing/2014/main" id="{940BC61D-DFBD-A342-AE7D-8FF6C63C0C44}"/>
              </a:ext>
            </a:extLst>
          </p:cNvPr>
          <p:cNvPicPr preferRelativeResize="0"/>
          <p:nvPr/>
        </p:nvPicPr>
        <p:blipFill>
          <a:blip r:embed="rId4">
            <a:alphaModFix/>
            <a:duotone>
              <a:schemeClr val="bg2">
                <a:shade val="45000"/>
                <a:satMod val="135000"/>
              </a:schemeClr>
              <a:prstClr val="white"/>
            </a:duotone>
          </a:blip>
          <a:stretch>
            <a:fillRect/>
          </a:stretch>
        </p:blipFill>
        <p:spPr>
          <a:xfrm>
            <a:off x="7674321" y="3625727"/>
            <a:ext cx="305351" cy="305351"/>
          </a:xfrm>
          <a:prstGeom prst="rect">
            <a:avLst/>
          </a:prstGeom>
          <a:noFill/>
          <a:ln>
            <a:noFill/>
          </a:ln>
        </p:spPr>
      </p:pic>
      <p:pic>
        <p:nvPicPr>
          <p:cNvPr id="23" name="Google Shape;216;p29">
            <a:extLst>
              <a:ext uri="{FF2B5EF4-FFF2-40B4-BE49-F238E27FC236}">
                <a16:creationId xmlns:a16="http://schemas.microsoft.com/office/drawing/2014/main" id="{54A182E0-8AB9-454A-9065-8CA6BA1C5E5C}"/>
              </a:ext>
            </a:extLst>
          </p:cNvPr>
          <p:cNvPicPr preferRelativeResize="0"/>
          <p:nvPr/>
        </p:nvPicPr>
        <p:blipFill>
          <a:blip r:embed="rId4">
            <a:alphaModFix/>
            <a:duotone>
              <a:schemeClr val="bg2">
                <a:shade val="45000"/>
                <a:satMod val="135000"/>
              </a:schemeClr>
              <a:prstClr val="white"/>
            </a:duotone>
          </a:blip>
          <a:stretch>
            <a:fillRect/>
          </a:stretch>
        </p:blipFill>
        <p:spPr>
          <a:xfrm>
            <a:off x="7674321" y="5027624"/>
            <a:ext cx="305351" cy="305351"/>
          </a:xfrm>
          <a:prstGeom prst="rect">
            <a:avLst/>
          </a:prstGeom>
          <a:noFill/>
          <a:ln>
            <a:noFill/>
          </a:ln>
        </p:spPr>
      </p:pic>
      <p:pic>
        <p:nvPicPr>
          <p:cNvPr id="24" name="Google Shape;216;p29">
            <a:extLst>
              <a:ext uri="{FF2B5EF4-FFF2-40B4-BE49-F238E27FC236}">
                <a16:creationId xmlns:a16="http://schemas.microsoft.com/office/drawing/2014/main" id="{746E86D1-9C90-7B40-BD3D-4BE691DEF2AC}"/>
              </a:ext>
            </a:extLst>
          </p:cNvPr>
          <p:cNvPicPr preferRelativeResize="0"/>
          <p:nvPr/>
        </p:nvPicPr>
        <p:blipFill>
          <a:blip r:embed="rId4">
            <a:alphaModFix/>
            <a:duotone>
              <a:schemeClr val="bg2">
                <a:shade val="45000"/>
                <a:satMod val="135000"/>
              </a:schemeClr>
              <a:prstClr val="white"/>
            </a:duotone>
          </a:blip>
          <a:stretch>
            <a:fillRect/>
          </a:stretch>
        </p:blipFill>
        <p:spPr>
          <a:xfrm>
            <a:off x="9684657" y="5044557"/>
            <a:ext cx="305351" cy="305351"/>
          </a:xfrm>
          <a:prstGeom prst="rect">
            <a:avLst/>
          </a:prstGeom>
          <a:noFill/>
          <a:ln>
            <a:noFill/>
          </a:ln>
        </p:spPr>
      </p:pic>
      <p:pic>
        <p:nvPicPr>
          <p:cNvPr id="25" name="Google Shape;216;p29">
            <a:extLst>
              <a:ext uri="{FF2B5EF4-FFF2-40B4-BE49-F238E27FC236}">
                <a16:creationId xmlns:a16="http://schemas.microsoft.com/office/drawing/2014/main" id="{65EC56A0-E2B5-4941-B455-CD1CB03D4F1A}"/>
              </a:ext>
            </a:extLst>
          </p:cNvPr>
          <p:cNvPicPr preferRelativeResize="0"/>
          <p:nvPr/>
        </p:nvPicPr>
        <p:blipFill>
          <a:blip r:embed="rId4">
            <a:alphaModFix/>
            <a:duotone>
              <a:schemeClr val="bg2">
                <a:shade val="45000"/>
                <a:satMod val="135000"/>
              </a:schemeClr>
              <a:prstClr val="white"/>
            </a:duotone>
          </a:blip>
          <a:stretch>
            <a:fillRect/>
          </a:stretch>
        </p:blipFill>
        <p:spPr>
          <a:xfrm>
            <a:off x="9684656" y="3642660"/>
            <a:ext cx="305351" cy="305351"/>
          </a:xfrm>
          <a:prstGeom prst="rect">
            <a:avLst/>
          </a:prstGeom>
          <a:noFill/>
          <a:ln>
            <a:noFill/>
          </a:ln>
        </p:spPr>
      </p:pic>
      <p:pic>
        <p:nvPicPr>
          <p:cNvPr id="26" name="Google Shape;216;p29">
            <a:extLst>
              <a:ext uri="{FF2B5EF4-FFF2-40B4-BE49-F238E27FC236}">
                <a16:creationId xmlns:a16="http://schemas.microsoft.com/office/drawing/2014/main" id="{5002CCD6-A3D9-7346-964A-AFC700DD330B}"/>
              </a:ext>
            </a:extLst>
          </p:cNvPr>
          <p:cNvPicPr preferRelativeResize="0"/>
          <p:nvPr/>
        </p:nvPicPr>
        <p:blipFill>
          <a:blip r:embed="rId4">
            <a:alphaModFix/>
            <a:duotone>
              <a:schemeClr val="bg2">
                <a:shade val="45000"/>
                <a:satMod val="135000"/>
              </a:schemeClr>
              <a:prstClr val="white"/>
            </a:duotone>
          </a:blip>
          <a:stretch>
            <a:fillRect/>
          </a:stretch>
        </p:blipFill>
        <p:spPr>
          <a:xfrm>
            <a:off x="9684657" y="4072171"/>
            <a:ext cx="305351" cy="305351"/>
          </a:xfrm>
          <a:prstGeom prst="rect">
            <a:avLst/>
          </a:prstGeom>
          <a:noFill/>
          <a:ln>
            <a:noFill/>
          </a:ln>
        </p:spPr>
      </p:pic>
      <p:pic>
        <p:nvPicPr>
          <p:cNvPr id="27" name="Google Shape;215;p29">
            <a:extLst>
              <a:ext uri="{FF2B5EF4-FFF2-40B4-BE49-F238E27FC236}">
                <a16:creationId xmlns:a16="http://schemas.microsoft.com/office/drawing/2014/main" id="{A0E7BF37-27D5-3741-ADE8-E469B1041A12}"/>
              </a:ext>
            </a:extLst>
          </p:cNvPr>
          <p:cNvPicPr preferRelativeResize="0"/>
          <p:nvPr/>
        </p:nvPicPr>
        <p:blipFill>
          <a:blip r:embed="rId3">
            <a:alphaModFix/>
            <a:lum bright="70000" contrast="-70000"/>
          </a:blip>
          <a:stretch>
            <a:fillRect/>
          </a:stretch>
        </p:blipFill>
        <p:spPr>
          <a:xfrm>
            <a:off x="9684656" y="3167075"/>
            <a:ext cx="305351" cy="305351"/>
          </a:xfrm>
          <a:prstGeom prst="rect">
            <a:avLst/>
          </a:prstGeom>
          <a:noFill/>
          <a:ln>
            <a:noFill/>
          </a:ln>
        </p:spPr>
      </p:pic>
      <p:pic>
        <p:nvPicPr>
          <p:cNvPr id="28" name="Google Shape;215;p29">
            <a:extLst>
              <a:ext uri="{FF2B5EF4-FFF2-40B4-BE49-F238E27FC236}">
                <a16:creationId xmlns:a16="http://schemas.microsoft.com/office/drawing/2014/main" id="{60444719-8585-2D47-BBCC-93CB2E9C81B5}"/>
              </a:ext>
            </a:extLst>
          </p:cNvPr>
          <p:cNvPicPr preferRelativeResize="0"/>
          <p:nvPr/>
        </p:nvPicPr>
        <p:blipFill>
          <a:blip r:embed="rId3">
            <a:alphaModFix/>
            <a:lum bright="70000" contrast="-70000"/>
          </a:blip>
          <a:stretch>
            <a:fillRect/>
          </a:stretch>
        </p:blipFill>
        <p:spPr>
          <a:xfrm>
            <a:off x="9684657" y="4456956"/>
            <a:ext cx="305351" cy="305351"/>
          </a:xfrm>
          <a:prstGeom prst="rect">
            <a:avLst/>
          </a:prstGeom>
          <a:noFill/>
          <a:ln>
            <a:noFill/>
          </a:ln>
        </p:spPr>
      </p:pic>
      <p:sp>
        <p:nvSpPr>
          <p:cNvPr id="29" name="Slide Number Placeholder 1">
            <a:extLst>
              <a:ext uri="{FF2B5EF4-FFF2-40B4-BE49-F238E27FC236}">
                <a16:creationId xmlns:a16="http://schemas.microsoft.com/office/drawing/2014/main" id="{CBAB2CE6-64BF-F042-89C8-49819FF0D331}"/>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9</a:t>
            </a:fld>
            <a:endParaRPr lang="ar-LY" b="1" dirty="0"/>
          </a:p>
        </p:txBody>
      </p:sp>
    </p:spTree>
    <p:extLst>
      <p:ext uri="{BB962C8B-B14F-4D97-AF65-F5344CB8AC3E}">
        <p14:creationId xmlns:p14="http://schemas.microsoft.com/office/powerpoint/2010/main" val="[redacted]"/>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8" name="Google Shape;998;p188"/>
          <p:cNvSpPr/>
          <p:nvPr/>
        </p:nvSpPr>
        <p:spPr>
          <a:xfrm>
            <a:off x="-20000" y="-16200"/>
            <a:ext cx="12232000" cy="6890400"/>
          </a:xfrm>
          <a:prstGeom prst="rect">
            <a:avLst/>
          </a:prstGeom>
          <a:solidFill>
            <a:srgbClr val="003876">
              <a:alpha val="75280"/>
            </a:srgbClr>
          </a:solidFill>
          <a:ln>
            <a:noFill/>
          </a:ln>
        </p:spPr>
        <p:txBody>
          <a:bodyPr spcFirstLastPara="1" wrap="square" lIns="121900" tIns="121900" rIns="121900" bIns="121900" anchor="ctr" anchorCtr="0">
            <a:noAutofit/>
          </a:bodyPr>
          <a:lstStyle/>
          <a:p>
            <a:endParaRPr sz="2400"/>
          </a:p>
        </p:txBody>
      </p:sp>
      <p:sp>
        <p:nvSpPr>
          <p:cNvPr id="999" name="Google Shape;999;p188"/>
          <p:cNvSpPr/>
          <p:nvPr/>
        </p:nvSpPr>
        <p:spPr>
          <a:xfrm>
            <a:off x="-45700" y="4993433"/>
            <a:ext cx="12257600" cy="18764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nvGrpSpPr>
          <p:cNvPr id="1003" name="Google Shape;1003;p188"/>
          <p:cNvGrpSpPr/>
          <p:nvPr/>
        </p:nvGrpSpPr>
        <p:grpSpPr>
          <a:xfrm>
            <a:off x="6474084" y="3177535"/>
            <a:ext cx="2127600" cy="3680500"/>
            <a:chOff x="532275" y="2383150"/>
            <a:chExt cx="1595400" cy="2760375"/>
          </a:xfrm>
        </p:grpSpPr>
        <p:sp>
          <p:nvSpPr>
            <p:cNvPr id="1005" name="Google Shape;1005;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dirty="0"/>
            </a:p>
          </p:txBody>
        </p:sp>
        <p:sp>
          <p:nvSpPr>
            <p:cNvPr id="1004" name="Google Shape;1004;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dirty="0"/>
            </a:p>
          </p:txBody>
        </p:sp>
      </p:grpSp>
      <p:grpSp>
        <p:nvGrpSpPr>
          <p:cNvPr id="1006" name="Google Shape;1006;p188"/>
          <p:cNvGrpSpPr/>
          <p:nvPr/>
        </p:nvGrpSpPr>
        <p:grpSpPr>
          <a:xfrm>
            <a:off x="709700" y="3177535"/>
            <a:ext cx="2127200" cy="3680500"/>
            <a:chOff x="532275" y="2383150"/>
            <a:chExt cx="1595400" cy="2760375"/>
          </a:xfrm>
        </p:grpSpPr>
        <p:sp>
          <p:nvSpPr>
            <p:cNvPr id="1007" name="Google Shape;1007;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08" name="Google Shape;1008;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09" name="Google Shape;1009;p188"/>
          <p:cNvSpPr txBox="1"/>
          <p:nvPr/>
        </p:nvSpPr>
        <p:spPr>
          <a:xfrm>
            <a:off x="566584" y="5028499"/>
            <a:ext cx="2409600"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CA" sz="2000" dirty="0">
                <a:solidFill>
                  <a:schemeClr val="dk1"/>
                </a:solidFill>
                <a:latin typeface="Lato"/>
                <a:ea typeface="Lato"/>
                <a:cs typeface="Lato"/>
                <a:sym typeface="Lato"/>
              </a:rPr>
              <a:t>Ivan </a:t>
            </a:r>
            <a:r>
              <a:rPr lang="en" sz="2000" dirty="0">
                <a:solidFill>
                  <a:schemeClr val="dk1"/>
                </a:solidFill>
                <a:latin typeface="Lato"/>
                <a:ea typeface="Lato"/>
                <a:cs typeface="Lato"/>
                <a:sym typeface="Lato"/>
              </a:rPr>
              <a:t>Damnjanovi</a:t>
            </a:r>
            <a:r>
              <a:rPr lang="en" sz="2000" dirty="0">
                <a:latin typeface="Lato"/>
                <a:ea typeface="Lato"/>
                <a:cs typeface="Lato"/>
                <a:sym typeface="Lato"/>
              </a:rPr>
              <a:t>ć</a:t>
            </a:r>
            <a:endParaRPr sz="2000"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Product Development</a:t>
            </a:r>
            <a:endParaRPr sz="1333" i="1" dirty="0">
              <a:solidFill>
                <a:schemeClr val="dk1"/>
              </a:solidFill>
              <a:latin typeface="Lato"/>
              <a:ea typeface="Lato"/>
              <a:cs typeface="Lato"/>
              <a:sym typeface="Lato"/>
            </a:endParaRPr>
          </a:p>
        </p:txBody>
      </p:sp>
      <p:sp>
        <p:nvSpPr>
          <p:cNvPr id="1010" name="Google Shape;1010;p188"/>
          <p:cNvSpPr txBox="1"/>
          <p:nvPr/>
        </p:nvSpPr>
        <p:spPr>
          <a:xfrm>
            <a:off x="6331451" y="5028327"/>
            <a:ext cx="2409600"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 sz="2000" dirty="0">
                <a:latin typeface="Lato"/>
                <a:ea typeface="Lato"/>
                <a:cs typeface="Lato"/>
                <a:sym typeface="Lato"/>
              </a:rPr>
              <a:t>Venture Manager</a:t>
            </a:r>
            <a:endParaRPr sz="2000" dirty="0">
              <a:latin typeface="Lato"/>
              <a:ea typeface="Lato"/>
              <a:cs typeface="Lato"/>
              <a:sym typeface="Lato"/>
            </a:endParaRPr>
          </a:p>
          <a:p>
            <a:pPr algn="ctr">
              <a:buClr>
                <a:srgbClr val="000000"/>
              </a:buClr>
              <a:buSzPts val="1000"/>
            </a:pPr>
            <a:r>
              <a:rPr lang="en" sz="1333" i="1" dirty="0">
                <a:latin typeface="Lato"/>
                <a:ea typeface="Lato"/>
                <a:cs typeface="Lato"/>
                <a:sym typeface="Lato"/>
              </a:rPr>
              <a:t>Advisory</a:t>
            </a:r>
            <a:endParaRPr sz="1333" i="1" dirty="0">
              <a:latin typeface="Lato"/>
              <a:ea typeface="Lato"/>
              <a:cs typeface="Lato"/>
              <a:sym typeface="Lato"/>
            </a:endParaRPr>
          </a:p>
        </p:txBody>
      </p:sp>
      <p:grpSp>
        <p:nvGrpSpPr>
          <p:cNvPr id="1013" name="Google Shape;1013;p188"/>
          <p:cNvGrpSpPr/>
          <p:nvPr/>
        </p:nvGrpSpPr>
        <p:grpSpPr>
          <a:xfrm>
            <a:off x="3590233" y="3177535"/>
            <a:ext cx="2127200" cy="3680500"/>
            <a:chOff x="532275" y="2383150"/>
            <a:chExt cx="1595400" cy="2760375"/>
          </a:xfrm>
        </p:grpSpPr>
        <p:sp>
          <p:nvSpPr>
            <p:cNvPr id="1014" name="Google Shape;1014;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15" name="Google Shape;1015;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16" name="Google Shape;1016;p188"/>
          <p:cNvSpPr txBox="1"/>
          <p:nvPr/>
        </p:nvSpPr>
        <p:spPr>
          <a:xfrm>
            <a:off x="3270703" y="5061599"/>
            <a:ext cx="2856749"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 sz="2000" dirty="0">
                <a:solidFill>
                  <a:schemeClr val="dk1"/>
                </a:solidFill>
                <a:latin typeface="Lato"/>
                <a:ea typeface="Lato"/>
                <a:cs typeface="Lato"/>
                <a:sym typeface="Lato"/>
              </a:rPr>
              <a:t>[Third party]</a:t>
            </a:r>
            <a:endParaRPr lang="en" sz="1333" i="1"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Corporate Development</a:t>
            </a:r>
            <a:endParaRPr sz="2000" dirty="0">
              <a:solidFill>
                <a:schemeClr val="dk1"/>
              </a:solidFill>
              <a:latin typeface="Lato"/>
              <a:ea typeface="Lato"/>
              <a:cs typeface="Lato"/>
              <a:sym typeface="Lato"/>
            </a:endParaRPr>
          </a:p>
        </p:txBody>
      </p:sp>
      <p:sp>
        <p:nvSpPr>
          <p:cNvPr id="1020" name="Google Shape;1020;p188"/>
          <p:cNvSpPr txBox="1"/>
          <p:nvPr/>
        </p:nvSpPr>
        <p:spPr>
          <a:xfrm>
            <a:off x="1784000" y="1495204"/>
            <a:ext cx="8624000" cy="1367883"/>
          </a:xfrm>
          <a:prstGeom prst="rect">
            <a:avLst/>
          </a:prstGeom>
          <a:noFill/>
          <a:ln>
            <a:noFill/>
          </a:ln>
        </p:spPr>
        <p:txBody>
          <a:bodyPr spcFirstLastPara="1" wrap="square" lIns="91433" tIns="45700" rIns="91433" bIns="45700" anchor="t" anchorCtr="0">
            <a:noAutofit/>
          </a:bodyPr>
          <a:lstStyle/>
          <a:p>
            <a:pPr algn="ctr">
              <a:lnSpc>
                <a:spcPct val="115000"/>
              </a:lnSpc>
              <a:buClr>
                <a:schemeClr val="dk1"/>
              </a:buClr>
              <a:buSzPts val="1100"/>
            </a:pPr>
            <a:r>
              <a:rPr lang="en" sz="2400" dirty="0">
                <a:solidFill>
                  <a:srgbClr val="FFFFFF"/>
                </a:solidFill>
                <a:latin typeface="Lato"/>
                <a:ea typeface="Lato"/>
                <a:cs typeface="Lato"/>
                <a:sym typeface="Lato"/>
              </a:rPr>
              <a:t>An international team consisting of experienced entrepreneurs, engineers, and management consultants with a </a:t>
            </a:r>
            <a:r>
              <a:rPr lang="en" sz="2400" dirty="0">
                <a:solidFill>
                  <a:srgbClr val="FFFFFF"/>
                </a:solidFill>
                <a:latin typeface="Lato Black"/>
                <a:ea typeface="Lato Black"/>
                <a:cs typeface="Lato Black"/>
                <a:sym typeface="Lato Black"/>
              </a:rPr>
              <a:t>wealth of experience across major markets.</a:t>
            </a:r>
            <a:endParaRPr sz="2400" dirty="0">
              <a:solidFill>
                <a:srgbClr val="FFFFFF"/>
              </a:solidFill>
              <a:latin typeface="Lato"/>
              <a:ea typeface="Lato"/>
              <a:cs typeface="Lato"/>
              <a:sym typeface="Lato"/>
            </a:endParaRPr>
          </a:p>
        </p:txBody>
      </p:sp>
      <p:sp>
        <p:nvSpPr>
          <p:cNvPr id="1025" name="Google Shape;1025;p188"/>
          <p:cNvSpPr txBox="1"/>
          <p:nvPr/>
        </p:nvSpPr>
        <p:spPr>
          <a:xfrm>
            <a:off x="343939" y="6232691"/>
            <a:ext cx="2878540"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Computer Science Master’s Student</a:t>
            </a:r>
          </a:p>
          <a:p>
            <a:pPr algn="ctr">
              <a:lnSpc>
                <a:spcPct val="115000"/>
              </a:lnSpc>
              <a:buClr>
                <a:srgbClr val="000000"/>
              </a:buClr>
              <a:buSzPts val="800"/>
            </a:pPr>
            <a:r>
              <a:rPr lang="en-CA" sz="1200" dirty="0">
                <a:solidFill>
                  <a:srgbClr val="434343"/>
                </a:solidFill>
                <a:latin typeface="Lato"/>
                <a:ea typeface="Lato"/>
                <a:cs typeface="Lato"/>
                <a:sym typeface="Lato"/>
              </a:rPr>
              <a:t>NUS (Singapore)</a:t>
            </a:r>
          </a:p>
          <a:p>
            <a:pPr algn="ctr">
              <a:lnSpc>
                <a:spcPct val="115000"/>
              </a:lnSpc>
              <a:buClr>
                <a:srgbClr val="000000"/>
              </a:buClr>
              <a:buSzPts val="800"/>
            </a:pPr>
            <a:endParaRPr lang="en-CA" sz="1200" dirty="0">
              <a:solidFill>
                <a:srgbClr val="434343"/>
              </a:solidFill>
              <a:latin typeface="Lato"/>
              <a:ea typeface="Lato"/>
              <a:cs typeface="Lato"/>
              <a:sym typeface="Lato"/>
            </a:endParaRPr>
          </a:p>
        </p:txBody>
      </p:sp>
      <p:sp>
        <p:nvSpPr>
          <p:cNvPr id="1026" name="Google Shape;1026;p188"/>
          <p:cNvSpPr txBox="1"/>
          <p:nvPr/>
        </p:nvSpPr>
        <p:spPr>
          <a:xfrm>
            <a:off x="5918793" y="6232691"/>
            <a:ext cx="3234916"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Established track-record of mentoring successful deep-tech spin-offs </a:t>
            </a:r>
            <a:endParaRPr sz="1200" dirty="0">
              <a:solidFill>
                <a:srgbClr val="434343"/>
              </a:solidFill>
              <a:latin typeface="Lato"/>
              <a:ea typeface="Lato"/>
              <a:cs typeface="Lato"/>
              <a:sym typeface="Lato"/>
            </a:endParaRPr>
          </a:p>
        </p:txBody>
      </p:sp>
      <p:sp>
        <p:nvSpPr>
          <p:cNvPr id="1027" name="Google Shape;1027;p188"/>
          <p:cNvSpPr txBox="1"/>
          <p:nvPr/>
        </p:nvSpPr>
        <p:spPr>
          <a:xfrm>
            <a:off x="3035168" y="6232691"/>
            <a:ext cx="3234916"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Raised over $23M for ventures in highly regulated industries in Canada &amp; EU</a:t>
            </a:r>
          </a:p>
        </p:txBody>
      </p:sp>
      <p:sp>
        <p:nvSpPr>
          <p:cNvPr id="38" name="TextBox 37">
            <a:extLst>
              <a:ext uri="{FF2B5EF4-FFF2-40B4-BE49-F238E27FC236}">
                <a16:creationId xmlns:a16="http://schemas.microsoft.com/office/drawing/2014/main" id="{E21BC74C-6746-EE44-8DD1-B654F88D5537}"/>
              </a:ext>
            </a:extLst>
          </p:cNvPr>
          <p:cNvSpPr txBox="1"/>
          <p:nvPr/>
        </p:nvSpPr>
        <p:spPr>
          <a:xfrm>
            <a:off x="3880161" y="572112"/>
            <a:ext cx="5027339" cy="830997"/>
          </a:xfrm>
          <a:prstGeom prst="rect">
            <a:avLst/>
          </a:prstGeom>
          <a:noFill/>
        </p:spPr>
        <p:txBody>
          <a:bodyPr wrap="square" rtlCol="1">
            <a:spAutoFit/>
          </a:bodyPr>
          <a:lstStyle/>
          <a:p>
            <a:r>
              <a:rPr lang="en-US" sz="4800" dirty="0">
                <a:solidFill>
                  <a:schemeClr val="bg1"/>
                </a:solidFill>
                <a:latin typeface="Poppins" panose="00000500000000000000" pitchFamily="2" charset="0"/>
                <a:cs typeface="Poppins" panose="00000500000000000000" pitchFamily="2" charset="0"/>
              </a:rPr>
              <a:t>Ambient Systems</a:t>
            </a:r>
          </a:p>
        </p:txBody>
      </p:sp>
      <p:pic>
        <p:nvPicPr>
          <p:cNvPr id="40" name="Picture 39" descr="A person wearing a suit and tie&#10;&#10;Description automatically generated">
            <a:extLst>
              <a:ext uri="{FF2B5EF4-FFF2-40B4-BE49-F238E27FC236}">
                <a16:creationId xmlns:a16="http://schemas.microsoft.com/office/drawing/2014/main" id="{4A6ADEA3-092C-034C-9118-B0DBE8B5B9EA}"/>
              </a:ext>
            </a:extLst>
          </p:cNvPr>
          <p:cNvPicPr>
            <a:picLocks noChangeAspect="1"/>
          </p:cNvPicPr>
          <p:nvPr/>
        </p:nvPicPr>
        <p:blipFill rotWithShape="1">
          <a:blip r:embed="rId3">
            <a:extLst>
              <a:ext uri="{28A0092B-C50C-407E-A947-70E740481C1C}">
                <a14:useLocalDpi xmlns:a14="http://schemas.microsoft.com/office/drawing/2010/main" val="0"/>
              </a:ext>
            </a:extLst>
          </a:blip>
          <a:srcRect l="19917" t="15556" r="16758" b="29126"/>
          <a:stretch/>
        </p:blipFill>
        <p:spPr>
          <a:xfrm>
            <a:off x="981697" y="3344477"/>
            <a:ext cx="1603024"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41" name="Picture 40">
            <a:extLst>
              <a:ext uri="{FF2B5EF4-FFF2-40B4-BE49-F238E27FC236}">
                <a16:creationId xmlns:a16="http://schemas.microsoft.com/office/drawing/2014/main" id="{84F26CD3-A82B-2A4C-A37B-048221E753B3}"/>
              </a:ext>
            </a:extLst>
          </p:cNvPr>
          <p:cNvPicPr>
            <a:picLocks noChangeAspect="1"/>
          </p:cNvPicPr>
          <p:nvPr/>
        </p:nvPicPr>
        <p:blipFill>
          <a:blip r:embed="rId4"/>
          <a:stretch>
            <a:fillRect/>
          </a:stretch>
        </p:blipFill>
        <p:spPr>
          <a:xfrm>
            <a:off x="3889076" y="3344477"/>
            <a:ext cx="1620000"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4" name="Picture 3" descr="Icon&#10;&#10;Description automatically generated">
            <a:extLst>
              <a:ext uri="{FF2B5EF4-FFF2-40B4-BE49-F238E27FC236}">
                <a16:creationId xmlns:a16="http://schemas.microsoft.com/office/drawing/2014/main" id="{236DB9D6-F1E8-B145-85C8-57C4C58991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2339" y="5519828"/>
            <a:ext cx="828000" cy="828000"/>
          </a:xfrm>
          <a:prstGeom prst="rect">
            <a:avLst/>
          </a:prstGeom>
        </p:spPr>
      </p:pic>
      <p:pic>
        <p:nvPicPr>
          <p:cNvPr id="6" name="Picture 5" descr="Icon&#10;&#10;Description automatically generated">
            <a:extLst>
              <a:ext uri="{FF2B5EF4-FFF2-40B4-BE49-F238E27FC236}">
                <a16:creationId xmlns:a16="http://schemas.microsoft.com/office/drawing/2014/main" id="{00D12B80-307F-0640-87D0-7A5E7162F1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23981" y="5519828"/>
            <a:ext cx="828000" cy="828000"/>
          </a:xfrm>
          <a:prstGeom prst="rect">
            <a:avLst/>
          </a:prstGeom>
        </p:spPr>
      </p:pic>
      <p:pic>
        <p:nvPicPr>
          <p:cNvPr id="8" name="Picture 7" descr="Icon&#10;&#10;Description automatically generated">
            <a:extLst>
              <a:ext uri="{FF2B5EF4-FFF2-40B4-BE49-F238E27FC236}">
                <a16:creationId xmlns:a16="http://schemas.microsoft.com/office/drawing/2014/main" id="{12AE1ED3-5D1B-FB4D-A727-57DA39310E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43387" y="5519828"/>
            <a:ext cx="828000" cy="828000"/>
          </a:xfrm>
          <a:prstGeom prst="rect">
            <a:avLst/>
          </a:prstGeom>
        </p:spPr>
      </p:pic>
      <p:sp>
        <p:nvSpPr>
          <p:cNvPr id="2" name="Oval 1">
            <a:extLst>
              <a:ext uri="{FF2B5EF4-FFF2-40B4-BE49-F238E27FC236}">
                <a16:creationId xmlns:a16="http://schemas.microsoft.com/office/drawing/2014/main" id="{3FB4609F-9DB0-7846-9537-304B63E4281E}"/>
              </a:ext>
            </a:extLst>
          </p:cNvPr>
          <p:cNvSpPr/>
          <p:nvPr/>
        </p:nvSpPr>
        <p:spPr>
          <a:xfrm>
            <a:off x="6774129" y="3390917"/>
            <a:ext cx="1620000" cy="162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slow" p14:dur="16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graphicFrame>
        <p:nvGraphicFramePr>
          <p:cNvPr id="300" name="Google Shape;300;p39"/>
          <p:cNvGraphicFramePr/>
          <p:nvPr>
            <p:extLst>
              <p:ext uri="{D42A27DB-BD31-4B8C-83A1-F6EECF244321}">
                <p14:modId xmlns:p14="http://schemas.microsoft.com/office/powerpoint/2010/main" val="[redacted]"/>
              </p:ext>
            </p:extLst>
          </p:nvPr>
        </p:nvGraphicFramePr>
        <p:xfrm>
          <a:off x="4965268" y="196628"/>
          <a:ext cx="7019067" cy="6469600"/>
        </p:xfrm>
        <a:graphic>
          <a:graphicData uri="http://schemas.openxmlformats.org/drawingml/2006/table">
            <a:tbl>
              <a:tblPr>
                <a:noFill/>
              </a:tblPr>
              <a:tblGrid>
                <a:gridCol w="1533300">
                  <a:extLst>
                    <a:ext uri="{9D8B030D-6E8A-4147-A177-3AD203B41FA5}">
                      <a16:colId xmlns:a16="http://schemas.microsoft.com/office/drawing/2014/main" val="20000"/>
                    </a:ext>
                  </a:extLst>
                </a:gridCol>
                <a:gridCol w="3123367">
                  <a:extLst>
                    <a:ext uri="{9D8B030D-6E8A-4147-A177-3AD203B41FA5}">
                      <a16:colId xmlns:a16="http://schemas.microsoft.com/office/drawing/2014/main" val="20001"/>
                    </a:ext>
                  </a:extLst>
                </a:gridCol>
                <a:gridCol w="2362400">
                  <a:extLst>
                    <a:ext uri="{9D8B030D-6E8A-4147-A177-3AD203B41FA5}">
                      <a16:colId xmlns:a16="http://schemas.microsoft.com/office/drawing/2014/main" val="20002"/>
                    </a:ext>
                  </a:extLst>
                </a:gridCol>
              </a:tblGrid>
              <a:tr h="236678">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Section</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Component</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Cost</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376631">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CAPEX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28752">
                <a:tc rowSpan="2">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Services</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Audit and Design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Installation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$5,000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228752">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Hardware</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Smart Sensors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$1,500 - $2,500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228752">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Ambient Edge Nodes</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$2,500 - $4,500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Control Unit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$6,000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6"/>
                  </a:ext>
                </a:extLst>
              </a:tr>
              <a:tr h="366553">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CAPEX SubTotal</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$12,000 - $18,000</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7"/>
                  </a:ext>
                </a:extLst>
              </a:tr>
              <a:tr h="376631">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OPEX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228752">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Operations</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Secure Data Management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9"/>
                  </a:ext>
                </a:extLst>
              </a:tr>
              <a:tr h="228752">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System Maintenance</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0"/>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Parts Replacement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1"/>
                  </a:ext>
                </a:extLst>
              </a:tr>
              <a:tr h="228752">
                <a:tc rowSpan="5">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Ambient Platform</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Facility Analytics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2"/>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ACMV Optimization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3"/>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Predictive Maintenance</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4"/>
                  </a:ext>
                </a:extLst>
              </a:tr>
              <a:tr h="228752">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Yield Prediction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5"/>
                  </a:ext>
                </a:extLst>
              </a:tr>
              <a:tr h="228752">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Marketplace</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6"/>
                  </a:ext>
                </a:extLst>
              </a:tr>
              <a:tr h="366553">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SubTotal</a:t>
                      </a:r>
                      <a:endParaRPr sz="1400"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$0</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7"/>
                  </a:ext>
                </a:extLst>
              </a:tr>
              <a:tr h="576014">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Estimated Total Cost </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$12,000 - $18,000</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value-sharing</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8"/>
                  </a:ext>
                </a:extLst>
              </a:tr>
            </a:tbl>
          </a:graphicData>
        </a:graphic>
      </p:graphicFrame>
      <p:sp>
        <p:nvSpPr>
          <p:cNvPr id="301" name="Google Shape;301;p39"/>
          <p:cNvSpPr/>
          <p:nvPr/>
        </p:nvSpPr>
        <p:spPr>
          <a:xfrm>
            <a:off x="0" y="0"/>
            <a:ext cx="4550400" cy="6858000"/>
          </a:xfrm>
          <a:prstGeom prst="rect">
            <a:avLst/>
          </a:prstGeom>
          <a:solidFill>
            <a:schemeClr val="accent1">
              <a:lumMod val="50000"/>
            </a:schemeClr>
          </a:solidFill>
          <a:ln>
            <a:noFill/>
          </a:ln>
        </p:spPr>
        <p:txBody>
          <a:bodyPr spcFirstLastPara="1" wrap="square" lIns="91433" tIns="45700" rIns="91433" bIns="45700" anchor="ctr" anchorCtr="0">
            <a:noAutofit/>
          </a:bodyPr>
          <a:lstStyle/>
          <a:p>
            <a:pPr algn="ctr">
              <a:buClr>
                <a:schemeClr val="lt1"/>
              </a:buClr>
              <a:buSzPts val="1400"/>
            </a:pPr>
            <a:endParaRPr sz="1867">
              <a:solidFill>
                <a:srgbClr val="FFFFFF"/>
              </a:solidFill>
              <a:latin typeface="Garamond"/>
              <a:ea typeface="Garamond"/>
              <a:cs typeface="Garamond"/>
              <a:sym typeface="Garamond"/>
            </a:endParaRPr>
          </a:p>
        </p:txBody>
      </p:sp>
      <p:sp>
        <p:nvSpPr>
          <p:cNvPr id="302" name="Google Shape;302;p39"/>
          <p:cNvSpPr txBox="1">
            <a:spLocks noGrp="1"/>
          </p:cNvSpPr>
          <p:nvPr>
            <p:ph type="title"/>
          </p:nvPr>
        </p:nvSpPr>
        <p:spPr>
          <a:xfrm>
            <a:off x="643467" y="640067"/>
            <a:ext cx="2469011" cy="5613200"/>
          </a:xfrm>
          <a:prstGeom prst="rect">
            <a:avLst/>
          </a:prstGeom>
          <a:noFill/>
          <a:ln>
            <a:noFill/>
          </a:ln>
        </p:spPr>
        <p:txBody>
          <a:bodyPr spcFirstLastPara="1" vert="horz" wrap="square" lIns="91433" tIns="45700" rIns="91433" bIns="45700" rtlCol="0" anchor="ctr" anchorCtr="0">
            <a:noAutofit/>
          </a:bodyPr>
          <a:lstStyle/>
          <a:p>
            <a:pPr>
              <a:buClr>
                <a:srgbClr val="FFFFFF"/>
              </a:buClr>
              <a:buSzPts val="3300"/>
            </a:pPr>
            <a:r>
              <a:rPr lang="en-GB" sz="3467">
                <a:solidFill>
                  <a:srgbClr val="FFFFFF"/>
                </a:solidFill>
                <a:latin typeface="Garamond"/>
                <a:ea typeface="Garamond"/>
                <a:cs typeface="Garamond"/>
                <a:sym typeface="Garamond"/>
              </a:rPr>
              <a:t>Innovative </a:t>
            </a:r>
            <a:r>
              <a:rPr lang="en-GB" sz="3467" dirty="0">
                <a:solidFill>
                  <a:srgbClr val="FFFFFF"/>
                </a:solidFill>
                <a:latin typeface="Garamond"/>
                <a:ea typeface="Garamond"/>
                <a:cs typeface="Garamond"/>
                <a:sym typeface="Garamond"/>
              </a:rPr>
              <a:t>Revenue Model </a:t>
            </a:r>
            <a:endParaRPr sz="3467" dirty="0">
              <a:latin typeface="Garamond"/>
              <a:ea typeface="Garamond"/>
              <a:cs typeface="Garamond"/>
              <a:sym typeface="Garamond"/>
            </a:endParaRPr>
          </a:p>
        </p:txBody>
      </p:sp>
    </p:spTree>
    <p:extLst>
      <p:ext uri="{BB962C8B-B14F-4D97-AF65-F5344CB8AC3E}">
        <p14:creationId xmlns:p14="http://schemas.microsoft.com/office/powerpoint/2010/main" val="1488476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A88F81B-CE88-4043-AC71-DE8F38C71B98}"/>
              </a:ext>
            </a:extLst>
          </p:cNvPr>
          <p:cNvSpPr>
            <a:spLocks noGrp="1"/>
          </p:cNvSpPr>
          <p:nvPr>
            <p:ph type="title"/>
          </p:nvPr>
        </p:nvSpPr>
        <p:spPr/>
        <p:txBody>
          <a:bodyPr/>
          <a:lstStyle/>
          <a:p>
            <a:r>
              <a:rPr lang="en-US" dirty="0"/>
              <a:t>Customer Traction</a:t>
            </a:r>
          </a:p>
        </p:txBody>
      </p:sp>
      <p:pic>
        <p:nvPicPr>
          <p:cNvPr id="47" name="Picture 46" descr="Text, table&#10;&#10;Description automatically generated">
            <a:extLst>
              <a:ext uri="{FF2B5EF4-FFF2-40B4-BE49-F238E27FC236}">
                <a16:creationId xmlns:a16="http://schemas.microsoft.com/office/drawing/2014/main" id="{502F3177-08F6-BB42-8DE1-5AC73297C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6069" y="1837456"/>
            <a:ext cx="3472244" cy="4454149"/>
          </a:xfrm>
          <a:prstGeom prst="rect">
            <a:avLst/>
          </a:prstGeom>
        </p:spPr>
      </p:pic>
      <p:pic>
        <p:nvPicPr>
          <p:cNvPr id="49" name="Picture 48" descr="Text, application&#10;&#10;Description automatically generated">
            <a:extLst>
              <a:ext uri="{FF2B5EF4-FFF2-40B4-BE49-F238E27FC236}">
                <a16:creationId xmlns:a16="http://schemas.microsoft.com/office/drawing/2014/main" id="{940A45B0-4F23-4E46-8390-528DEA0935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9178" y="1690688"/>
            <a:ext cx="3448159" cy="4440485"/>
          </a:xfrm>
          <a:prstGeom prst="rect">
            <a:avLst/>
          </a:prstGeom>
        </p:spPr>
      </p:pic>
      <p:pic>
        <p:nvPicPr>
          <p:cNvPr id="51" name="Picture 50" descr="Graphical user interface, text, application&#10;&#10;Description automatically generated">
            <a:extLst>
              <a:ext uri="{FF2B5EF4-FFF2-40B4-BE49-F238E27FC236}">
                <a16:creationId xmlns:a16="http://schemas.microsoft.com/office/drawing/2014/main" id="{F499B3E2-31E3-FA42-B5DD-7C636C4293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2" y="1543922"/>
            <a:ext cx="3449751" cy="4440485"/>
          </a:xfrm>
          <a:prstGeom prst="rect">
            <a:avLst/>
          </a:prstGeom>
        </p:spPr>
      </p:pic>
      <p:sp>
        <p:nvSpPr>
          <p:cNvPr id="9" name="Slide Number Placeholder 1">
            <a:extLst>
              <a:ext uri="{FF2B5EF4-FFF2-40B4-BE49-F238E27FC236}">
                <a16:creationId xmlns:a16="http://schemas.microsoft.com/office/drawing/2014/main" id="{DBC212AB-D923-4543-9CD9-9FDCCB1D6193}"/>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12</a:t>
            </a:fld>
            <a:endParaRPr lang="ar-LY" b="1" dirty="0"/>
          </a:p>
        </p:txBody>
      </p:sp>
      <p:sp>
        <p:nvSpPr>
          <p:cNvPr id="2" name="TextBox 1">
            <a:extLst>
              <a:ext uri="{FF2B5EF4-FFF2-40B4-BE49-F238E27FC236}">
                <a16:creationId xmlns:a16="http://schemas.microsoft.com/office/drawing/2014/main" id="{ED2795B0-35B3-1D40-A27B-D18CC3F07C66}"/>
              </a:ext>
            </a:extLst>
          </p:cNvPr>
          <p:cNvSpPr txBox="1"/>
          <p:nvPr/>
        </p:nvSpPr>
        <p:spPr>
          <a:xfrm>
            <a:off x="6472051" y="2614912"/>
            <a:ext cx="4986017" cy="2031325"/>
          </a:xfrm>
          <a:prstGeom prst="rect">
            <a:avLst/>
          </a:prstGeom>
          <a:noFill/>
        </p:spPr>
        <p:txBody>
          <a:bodyPr wrap="square" rtlCol="0">
            <a:spAutoFit/>
          </a:bodyPr>
          <a:lstStyle/>
          <a:p>
            <a:r>
              <a:rPr lang="en-US" b="1" dirty="0">
                <a:solidFill>
                  <a:schemeClr val="bg1"/>
                </a:solidFill>
              </a:rPr>
              <a:t>Summary</a:t>
            </a:r>
            <a:r>
              <a:rPr lang="en-US" dirty="0">
                <a:solidFill>
                  <a:schemeClr val="bg1"/>
                </a:solidFill>
              </a:rPr>
              <a:t>:</a:t>
            </a:r>
          </a:p>
          <a:p>
            <a:pPr marL="285744" indent="-285744">
              <a:buFont typeface="Arial" panose="020B0604020202020204" pitchFamily="34" charset="0"/>
              <a:buChar char="•"/>
            </a:pPr>
            <a:r>
              <a:rPr lang="en-US" dirty="0">
                <a:solidFill>
                  <a:schemeClr val="bg1"/>
                </a:solidFill>
              </a:rPr>
              <a:t>Signed an MoU with farm operator in Singapore</a:t>
            </a:r>
          </a:p>
          <a:p>
            <a:pPr marL="285744" indent="-285744">
              <a:buFont typeface="Arial" panose="020B0604020202020204" pitchFamily="34" charset="0"/>
              <a:buChar char="•"/>
            </a:pPr>
            <a:r>
              <a:rPr lang="en-US" dirty="0">
                <a:solidFill>
                  <a:schemeClr val="bg1"/>
                </a:solidFill>
              </a:rPr>
              <a:t>Value sharing details to be discussed and confirmed closer to the agreement</a:t>
            </a:r>
          </a:p>
          <a:p>
            <a:pPr marL="285744" indent="-285744">
              <a:buFont typeface="Arial" panose="020B0604020202020204" pitchFamily="34" charset="0"/>
              <a:buChar char="•"/>
            </a:pPr>
            <a:r>
              <a:rPr lang="en-US" dirty="0">
                <a:solidFill>
                  <a:schemeClr val="bg1"/>
                </a:solidFill>
              </a:rPr>
              <a:t>In conversation with </a:t>
            </a:r>
            <a:r>
              <a:rPr lang="en-US">
                <a:solidFill>
                  <a:schemeClr val="bg1"/>
                </a:solidFill>
              </a:rPr>
              <a:t>two leading </a:t>
            </a:r>
            <a:r>
              <a:rPr lang="en-US" dirty="0">
                <a:solidFill>
                  <a:schemeClr val="bg1"/>
                </a:solidFill>
              </a:rPr>
              <a:t>farm operators</a:t>
            </a:r>
          </a:p>
          <a:p>
            <a:pPr marL="285744" indent="-285744">
              <a:buFont typeface="Arial" panose="020B0604020202020204" pitchFamily="34" charset="0"/>
              <a:buChar char="•"/>
            </a:pPr>
            <a:r>
              <a:rPr lang="en-US" dirty="0">
                <a:solidFill>
                  <a:schemeClr val="bg1"/>
                </a:solidFill>
              </a:rPr>
              <a:t>Identified gap for similar solution in the healthcare sector</a:t>
            </a:r>
          </a:p>
        </p:txBody>
      </p:sp>
    </p:spTree>
    <p:extLst>
      <p:ext uri="{BB962C8B-B14F-4D97-AF65-F5344CB8AC3E}">
        <p14:creationId xmlns:p14="http://schemas.microsoft.com/office/powerpoint/2010/main" val="1575612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CCD537-7FBE-BC4D-9C18-791444438179}"/>
              </a:ext>
            </a:extLst>
          </p:cNvPr>
          <p:cNvSpPr>
            <a:spLocks noGrp="1"/>
          </p:cNvSpPr>
          <p:nvPr>
            <p:ph type="title"/>
          </p:nvPr>
        </p:nvSpPr>
        <p:spPr/>
        <p:txBody>
          <a:bodyPr/>
          <a:lstStyle/>
          <a:p>
            <a:r>
              <a:rPr lang="en-US" dirty="0">
                <a:solidFill>
                  <a:schemeClr val="bg1"/>
                </a:solidFill>
              </a:rPr>
              <a:t>The Ask</a:t>
            </a:r>
          </a:p>
        </p:txBody>
      </p:sp>
      <p:sp>
        <p:nvSpPr>
          <p:cNvPr id="5" name="Text Placeholder 4">
            <a:extLst>
              <a:ext uri="{FF2B5EF4-FFF2-40B4-BE49-F238E27FC236}">
                <a16:creationId xmlns:a16="http://schemas.microsoft.com/office/drawing/2014/main" id="{508BF0DC-3FD8-AB47-82D2-798F6A75E8C9}"/>
              </a:ext>
            </a:extLst>
          </p:cNvPr>
          <p:cNvSpPr>
            <a:spLocks noGrp="1"/>
          </p:cNvSpPr>
          <p:nvPr>
            <p:ph type="body" idx="1"/>
          </p:nvPr>
        </p:nvSpPr>
        <p:spPr>
          <a:xfrm>
            <a:off x="415599" y="1536633"/>
            <a:ext cx="11360799" cy="4440834"/>
          </a:xfrm>
        </p:spPr>
        <p:txBody>
          <a:bodyPr anchor="ctr"/>
          <a:lstStyle/>
          <a:p>
            <a:pPr marL="666742" indent="-514350">
              <a:buFont typeface="+mj-lt"/>
              <a:buAutoNum type="arabicPeriod"/>
            </a:pPr>
            <a:r>
              <a:rPr lang="en-US" dirty="0">
                <a:solidFill>
                  <a:schemeClr val="bg1"/>
                </a:solidFill>
              </a:rPr>
              <a:t>$10k bridge capital for the pilot</a:t>
            </a:r>
          </a:p>
          <a:p>
            <a:pPr marL="666742" indent="-514350">
              <a:buFont typeface="+mj-lt"/>
              <a:buAutoNum type="arabicPeriod"/>
            </a:pPr>
            <a:r>
              <a:rPr lang="en-US" dirty="0">
                <a:solidFill>
                  <a:schemeClr val="bg1"/>
                </a:solidFill>
              </a:rPr>
              <a:t>Advisory support from VM, TM, and Master Engineer during GRIP Run 5</a:t>
            </a:r>
          </a:p>
          <a:p>
            <a:pPr marL="666742" indent="-514350">
              <a:buFont typeface="+mj-lt"/>
              <a:buAutoNum type="arabicPeriod"/>
            </a:pPr>
            <a:r>
              <a:rPr lang="en-US" dirty="0">
                <a:solidFill>
                  <a:schemeClr val="bg1"/>
                </a:solidFill>
              </a:rPr>
              <a:t>Opportunity to pitch in GRIP Run 5 for $100k</a:t>
            </a:r>
          </a:p>
          <a:p>
            <a:pPr marL="666730" indent="-514338">
              <a:buFont typeface="+mj-lt"/>
              <a:buAutoNum type="arabicPeriod"/>
            </a:pPr>
            <a:endParaRPr lang="en-US" dirty="0">
              <a:solidFill>
                <a:schemeClr val="bg1"/>
              </a:solidFill>
            </a:endParaRPr>
          </a:p>
        </p:txBody>
      </p:sp>
      <p:sp>
        <p:nvSpPr>
          <p:cNvPr id="2" name="Slide Number Placeholder 1">
            <a:extLst>
              <a:ext uri="{FF2B5EF4-FFF2-40B4-BE49-F238E27FC236}">
                <a16:creationId xmlns:a16="http://schemas.microsoft.com/office/drawing/2014/main" id="{113A8DE6-92B7-2A44-AA91-5F3989DB8158}"/>
              </a:ext>
            </a:extLst>
          </p:cNvPr>
          <p:cNvSpPr>
            <a:spLocks noGrp="1"/>
          </p:cNvSpPr>
          <p:nvPr>
            <p:ph type="sldNum" sz="quarter" idx="4"/>
          </p:nvPr>
        </p:nvSpPr>
        <p:spPr/>
        <p:txBody>
          <a:bodyPr/>
          <a:lstStyle/>
          <a:p>
            <a:fld id="{9312FC69-CE3E-4598-98C1-B119891192DE}" type="slidenum">
              <a:rPr lang="ar-LY" smtClean="0"/>
              <a:pPr/>
              <a:t>13</a:t>
            </a:fld>
            <a:endParaRPr lang="ar-LY" b="1" dirty="0"/>
          </a:p>
        </p:txBody>
      </p:sp>
    </p:spTree>
    <p:extLst>
      <p:ext uri="{BB962C8B-B14F-4D97-AF65-F5344CB8AC3E}">
        <p14:creationId xmlns:p14="http://schemas.microsoft.com/office/powerpoint/2010/main" val="[redacted]"/>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3"/>
          <p:cNvSpPr/>
          <p:nvPr/>
        </p:nvSpPr>
        <p:spPr>
          <a:xfrm>
            <a:off x="10073724"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8" name="Google Shape;258;p33"/>
          <p:cNvSpPr/>
          <p:nvPr/>
        </p:nvSpPr>
        <p:spPr>
          <a:xfrm>
            <a:off x="8716057"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9" name="Google Shape;259;p33"/>
          <p:cNvSpPr/>
          <p:nvPr/>
        </p:nvSpPr>
        <p:spPr>
          <a:xfrm>
            <a:off x="7358391"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0" name="Google Shape;260;p33"/>
          <p:cNvSpPr/>
          <p:nvPr/>
        </p:nvSpPr>
        <p:spPr>
          <a:xfrm>
            <a:off x="6000725"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1" name="Google Shape;261;p33"/>
          <p:cNvSpPr/>
          <p:nvPr/>
        </p:nvSpPr>
        <p:spPr>
          <a:xfrm>
            <a:off x="4643059"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2" name="Google Shape;262;p33"/>
          <p:cNvSpPr/>
          <p:nvPr/>
        </p:nvSpPr>
        <p:spPr>
          <a:xfrm>
            <a:off x="3285393"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3" name="Google Shape;263;p33"/>
          <p:cNvSpPr txBox="1"/>
          <p:nvPr/>
        </p:nvSpPr>
        <p:spPr>
          <a:xfrm>
            <a:off x="2982242" y="284597"/>
            <a:ext cx="6227519" cy="575600"/>
          </a:xfrm>
          <a:prstGeom prst="rect">
            <a:avLst/>
          </a:prstGeom>
          <a:noFill/>
          <a:ln>
            <a:noFill/>
          </a:ln>
        </p:spPr>
        <p:txBody>
          <a:bodyPr spcFirstLastPara="1" wrap="square" lIns="45733" tIns="22867" rIns="45733" bIns="22867" anchor="t" anchorCtr="0">
            <a:noAutofit/>
          </a:bodyPr>
          <a:lstStyle/>
          <a:p>
            <a:pPr algn="ctr"/>
            <a:r>
              <a:rPr lang="en-GB" sz="3067" b="1" dirty="0">
                <a:solidFill>
                  <a:schemeClr val="bg1"/>
                </a:solidFill>
                <a:latin typeface="Poppins"/>
                <a:ea typeface="Poppins"/>
                <a:cs typeface="Poppins"/>
                <a:sym typeface="Poppins"/>
              </a:rPr>
              <a:t>PRODUCT ROADMAP &amp; MILESTONES</a:t>
            </a:r>
            <a:endParaRPr sz="667" dirty="0">
              <a:solidFill>
                <a:schemeClr val="bg1"/>
              </a:solidFill>
            </a:endParaRPr>
          </a:p>
        </p:txBody>
      </p:sp>
      <p:cxnSp>
        <p:nvCxnSpPr>
          <p:cNvPr id="264" name="Google Shape;264;p33"/>
          <p:cNvCxnSpPr/>
          <p:nvPr/>
        </p:nvCxnSpPr>
        <p:spPr>
          <a:xfrm>
            <a:off x="760611" y="3255619"/>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5" name="Google Shape;265;p33"/>
          <p:cNvCxnSpPr/>
          <p:nvPr/>
        </p:nvCxnSpPr>
        <p:spPr>
          <a:xfrm>
            <a:off x="760611" y="4727163"/>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6" name="Google Shape;266;p33"/>
          <p:cNvCxnSpPr/>
          <p:nvPr/>
        </p:nvCxnSpPr>
        <p:spPr>
          <a:xfrm>
            <a:off x="760611" y="1663700"/>
            <a:ext cx="10670800" cy="0"/>
          </a:xfrm>
          <a:prstGeom prst="straightConnector1">
            <a:avLst/>
          </a:prstGeom>
          <a:noFill/>
          <a:ln w="38100" cap="flat" cmpd="sng">
            <a:solidFill>
              <a:schemeClr val="bg1"/>
            </a:solidFill>
            <a:prstDash val="solid"/>
            <a:miter lim="800000"/>
            <a:headEnd type="none" w="sm" len="sm"/>
            <a:tailEnd type="none" w="sm" len="sm"/>
          </a:ln>
        </p:spPr>
      </p:cxnSp>
      <p:sp>
        <p:nvSpPr>
          <p:cNvPr id="267" name="Google Shape;267;p33"/>
          <p:cNvSpPr/>
          <p:nvPr/>
        </p:nvSpPr>
        <p:spPr>
          <a:xfrm>
            <a:off x="3676432"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8" name="Google Shape;268;p33"/>
          <p:cNvSpPr txBox="1"/>
          <p:nvPr/>
        </p:nvSpPr>
        <p:spPr>
          <a:xfrm>
            <a:off x="3769731" y="1422552"/>
            <a:ext cx="389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Dec</a:t>
            </a:r>
            <a:endParaRPr sz="1067">
              <a:solidFill>
                <a:schemeClr val="bg1"/>
              </a:solidFill>
            </a:endParaRPr>
          </a:p>
        </p:txBody>
      </p:sp>
      <p:sp>
        <p:nvSpPr>
          <p:cNvPr id="269" name="Google Shape;269;p33"/>
          <p:cNvSpPr/>
          <p:nvPr/>
        </p:nvSpPr>
        <p:spPr>
          <a:xfrm>
            <a:off x="5034097"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0" name="Google Shape;270;p33"/>
          <p:cNvSpPr txBox="1"/>
          <p:nvPr/>
        </p:nvSpPr>
        <p:spPr>
          <a:xfrm>
            <a:off x="5134211" y="1422552"/>
            <a:ext cx="375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Jan</a:t>
            </a:r>
            <a:endParaRPr sz="533">
              <a:solidFill>
                <a:schemeClr val="bg1"/>
              </a:solidFill>
            </a:endParaRPr>
          </a:p>
        </p:txBody>
      </p:sp>
      <p:sp>
        <p:nvSpPr>
          <p:cNvPr id="271" name="Google Shape;271;p33"/>
          <p:cNvSpPr/>
          <p:nvPr/>
        </p:nvSpPr>
        <p:spPr>
          <a:xfrm>
            <a:off x="6391764"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2" name="Google Shape;272;p33"/>
          <p:cNvSpPr txBox="1"/>
          <p:nvPr/>
        </p:nvSpPr>
        <p:spPr>
          <a:xfrm>
            <a:off x="6477847" y="1422552"/>
            <a:ext cx="4036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Feb</a:t>
            </a:r>
            <a:endParaRPr sz="1067">
              <a:solidFill>
                <a:schemeClr val="bg1"/>
              </a:solidFill>
            </a:endParaRPr>
          </a:p>
        </p:txBody>
      </p:sp>
      <p:sp>
        <p:nvSpPr>
          <p:cNvPr id="273" name="Google Shape;273;p33"/>
          <p:cNvSpPr/>
          <p:nvPr/>
        </p:nvSpPr>
        <p:spPr>
          <a:xfrm>
            <a:off x="7749429"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4" name="Google Shape;274;p33"/>
          <p:cNvSpPr txBox="1"/>
          <p:nvPr/>
        </p:nvSpPr>
        <p:spPr>
          <a:xfrm>
            <a:off x="7849141" y="1422552"/>
            <a:ext cx="3760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Mar</a:t>
            </a:r>
            <a:endParaRPr sz="1067">
              <a:solidFill>
                <a:schemeClr val="bg1"/>
              </a:solidFill>
            </a:endParaRPr>
          </a:p>
        </p:txBody>
      </p:sp>
      <p:sp>
        <p:nvSpPr>
          <p:cNvPr id="275" name="Google Shape;275;p33"/>
          <p:cNvSpPr/>
          <p:nvPr/>
        </p:nvSpPr>
        <p:spPr>
          <a:xfrm>
            <a:off x="9107096"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6" name="Google Shape;276;p33"/>
          <p:cNvSpPr txBox="1"/>
          <p:nvPr/>
        </p:nvSpPr>
        <p:spPr>
          <a:xfrm>
            <a:off x="9177545" y="1422552"/>
            <a:ext cx="4348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Apr</a:t>
            </a:r>
            <a:endParaRPr sz="1067">
              <a:solidFill>
                <a:schemeClr val="bg1"/>
              </a:solidFill>
            </a:endParaRPr>
          </a:p>
        </p:txBody>
      </p:sp>
      <p:sp>
        <p:nvSpPr>
          <p:cNvPr id="277" name="Google Shape;277;p33"/>
          <p:cNvSpPr/>
          <p:nvPr/>
        </p:nvSpPr>
        <p:spPr>
          <a:xfrm>
            <a:off x="10464761"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8" name="Google Shape;278;p33"/>
          <p:cNvSpPr txBox="1"/>
          <p:nvPr/>
        </p:nvSpPr>
        <p:spPr>
          <a:xfrm>
            <a:off x="10550761" y="1391851"/>
            <a:ext cx="403600" cy="2924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May</a:t>
            </a:r>
            <a:endParaRPr sz="1067">
              <a:solidFill>
                <a:schemeClr val="bg1"/>
              </a:solidFill>
            </a:endParaRPr>
          </a:p>
        </p:txBody>
      </p:sp>
      <p:sp>
        <p:nvSpPr>
          <p:cNvPr id="279" name="Google Shape;279;p33"/>
          <p:cNvSpPr txBox="1"/>
          <p:nvPr/>
        </p:nvSpPr>
        <p:spPr>
          <a:xfrm>
            <a:off x="1412033" y="2685479"/>
            <a:ext cx="12220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Software</a:t>
            </a:r>
            <a:endParaRPr sz="667">
              <a:solidFill>
                <a:schemeClr val="bg1"/>
              </a:solidFill>
            </a:endParaRPr>
          </a:p>
        </p:txBody>
      </p:sp>
      <p:sp>
        <p:nvSpPr>
          <p:cNvPr id="280" name="Google Shape;280;p33"/>
          <p:cNvSpPr txBox="1"/>
          <p:nvPr/>
        </p:nvSpPr>
        <p:spPr>
          <a:xfrm>
            <a:off x="1131033" y="5672103"/>
            <a:ext cx="1784000" cy="5756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Machine Learning</a:t>
            </a:r>
            <a:endParaRPr sz="667">
              <a:solidFill>
                <a:schemeClr val="bg1"/>
              </a:solidFill>
            </a:endParaRPr>
          </a:p>
        </p:txBody>
      </p:sp>
      <p:sp>
        <p:nvSpPr>
          <p:cNvPr id="281" name="Google Shape;281;p33"/>
          <p:cNvSpPr txBox="1"/>
          <p:nvPr/>
        </p:nvSpPr>
        <p:spPr>
          <a:xfrm>
            <a:off x="1177633" y="4206484"/>
            <a:ext cx="16908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Hardware</a:t>
            </a:r>
            <a:endParaRPr sz="667">
              <a:solidFill>
                <a:schemeClr val="bg1"/>
              </a:solidFill>
            </a:endParaRPr>
          </a:p>
        </p:txBody>
      </p:sp>
      <p:sp>
        <p:nvSpPr>
          <p:cNvPr id="282" name="Google Shape;282;p33"/>
          <p:cNvSpPr/>
          <p:nvPr/>
        </p:nvSpPr>
        <p:spPr>
          <a:xfrm>
            <a:off x="33229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UX/UI Design</a:t>
            </a:r>
            <a:endParaRPr sz="2400">
              <a:solidFill>
                <a:schemeClr val="bg1"/>
              </a:solidFill>
              <a:latin typeface="Lato Light"/>
              <a:ea typeface="Lato Light"/>
              <a:cs typeface="Lato Light"/>
              <a:sym typeface="Lato Light"/>
            </a:endParaRPr>
          </a:p>
        </p:txBody>
      </p:sp>
      <p:sp>
        <p:nvSpPr>
          <p:cNvPr id="283" name="Google Shape;283;p33"/>
          <p:cNvSpPr/>
          <p:nvPr/>
        </p:nvSpPr>
        <p:spPr>
          <a:xfrm>
            <a:off x="7395923"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User Login</a:t>
            </a:r>
            <a:endParaRPr sz="2400">
              <a:solidFill>
                <a:schemeClr val="bg1"/>
              </a:solidFill>
              <a:latin typeface="Lato Light"/>
              <a:ea typeface="Lato Light"/>
              <a:cs typeface="Lato Light"/>
              <a:sym typeface="Lato Light"/>
            </a:endParaRPr>
          </a:p>
        </p:txBody>
      </p:sp>
      <p:sp>
        <p:nvSpPr>
          <p:cNvPr id="284" name="Google Shape;284;p33"/>
          <p:cNvSpPr/>
          <p:nvPr/>
        </p:nvSpPr>
        <p:spPr>
          <a:xfrm>
            <a:off x="3322925" y="3377439"/>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Specifications</a:t>
            </a:r>
            <a:endParaRPr sz="2400">
              <a:solidFill>
                <a:schemeClr val="bg1"/>
              </a:solidFill>
              <a:latin typeface="Lato Light"/>
              <a:ea typeface="Lato Light"/>
              <a:cs typeface="Lato Light"/>
              <a:sym typeface="Lato Light"/>
            </a:endParaRPr>
          </a:p>
        </p:txBody>
      </p:sp>
      <p:sp>
        <p:nvSpPr>
          <p:cNvPr id="285" name="Google Shape;285;p33"/>
          <p:cNvSpPr/>
          <p:nvPr/>
        </p:nvSpPr>
        <p:spPr>
          <a:xfrm>
            <a:off x="4680500" y="3377433"/>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Clr>
                <a:schemeClr val="lt1"/>
              </a:buClr>
              <a:buSzPts val="800"/>
            </a:pPr>
            <a:r>
              <a:rPr lang="en-GB" sz="1067">
                <a:solidFill>
                  <a:schemeClr val="bg1"/>
                </a:solidFill>
                <a:latin typeface="Lato"/>
                <a:ea typeface="Lato"/>
                <a:cs typeface="Lato"/>
                <a:sym typeface="Lato"/>
              </a:rPr>
              <a:t>Sourcing</a:t>
            </a:r>
            <a:endParaRPr sz="1867">
              <a:solidFill>
                <a:schemeClr val="bg1"/>
              </a:solidFill>
              <a:latin typeface="Lato Light"/>
              <a:ea typeface="Lato Light"/>
              <a:cs typeface="Lato Light"/>
              <a:sym typeface="Lato Light"/>
            </a:endParaRPr>
          </a:p>
        </p:txBody>
      </p:sp>
      <p:sp>
        <p:nvSpPr>
          <p:cNvPr id="286" name="Google Shape;286;p33"/>
          <p:cNvSpPr/>
          <p:nvPr/>
        </p:nvSpPr>
        <p:spPr>
          <a:xfrm>
            <a:off x="3322925" y="4849885"/>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Database Design</a:t>
            </a:r>
            <a:endParaRPr sz="2400">
              <a:solidFill>
                <a:schemeClr val="bg1"/>
              </a:solidFill>
              <a:latin typeface="Lato Light"/>
              <a:ea typeface="Lato Light"/>
              <a:cs typeface="Lato Light"/>
              <a:sym typeface="Lato Light"/>
            </a:endParaRPr>
          </a:p>
        </p:txBody>
      </p:sp>
      <p:sp>
        <p:nvSpPr>
          <p:cNvPr id="287" name="Google Shape;287;p33"/>
          <p:cNvSpPr/>
          <p:nvPr/>
        </p:nvSpPr>
        <p:spPr>
          <a:xfrm>
            <a:off x="3322723" y="236156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dirty="0">
                <a:solidFill>
                  <a:schemeClr val="bg1"/>
                </a:solidFill>
                <a:latin typeface="Lato"/>
                <a:ea typeface="Lato"/>
                <a:cs typeface="Lato"/>
                <a:sym typeface="Lato"/>
              </a:rPr>
              <a:t>Front-end Dashboard </a:t>
            </a:r>
            <a:endParaRPr sz="2400" dirty="0">
              <a:solidFill>
                <a:schemeClr val="bg1"/>
              </a:solidFill>
              <a:latin typeface="Lato Light"/>
              <a:ea typeface="Lato Light"/>
              <a:cs typeface="Lato Light"/>
              <a:sym typeface="Lato Light"/>
            </a:endParaRPr>
          </a:p>
        </p:txBody>
      </p:sp>
      <p:sp>
        <p:nvSpPr>
          <p:cNvPr id="288" name="Google Shape;288;p33"/>
          <p:cNvSpPr/>
          <p:nvPr/>
        </p:nvSpPr>
        <p:spPr>
          <a:xfrm>
            <a:off x="4680341" y="2785100"/>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Cloud Configuration</a:t>
            </a:r>
            <a:endParaRPr sz="2400">
              <a:solidFill>
                <a:schemeClr val="bg1"/>
              </a:solidFill>
              <a:latin typeface="Lato Light"/>
              <a:ea typeface="Lato Light"/>
              <a:cs typeface="Lato Light"/>
              <a:sym typeface="Lato Light"/>
            </a:endParaRPr>
          </a:p>
        </p:txBody>
      </p:sp>
      <p:sp>
        <p:nvSpPr>
          <p:cNvPr id="289" name="Google Shape;289;p33"/>
          <p:cNvSpPr/>
          <p:nvPr/>
        </p:nvSpPr>
        <p:spPr>
          <a:xfrm>
            <a:off x="7395923" y="2351987"/>
            <a:ext cx="26408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#1 Development</a:t>
            </a:r>
            <a:endParaRPr sz="2400">
              <a:solidFill>
                <a:schemeClr val="bg1"/>
              </a:solidFill>
              <a:latin typeface="Lato Light"/>
              <a:ea typeface="Lato Light"/>
              <a:cs typeface="Lato Light"/>
              <a:sym typeface="Lato Light"/>
            </a:endParaRPr>
          </a:p>
        </p:txBody>
      </p:sp>
      <p:sp>
        <p:nvSpPr>
          <p:cNvPr id="290" name="Google Shape;290;p33"/>
          <p:cNvSpPr/>
          <p:nvPr/>
        </p:nvSpPr>
        <p:spPr>
          <a:xfrm>
            <a:off x="10111256" y="2351987"/>
            <a:ext cx="1282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#2</a:t>
            </a:r>
            <a:endParaRPr sz="2400">
              <a:solidFill>
                <a:schemeClr val="bg1"/>
              </a:solidFill>
              <a:latin typeface="Lato Light"/>
              <a:ea typeface="Lato Light"/>
              <a:cs typeface="Lato Light"/>
              <a:sym typeface="Lato Light"/>
            </a:endParaRPr>
          </a:p>
        </p:txBody>
      </p:sp>
      <p:sp>
        <p:nvSpPr>
          <p:cNvPr id="291" name="Google Shape;291;p33"/>
          <p:cNvSpPr/>
          <p:nvPr/>
        </p:nvSpPr>
        <p:spPr>
          <a:xfrm>
            <a:off x="8753588"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APIs</a:t>
            </a:r>
            <a:endParaRPr sz="2400">
              <a:solidFill>
                <a:schemeClr val="bg1"/>
              </a:solidFill>
              <a:latin typeface="Lato Light"/>
              <a:ea typeface="Lato Light"/>
              <a:cs typeface="Lato Light"/>
              <a:sym typeface="Lato Light"/>
            </a:endParaRPr>
          </a:p>
        </p:txBody>
      </p:sp>
      <p:sp>
        <p:nvSpPr>
          <p:cNvPr id="292" name="Google Shape;292;p33"/>
          <p:cNvSpPr/>
          <p:nvPr/>
        </p:nvSpPr>
        <p:spPr>
          <a:xfrm>
            <a:off x="4680512" y="528480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Clr>
                <a:schemeClr val="dk2"/>
              </a:buClr>
              <a:buSzPts val="800"/>
            </a:pPr>
            <a:r>
              <a:rPr lang="en-GB" sz="1067">
                <a:solidFill>
                  <a:schemeClr val="bg1"/>
                </a:solidFill>
                <a:latin typeface="Lato"/>
                <a:ea typeface="Lato"/>
                <a:cs typeface="Lato"/>
                <a:sym typeface="Lato"/>
              </a:rPr>
              <a:t>Model Development</a:t>
            </a:r>
            <a:endParaRPr sz="1867">
              <a:solidFill>
                <a:schemeClr val="bg1"/>
              </a:solidFill>
              <a:latin typeface="Lato Light"/>
              <a:ea typeface="Lato Light"/>
              <a:cs typeface="Lato Light"/>
              <a:sym typeface="Lato Light"/>
            </a:endParaRPr>
          </a:p>
        </p:txBody>
      </p:sp>
      <p:sp>
        <p:nvSpPr>
          <p:cNvPr id="293" name="Google Shape;293;p33"/>
          <p:cNvSpPr/>
          <p:nvPr/>
        </p:nvSpPr>
        <p:spPr>
          <a:xfrm>
            <a:off x="6038301" y="4849885"/>
            <a:ext cx="53556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 Collection</a:t>
            </a:r>
            <a:endParaRPr sz="2400">
              <a:solidFill>
                <a:schemeClr val="bg1"/>
              </a:solidFill>
              <a:latin typeface="Lato Light"/>
              <a:ea typeface="Lato Light"/>
              <a:cs typeface="Lato Light"/>
              <a:sym typeface="Lato Light"/>
            </a:endParaRPr>
          </a:p>
        </p:txBody>
      </p:sp>
      <p:pic>
        <p:nvPicPr>
          <p:cNvPr id="294" name="Google Shape;294;p33"/>
          <p:cNvPicPr preferRelativeResize="0"/>
          <p:nvPr/>
        </p:nvPicPr>
        <p:blipFill>
          <a:blip r:embed="rId3">
            <a:alphaModFix/>
            <a:duotone>
              <a:schemeClr val="bg2">
                <a:shade val="45000"/>
                <a:satMod val="135000"/>
              </a:schemeClr>
              <a:prstClr val="white"/>
            </a:duotone>
          </a:blip>
          <a:stretch>
            <a:fillRect/>
          </a:stretch>
        </p:blipFill>
        <p:spPr>
          <a:xfrm>
            <a:off x="1651033" y="3538779"/>
            <a:ext cx="744000" cy="733804"/>
          </a:xfrm>
          <a:prstGeom prst="rect">
            <a:avLst/>
          </a:prstGeom>
          <a:noFill/>
          <a:ln>
            <a:noFill/>
          </a:ln>
        </p:spPr>
      </p:pic>
      <p:pic>
        <p:nvPicPr>
          <p:cNvPr id="295" name="Google Shape;295;p33"/>
          <p:cNvPicPr preferRelativeResize="0"/>
          <p:nvPr/>
        </p:nvPicPr>
        <p:blipFill>
          <a:blip r:embed="rId4">
            <a:alphaModFix/>
            <a:duotone>
              <a:schemeClr val="bg2">
                <a:shade val="45000"/>
                <a:satMod val="135000"/>
              </a:schemeClr>
              <a:prstClr val="white"/>
            </a:duotone>
          </a:blip>
          <a:stretch>
            <a:fillRect/>
          </a:stretch>
        </p:blipFill>
        <p:spPr>
          <a:xfrm>
            <a:off x="1651036" y="4924402"/>
            <a:ext cx="744001" cy="743999"/>
          </a:xfrm>
          <a:prstGeom prst="rect">
            <a:avLst/>
          </a:prstGeom>
          <a:noFill/>
          <a:ln>
            <a:noFill/>
          </a:ln>
        </p:spPr>
      </p:pic>
      <p:sp>
        <p:nvSpPr>
          <p:cNvPr id="296" name="Google Shape;296;p33"/>
          <p:cNvSpPr/>
          <p:nvPr/>
        </p:nvSpPr>
        <p:spPr>
          <a:xfrm>
            <a:off x="7395992"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2400">
              <a:solidFill>
                <a:schemeClr val="bg1"/>
              </a:solidFill>
              <a:latin typeface="Lato Light"/>
              <a:ea typeface="Lato Light"/>
              <a:cs typeface="Lato Light"/>
              <a:sym typeface="Lato Light"/>
            </a:endParaRPr>
          </a:p>
        </p:txBody>
      </p:sp>
      <p:sp>
        <p:nvSpPr>
          <p:cNvPr id="297" name="Google Shape;297;p33"/>
          <p:cNvSpPr/>
          <p:nvPr/>
        </p:nvSpPr>
        <p:spPr>
          <a:xfrm>
            <a:off x="101113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1067">
              <a:solidFill>
                <a:schemeClr val="bg1"/>
              </a:solidFill>
              <a:latin typeface="Lato"/>
              <a:ea typeface="Lato"/>
              <a:cs typeface="Lato"/>
              <a:sym typeface="Lato"/>
            </a:endParaRPr>
          </a:p>
        </p:txBody>
      </p:sp>
      <p:sp>
        <p:nvSpPr>
          <p:cNvPr id="298" name="Google Shape;298;p33"/>
          <p:cNvSpPr/>
          <p:nvPr/>
        </p:nvSpPr>
        <p:spPr>
          <a:xfrm>
            <a:off x="6038155" y="5719700"/>
            <a:ext cx="53556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Training</a:t>
            </a:r>
            <a:endParaRPr sz="1867">
              <a:solidFill>
                <a:schemeClr val="bg1"/>
              </a:solidFill>
              <a:latin typeface="Lato Light"/>
              <a:ea typeface="Lato Light"/>
              <a:cs typeface="Lato Light"/>
              <a:sym typeface="Lato Light"/>
            </a:endParaRPr>
          </a:p>
        </p:txBody>
      </p:sp>
      <p:sp>
        <p:nvSpPr>
          <p:cNvPr id="299" name="Google Shape;299;p33"/>
          <p:cNvSpPr/>
          <p:nvPr/>
        </p:nvSpPr>
        <p:spPr>
          <a:xfrm>
            <a:off x="7395828" y="5284800"/>
            <a:ext cx="3994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Deployment</a:t>
            </a:r>
            <a:endParaRPr sz="1867">
              <a:solidFill>
                <a:schemeClr val="bg1"/>
              </a:solidFill>
              <a:latin typeface="Lato Light"/>
              <a:ea typeface="Lato Light"/>
              <a:cs typeface="Lato Light"/>
              <a:sym typeface="Lato Light"/>
            </a:endParaRPr>
          </a:p>
        </p:txBody>
      </p:sp>
      <p:sp>
        <p:nvSpPr>
          <p:cNvPr id="300" name="Google Shape;300;p33"/>
          <p:cNvSpPr/>
          <p:nvPr/>
        </p:nvSpPr>
        <p:spPr>
          <a:xfrm>
            <a:off x="4680500" y="3821800"/>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Assembly</a:t>
            </a:r>
            <a:endParaRPr sz="1867">
              <a:solidFill>
                <a:schemeClr val="bg1"/>
              </a:solidFill>
              <a:latin typeface="Lato Light"/>
              <a:ea typeface="Lato Light"/>
              <a:cs typeface="Lato Light"/>
              <a:sym typeface="Lato Light"/>
            </a:endParaRPr>
          </a:p>
        </p:txBody>
      </p:sp>
      <p:sp>
        <p:nvSpPr>
          <p:cNvPr id="301" name="Google Shape;301;p33"/>
          <p:cNvSpPr/>
          <p:nvPr/>
        </p:nvSpPr>
        <p:spPr>
          <a:xfrm>
            <a:off x="6037967" y="4274484"/>
            <a:ext cx="26408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Assembly</a:t>
            </a:r>
            <a:endParaRPr sz="1867">
              <a:solidFill>
                <a:schemeClr val="bg1"/>
              </a:solidFill>
              <a:latin typeface="Lato Light"/>
              <a:ea typeface="Lato Light"/>
              <a:cs typeface="Lato Light"/>
              <a:sym typeface="Lato Light"/>
            </a:endParaRPr>
          </a:p>
        </p:txBody>
      </p:sp>
      <p:sp>
        <p:nvSpPr>
          <p:cNvPr id="302" name="Google Shape;302;p33"/>
          <p:cNvSpPr/>
          <p:nvPr/>
        </p:nvSpPr>
        <p:spPr>
          <a:xfrm>
            <a:off x="7395845" y="3821811"/>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Testing</a:t>
            </a:r>
            <a:endParaRPr sz="1867">
              <a:solidFill>
                <a:schemeClr val="bg1"/>
              </a:solidFill>
              <a:latin typeface="Lato Light"/>
              <a:ea typeface="Lato Light"/>
              <a:cs typeface="Lato Light"/>
              <a:sym typeface="Lato Light"/>
            </a:endParaRPr>
          </a:p>
        </p:txBody>
      </p:sp>
      <p:sp>
        <p:nvSpPr>
          <p:cNvPr id="303" name="Google Shape;303;p33"/>
          <p:cNvSpPr/>
          <p:nvPr/>
        </p:nvSpPr>
        <p:spPr>
          <a:xfrm>
            <a:off x="8753612" y="4274495"/>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Testing</a:t>
            </a:r>
            <a:endParaRPr sz="1867">
              <a:solidFill>
                <a:schemeClr val="bg1"/>
              </a:solidFill>
              <a:latin typeface="Lato Light"/>
              <a:ea typeface="Lato Light"/>
              <a:cs typeface="Lato Light"/>
              <a:sym typeface="Lato Light"/>
            </a:endParaRPr>
          </a:p>
        </p:txBody>
      </p:sp>
      <p:pic>
        <p:nvPicPr>
          <p:cNvPr id="304" name="Google Shape;304;p33"/>
          <p:cNvPicPr preferRelativeResize="0"/>
          <p:nvPr/>
        </p:nvPicPr>
        <p:blipFill>
          <a:blip r:embed="rId5">
            <a:alphaModFix/>
            <a:duotone>
              <a:schemeClr val="bg2">
                <a:shade val="45000"/>
                <a:satMod val="135000"/>
              </a:schemeClr>
              <a:prstClr val="white"/>
            </a:duotone>
          </a:blip>
          <a:stretch>
            <a:fillRect/>
          </a:stretch>
        </p:blipFill>
        <p:spPr>
          <a:xfrm>
            <a:off x="1651036" y="1941455"/>
            <a:ext cx="744001" cy="744028"/>
          </a:xfrm>
          <a:prstGeom prst="rect">
            <a:avLst/>
          </a:prstGeom>
          <a:noFill/>
          <a:ln>
            <a:noFill/>
          </a:ln>
        </p:spPr>
      </p:pic>
      <p:sp>
        <p:nvSpPr>
          <p:cNvPr id="50" name="Slide Number Placeholder 4">
            <a:extLst>
              <a:ext uri="{FF2B5EF4-FFF2-40B4-BE49-F238E27FC236}">
                <a16:creationId xmlns:a16="http://schemas.microsoft.com/office/drawing/2014/main" id="{6BD5D73F-7A0F-394A-A198-71E36F7694B2}"/>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14</a:t>
            </a:fld>
            <a:endParaRPr lang="ar-LY" dirty="0"/>
          </a:p>
        </p:txBody>
      </p:sp>
    </p:spTree>
    <p:extLst>
      <p:ext uri="{BB962C8B-B14F-4D97-AF65-F5344CB8AC3E}">
        <p14:creationId xmlns:p14="http://schemas.microsoft.com/office/powerpoint/2010/main" val="193669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A9A674A-E934-41FC-A6B0-B25E4FB57122}"/>
              </a:ext>
            </a:extLst>
          </p:cNvPr>
          <p:cNvSpPr txBox="1"/>
          <p:nvPr/>
        </p:nvSpPr>
        <p:spPr>
          <a:xfrm>
            <a:off x="6146062" y="669570"/>
            <a:ext cx="5945855" cy="3970318"/>
          </a:xfrm>
          <a:prstGeom prst="rect">
            <a:avLst/>
          </a:prstGeom>
          <a:noFill/>
        </p:spPr>
        <p:txBody>
          <a:bodyPr wrap="square" rtlCol="0">
            <a:spAutoFit/>
          </a:bodyPr>
          <a:lstStyle/>
          <a:p>
            <a:r>
              <a:rPr lang="en-US" sz="2800" spc="-151" dirty="0">
                <a:solidFill>
                  <a:schemeClr val="bg1"/>
                </a:solidFill>
                <a:ea typeface="Montserrat" charset="0"/>
                <a:cs typeface="Montserrat" charset="0"/>
              </a:rPr>
              <a:t>Summary</a:t>
            </a:r>
          </a:p>
          <a:p>
            <a:endParaRPr lang="en-US" sz="2800" spc="-151" dirty="0">
              <a:solidFill>
                <a:schemeClr val="bg1"/>
              </a:solidFill>
              <a:ea typeface="Montserrat" charset="0"/>
              <a:cs typeface="Montserrat" charset="0"/>
            </a:endParaRPr>
          </a:p>
          <a:p>
            <a:endParaRPr lang="en-US" sz="2800" spc="-151" dirty="0">
              <a:solidFill>
                <a:schemeClr val="bg1"/>
              </a:solidFill>
              <a:ea typeface="Montserrat" charset="0"/>
              <a:cs typeface="Montserrat" charset="0"/>
            </a:endParaRPr>
          </a:p>
          <a:p>
            <a:pPr marL="514338" indent="-514338">
              <a:buAutoNum type="arabicPeriod"/>
            </a:pPr>
            <a:r>
              <a:rPr lang="en-US" sz="2400" spc="-151" dirty="0">
                <a:solidFill>
                  <a:schemeClr val="bg1"/>
                </a:solidFill>
                <a:ea typeface="Montserrat" charset="0"/>
                <a:cs typeface="Montserrat" charset="0"/>
              </a:rPr>
              <a:t>Ambient has identified a competitive product-market fit as a smart-building technology provider for indoor farms.</a:t>
            </a:r>
          </a:p>
          <a:p>
            <a:pPr marL="514338" indent="-514338">
              <a:buAutoNum type="arabicPeriod"/>
            </a:pPr>
            <a:r>
              <a:rPr lang="en-US" sz="2400" spc="-151" dirty="0">
                <a:solidFill>
                  <a:schemeClr val="bg1"/>
                </a:solidFill>
                <a:ea typeface="Montserrat" charset="0"/>
                <a:cs typeface="Montserrat" charset="0"/>
              </a:rPr>
              <a:t>Initial customer is interested to move foreword with the pilot project.</a:t>
            </a:r>
          </a:p>
          <a:p>
            <a:pPr marL="514338" indent="-514338">
              <a:buAutoNum type="arabicPeriod"/>
            </a:pPr>
            <a:r>
              <a:rPr lang="en-US" sz="2400" spc="-151" dirty="0">
                <a:solidFill>
                  <a:schemeClr val="bg1"/>
                </a:solidFill>
                <a:ea typeface="Montserrat" charset="0"/>
                <a:cs typeface="Montserrat" charset="0"/>
              </a:rPr>
              <a:t>Asking for an extension to pitch at GRIP Run 5 and $10k bridge capital for the pilot.</a:t>
            </a:r>
          </a:p>
        </p:txBody>
      </p:sp>
      <p:pic>
        <p:nvPicPr>
          <p:cNvPr id="3" name="Picture Placeholder 2">
            <a:extLst>
              <a:ext uri="{FF2B5EF4-FFF2-40B4-BE49-F238E27FC236}">
                <a16:creationId xmlns:a16="http://schemas.microsoft.com/office/drawing/2014/main" id="{07EFB5AD-E5F6-C14F-BA4C-304D7107331E}"/>
              </a:ext>
            </a:extLst>
          </p:cNvPr>
          <p:cNvPicPr>
            <a:picLocks noGrp="1" noChangeAspect="1"/>
          </p:cNvPicPr>
          <p:nvPr>
            <p:ph type="pic" sz="quarter" idx="10"/>
          </p:nvPr>
        </p:nvPicPr>
        <p:blipFill rotWithShape="1">
          <a:blip r:embed="rId2" cstate="email">
            <a:alphaModFix amt="70000"/>
            <a:extLst>
              <a:ext uri="{BEBA8EAE-BF5A-486C-A8C5-ECC9F3942E4B}">
                <a14:imgProps xmlns:a14="http://schemas.microsoft.com/office/drawing/2010/main">
                  <a14:imgLayer r:embed="rId3">
                    <a14:imgEffect>
                      <a14:backgroundRemoval t="9984" b="99192" l="1573" r="99428">
                        <a14:foregroundMark x1="4804" y1="43937" x2="4804" y2="43937"/>
                        <a14:foregroundMark x1="6548" y1="48909" x2="6548" y2="48909"/>
                        <a14:foregroundMark x1="6548" y1="52829" x2="6548" y2="52829"/>
                        <a14:foregroundMark x1="6177" y1="34074" x2="6177" y2="78011"/>
                        <a14:foregroundMark x1="6177" y1="78011" x2="6177" y2="78011"/>
                        <a14:foregroundMark x1="1287" y1="26192" x2="1659" y2="87389"/>
                        <a14:foregroundMark x1="1659" y1="87389" x2="1659" y2="87389"/>
                        <a14:foregroundMark x1="94881" y1="87874" x2="94881" y2="42967"/>
                        <a14:foregroundMark x1="94881" y1="42967" x2="94881" y2="42967"/>
                        <a14:foregroundMark x1="94538" y1="37025" x2="94538" y2="37025"/>
                        <a14:foregroundMark x1="91393" y1="53314" x2="91393" y2="53314"/>
                        <a14:foregroundMark x1="79868" y1="64673" x2="92422" y2="87874"/>
                        <a14:foregroundMark x1="92422" y1="87874" x2="92422" y2="87874"/>
                        <a14:foregroundMark x1="944" y1="21746" x2="94166" y2="90340"/>
                        <a14:foregroundMark x1="94166" y1="90340" x2="94166" y2="90340"/>
                        <a14:foregroundMark x1="45296" y1="94301" x2="45296" y2="94301"/>
                        <a14:foregroundMark x1="57878" y1="93331" x2="57878" y2="93331"/>
                        <a14:foregroundMark x1="99428" y1="92320" x2="99428" y2="49879"/>
                        <a14:foregroundMark x1="99428" y1="49879" x2="99428" y2="49879"/>
                        <a14:foregroundMark x1="99428" y1="37551" x2="99428" y2="37551"/>
                        <a14:foregroundMark x1="99428" y1="72595" x2="99428" y2="72595"/>
                        <a14:foregroundMark x1="96626" y1="87389" x2="96626" y2="87389"/>
                        <a14:foregroundMark x1="57163" y1="94786" x2="57163" y2="94786"/>
                        <a14:foregroundMark x1="42494" y1="94786" x2="42494" y2="94786"/>
                        <a14:foregroundMark x1="2002" y1="97777" x2="2002" y2="97777"/>
                        <a14:foregroundMark x1="62396" y1="88884" x2="62396" y2="88884"/>
                        <a14:foregroundMark x1="45639" y1="99232" x2="45639" y2="99232"/>
                        <a14:foregroundMark x1="62053" y1="93331" x2="62053" y2="93331"/>
                        <a14:foregroundMark x1="49128" y1="94301" x2="49128" y2="94301"/>
                        <a14:foregroundMark x1="45982" y1="96766" x2="45982" y2="96766"/>
                        <a14:backgroundMark x1="35173" y1="17785" x2="35173" y2="17785"/>
                      </a14:backgroundRemoval>
                    </a14:imgEffect>
                  </a14:imgLayer>
                </a14:imgProps>
              </a:ext>
              <a:ext uri="{28A0092B-C50C-407E-A947-70E740481C1C}">
                <a14:useLocalDpi xmlns:a14="http://schemas.microsoft.com/office/drawing/2010/main"/>
              </a:ext>
            </a:extLst>
          </a:blip>
          <a:srcRect t="-1887"/>
          <a:stretch/>
        </p:blipFill>
        <p:spPr>
          <a:xfrm>
            <a:off x="0" y="2500840"/>
            <a:ext cx="6045938" cy="4357160"/>
          </a:xfrm>
        </p:spPr>
      </p:pic>
      <p:sp>
        <p:nvSpPr>
          <p:cNvPr id="2" name="TextBox 1">
            <a:extLst>
              <a:ext uri="{FF2B5EF4-FFF2-40B4-BE49-F238E27FC236}">
                <a16:creationId xmlns:a16="http://schemas.microsoft.com/office/drawing/2014/main" id="{CF37EA23-0A53-A743-A330-CC3D675EF4E3}"/>
              </a:ext>
            </a:extLst>
          </p:cNvPr>
          <p:cNvSpPr txBox="1"/>
          <p:nvPr/>
        </p:nvSpPr>
        <p:spPr>
          <a:xfrm>
            <a:off x="6146062" y="6188430"/>
            <a:ext cx="5483963" cy="369332"/>
          </a:xfrm>
          <a:prstGeom prst="rect">
            <a:avLst/>
          </a:prstGeom>
          <a:noFill/>
        </p:spPr>
        <p:txBody>
          <a:bodyPr wrap="square" rtlCol="0">
            <a:spAutoFit/>
          </a:bodyPr>
          <a:lstStyle/>
          <a:p>
            <a:r>
              <a:rPr lang="en-US" dirty="0">
                <a:solidFill>
                  <a:schemeClr val="bg1"/>
                </a:solidFill>
              </a:rPr>
              <a:t>Contact: </a:t>
            </a:r>
            <a:r>
              <a:rPr lang="en-US" dirty="0" err="1">
                <a:solidFill>
                  <a:schemeClr val="bg1"/>
                </a:solidFill>
              </a:rPr>
              <a:t>ivan@ambientsystems.ai</a:t>
            </a:r>
            <a:endParaRPr lang="en-US" dirty="0">
              <a:solidFill>
                <a:schemeClr val="bg1"/>
              </a:solidFill>
            </a:endParaRPr>
          </a:p>
        </p:txBody>
      </p:sp>
    </p:spTree>
    <p:extLst>
      <p:ext uri="{BB962C8B-B14F-4D97-AF65-F5344CB8AC3E}">
        <p14:creationId xmlns:p14="http://schemas.microsoft.com/office/powerpoint/2010/main" val="[redacted]"/>
      </p:ext>
    </p:extLst>
  </p:cSld>
  <p:clrMapOvr>
    <a:masterClrMapping/>
  </p:clrMapOvr>
</p:sld>
</file>

<file path=ppt/theme/theme1.xml><?xml version="1.0" encoding="utf-8"?>
<a:theme xmlns:a="http://schemas.openxmlformats.org/drawingml/2006/main" name="Office Theme">
  <a:themeElements>
    <a:clrScheme name="Blockchain 1 Dark">
      <a:dk1>
        <a:srgbClr val="010A1D"/>
      </a:dk1>
      <a:lt1>
        <a:srgbClr val="FFFFFF"/>
      </a:lt1>
      <a:dk2>
        <a:srgbClr val="02153C"/>
      </a:dk2>
      <a:lt2>
        <a:srgbClr val="F9F9F9"/>
      </a:lt2>
      <a:accent1>
        <a:srgbClr val="542EF6"/>
      </a:accent1>
      <a:accent2>
        <a:srgbClr val="6E67F9"/>
      </a:accent2>
      <a:accent3>
        <a:srgbClr val="5D89F8"/>
      </a:accent3>
      <a:accent4>
        <a:srgbClr val="3796F8"/>
      </a:accent4>
      <a:accent5>
        <a:srgbClr val="4BAAF8"/>
      </a:accent5>
      <a:accent6>
        <a:srgbClr val="28C8F8"/>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7366</TotalTime>
  <Words>1254</Words>
  <Application>Microsoft Macintosh PowerPoint</Application>
  <PresentationFormat>Widescreen</PresentationFormat>
  <Paragraphs>268</Paragraphs>
  <Slides>16</Slides>
  <Notes>12</Notes>
  <HiddenSlides>0</HiddenSlides>
  <MMClips>1</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16</vt:i4>
      </vt:variant>
    </vt:vector>
  </HeadingPairs>
  <TitlesOfParts>
    <vt:vector size="30" baseType="lpstr">
      <vt:lpstr>Arial</vt:lpstr>
      <vt:lpstr>Calibri</vt:lpstr>
      <vt:lpstr>Calibri Light</vt:lpstr>
      <vt:lpstr>Cantarell</vt:lpstr>
      <vt:lpstr>Cantarell bold</vt:lpstr>
      <vt:lpstr>Garamond</vt:lpstr>
      <vt:lpstr>Lato</vt:lpstr>
      <vt:lpstr>Lato Black</vt:lpstr>
      <vt:lpstr>Lato Light</vt:lpstr>
      <vt:lpstr>Poppins</vt:lpstr>
      <vt:lpstr>Poppins Medium</vt:lpstr>
      <vt:lpstr>Source Sans Pro</vt:lpstr>
      <vt:lpstr>Times New Roman</vt:lpstr>
      <vt:lpstr>Office Theme</vt:lpstr>
      <vt:lpstr>PowerPoint Presentation</vt:lpstr>
      <vt:lpstr>PowerPoint Presentation</vt:lpstr>
      <vt:lpstr>Indoor Farming Opportunity  Vertical Farming is a rapidly growing industry with 24% CAGR*.  Asia-Pacific is a global leader in vertical farming with market value of &gt;$350M.  Clear need from several farm operators in Singapore.</vt:lpstr>
      <vt:lpstr>The Urban Farmer’s Dilemma</vt:lpstr>
      <vt:lpstr>PowerPoint Presentation</vt:lpstr>
      <vt:lpstr>PowerPoint Presentation</vt:lpstr>
      <vt:lpstr>PowerPoint Presentation</vt:lpstr>
      <vt:lpstr>Automation Engine Neural Network based on Building Science </vt:lpstr>
      <vt:lpstr>Competitive Landscape</vt:lpstr>
      <vt:lpstr>Competitive Benchmark</vt:lpstr>
      <vt:lpstr>PowerPoint Presentation</vt:lpstr>
      <vt:lpstr>Innovative Revenue Model </vt:lpstr>
      <vt:lpstr>Customer Traction</vt:lpstr>
      <vt:lpstr>The Ask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ns0:coreProperties xmlns:ns0="http://schemas.openxmlformats.org/package/2006/metadata/core-properties" xmlns:ns1="http://purl.org/dc/terms/" xmlns:xsi="http://www.w3.org/2001/XMLSchema-instance">
  <ns0:revision>418</ns0:revision>
  <ns1:created xsi:type="dcterms:W3CDTF">2019-07-24T15:42:33Z</ns1:created>
  <ns1:modified xsi:type="dcterms:W3CDTF">2020-11-16T17:36:58Z</ns1:modified>
</ns0:coreProperties>
</file>